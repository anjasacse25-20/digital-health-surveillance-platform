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Palanquin"/>
      <p:regular r:id="rId17"/>
      <p:bold r:id="rId18"/>
    </p:embeddedFont>
    <p:embeddedFont>
      <p:font typeface="Anybody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ybody-bold.fntdata"/><Relationship Id="rId22" Type="http://schemas.openxmlformats.org/officeDocument/2006/relationships/font" Target="fonts/Anybody-boldItalic.fntdata"/><Relationship Id="rId21" Type="http://schemas.openxmlformats.org/officeDocument/2006/relationships/font" Target="fonts/Anybody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slide" Target="slides/slide8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Palanquin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Anybody-regular.fntdata"/><Relationship Id="rId18" Type="http://schemas.openxmlformats.org/officeDocument/2006/relationships/font" Target="fonts/Palanqu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9ea629c0e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9ea629c0e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9eeca875e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29eeca875e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821bad947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821bad947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821bad947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821bad947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9eeca875e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9eeca875e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9eeca875e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29eeca875e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821bad947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821bad947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821bad947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821bad947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00827" y="-456670"/>
            <a:ext cx="9313817" cy="4661008"/>
            <a:chOff x="-72991" y="-445231"/>
            <a:chExt cx="9290591" cy="4649384"/>
          </a:xfrm>
        </p:grpSpPr>
        <p:sp>
          <p:nvSpPr>
            <p:cNvPr id="10" name="Google Shape;10;p2"/>
            <p:cNvSpPr/>
            <p:nvPr/>
          </p:nvSpPr>
          <p:spPr>
            <a:xfrm>
              <a:off x="2424189" y="-445231"/>
              <a:ext cx="5747034" cy="1213786"/>
            </a:xfrm>
            <a:custGeom>
              <a:rect b="b" l="l" r="r" t="t"/>
              <a:pathLst>
                <a:path extrusionOk="0" h="498987" w="2362604">
                  <a:moveTo>
                    <a:pt x="2362604" y="139113"/>
                  </a:moveTo>
                  <a:cubicBezTo>
                    <a:pt x="2159713" y="179784"/>
                    <a:pt x="1976694" y="233395"/>
                    <a:pt x="1804767" y="318896"/>
                  </a:cubicBezTo>
                  <a:cubicBezTo>
                    <a:pt x="1622211" y="409481"/>
                    <a:pt x="1429487" y="492671"/>
                    <a:pt x="1193781" y="498680"/>
                  </a:cubicBezTo>
                  <a:cubicBezTo>
                    <a:pt x="944210" y="504688"/>
                    <a:pt x="672917" y="421960"/>
                    <a:pt x="476496" y="325367"/>
                  </a:cubicBezTo>
                  <a:cubicBezTo>
                    <a:pt x="326291" y="251420"/>
                    <a:pt x="165456" y="191800"/>
                    <a:pt x="0" y="142810"/>
                  </a:cubicBezTo>
                  <a:lnTo>
                    <a:pt x="299023" y="0"/>
                  </a:lnTo>
                  <a:cubicBezTo>
                    <a:pt x="329064" y="26344"/>
                    <a:pt x="381751" y="44368"/>
                    <a:pt x="416876" y="68401"/>
                  </a:cubicBezTo>
                  <a:cubicBezTo>
                    <a:pt x="462168" y="99828"/>
                    <a:pt x="489898" y="138188"/>
                    <a:pt x="529645" y="172389"/>
                  </a:cubicBezTo>
                  <a:cubicBezTo>
                    <a:pt x="651657" y="277301"/>
                    <a:pt x="814341" y="374819"/>
                    <a:pt x="1012149" y="408095"/>
                  </a:cubicBezTo>
                  <a:cubicBezTo>
                    <a:pt x="1115674" y="425657"/>
                    <a:pt x="1257560" y="442295"/>
                    <a:pt x="1363397" y="425657"/>
                  </a:cubicBezTo>
                  <a:cubicBezTo>
                    <a:pt x="1469695" y="409019"/>
                    <a:pt x="1561667" y="345702"/>
                    <a:pt x="1644857" y="302720"/>
                  </a:cubicBezTo>
                  <a:cubicBezTo>
                    <a:pt x="1738677" y="254193"/>
                    <a:pt x="1814473" y="189027"/>
                    <a:pt x="1915688" y="147432"/>
                  </a:cubicBezTo>
                  <a:cubicBezTo>
                    <a:pt x="1970686" y="124785"/>
                    <a:pt x="2028919" y="102601"/>
                    <a:pt x="2087152" y="83190"/>
                  </a:cubicBezTo>
                  <a:cubicBezTo>
                    <a:pt x="2121815" y="72098"/>
                    <a:pt x="2187905" y="57771"/>
                    <a:pt x="2206392" y="45755"/>
                  </a:cubicBezTo>
                  <a:lnTo>
                    <a:pt x="2362604" y="13911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72991" y="1458498"/>
              <a:ext cx="9290591" cy="2745655"/>
            </a:xfrm>
            <a:custGeom>
              <a:rect b="b" l="l" r="r" t="t"/>
              <a:pathLst>
                <a:path extrusionOk="0" h="1128738" w="3819359">
                  <a:moveTo>
                    <a:pt x="3813351" y="445530"/>
                  </a:moveTo>
                  <a:cubicBezTo>
                    <a:pt x="3797175" y="455698"/>
                    <a:pt x="3780999" y="465866"/>
                    <a:pt x="3765747" y="477420"/>
                  </a:cubicBezTo>
                  <a:cubicBezTo>
                    <a:pt x="3673776" y="547207"/>
                    <a:pt x="3572561" y="623003"/>
                    <a:pt x="3510630" y="706655"/>
                  </a:cubicBezTo>
                  <a:cubicBezTo>
                    <a:pt x="3443616" y="797703"/>
                    <a:pt x="3382610" y="888750"/>
                    <a:pt x="3259673" y="954840"/>
                  </a:cubicBezTo>
                  <a:cubicBezTo>
                    <a:pt x="3148291" y="1014460"/>
                    <a:pt x="2965272" y="1044038"/>
                    <a:pt x="2824311" y="1036644"/>
                  </a:cubicBezTo>
                  <a:cubicBezTo>
                    <a:pt x="2649149" y="1027400"/>
                    <a:pt x="2516507" y="945134"/>
                    <a:pt x="2448106" y="843919"/>
                  </a:cubicBezTo>
                  <a:cubicBezTo>
                    <a:pt x="2367226" y="724680"/>
                    <a:pt x="2360756" y="575862"/>
                    <a:pt x="2486928" y="468177"/>
                  </a:cubicBezTo>
                  <a:cubicBezTo>
                    <a:pt x="2541464" y="421498"/>
                    <a:pt x="2632049" y="405784"/>
                    <a:pt x="2713852" y="391919"/>
                  </a:cubicBezTo>
                  <a:cubicBezTo>
                    <a:pt x="2794732" y="378054"/>
                    <a:pt x="2870527" y="356332"/>
                    <a:pt x="2951869" y="342929"/>
                  </a:cubicBezTo>
                  <a:cubicBezTo>
                    <a:pt x="3141358" y="312426"/>
                    <a:pt x="3326226" y="294401"/>
                    <a:pt x="3501387" y="231084"/>
                  </a:cubicBezTo>
                  <a:cubicBezTo>
                    <a:pt x="3582729" y="201505"/>
                    <a:pt x="3669617" y="171002"/>
                    <a:pt x="3741715" y="132642"/>
                  </a:cubicBezTo>
                  <a:cubicBezTo>
                    <a:pt x="3759277" y="123399"/>
                    <a:pt x="3776377" y="108610"/>
                    <a:pt x="3794864" y="97518"/>
                  </a:cubicBezTo>
                  <a:lnTo>
                    <a:pt x="3790705" y="16638"/>
                  </a:lnTo>
                  <a:cubicBezTo>
                    <a:pt x="3772680" y="55922"/>
                    <a:pt x="3670541" y="89198"/>
                    <a:pt x="3621551" y="109534"/>
                  </a:cubicBezTo>
                  <a:cubicBezTo>
                    <a:pt x="3518025" y="152978"/>
                    <a:pt x="3410340" y="188103"/>
                    <a:pt x="3295260" y="215833"/>
                  </a:cubicBezTo>
                  <a:cubicBezTo>
                    <a:pt x="3104385" y="262049"/>
                    <a:pt x="2898720" y="286082"/>
                    <a:pt x="2696290" y="279612"/>
                  </a:cubicBezTo>
                  <a:cubicBezTo>
                    <a:pt x="2429619" y="271755"/>
                    <a:pt x="2179124" y="225538"/>
                    <a:pt x="1920772" y="188103"/>
                  </a:cubicBezTo>
                  <a:cubicBezTo>
                    <a:pt x="1719266" y="158986"/>
                    <a:pt x="1515912" y="101677"/>
                    <a:pt x="1308861" y="100753"/>
                  </a:cubicBezTo>
                  <a:cubicBezTo>
                    <a:pt x="1155421" y="100291"/>
                    <a:pt x="1018157" y="124323"/>
                    <a:pt x="871187" y="148818"/>
                  </a:cubicBezTo>
                  <a:cubicBezTo>
                    <a:pt x="736696" y="171464"/>
                    <a:pt x="624389" y="182094"/>
                    <a:pt x="486201" y="171464"/>
                  </a:cubicBezTo>
                  <a:cubicBezTo>
                    <a:pt x="312426" y="158062"/>
                    <a:pt x="140037" y="97055"/>
                    <a:pt x="40209" y="0"/>
                  </a:cubicBezTo>
                  <a:lnTo>
                    <a:pt x="32352" y="177473"/>
                  </a:lnTo>
                  <a:cubicBezTo>
                    <a:pt x="111845" y="171002"/>
                    <a:pt x="202430" y="241252"/>
                    <a:pt x="268058" y="262049"/>
                  </a:cubicBezTo>
                  <a:cubicBezTo>
                    <a:pt x="395154" y="302258"/>
                    <a:pt x="507461" y="261587"/>
                    <a:pt x="635019" y="268982"/>
                  </a:cubicBezTo>
                  <a:cubicBezTo>
                    <a:pt x="874422" y="282847"/>
                    <a:pt x="818038" y="461706"/>
                    <a:pt x="783838" y="573551"/>
                  </a:cubicBezTo>
                  <a:cubicBezTo>
                    <a:pt x="763964" y="637792"/>
                    <a:pt x="740856" y="714512"/>
                    <a:pt x="676152" y="766737"/>
                  </a:cubicBezTo>
                  <a:cubicBezTo>
                    <a:pt x="598508" y="830054"/>
                    <a:pt x="458933" y="879044"/>
                    <a:pt x="335996" y="882279"/>
                  </a:cubicBezTo>
                  <a:cubicBezTo>
                    <a:pt x="219992" y="885515"/>
                    <a:pt x="87812" y="855474"/>
                    <a:pt x="6008" y="798165"/>
                  </a:cubicBezTo>
                  <a:lnTo>
                    <a:pt x="0" y="938664"/>
                  </a:lnTo>
                  <a:cubicBezTo>
                    <a:pt x="38822" y="938664"/>
                    <a:pt x="63317" y="946983"/>
                    <a:pt x="102139" y="951605"/>
                  </a:cubicBezTo>
                  <a:cubicBezTo>
                    <a:pt x="208438" y="964545"/>
                    <a:pt x="302258" y="968705"/>
                    <a:pt x="408557" y="951605"/>
                  </a:cubicBezTo>
                  <a:cubicBezTo>
                    <a:pt x="618843" y="918328"/>
                    <a:pt x="794930" y="830054"/>
                    <a:pt x="952529" y="734386"/>
                  </a:cubicBezTo>
                  <a:cubicBezTo>
                    <a:pt x="1117523" y="634095"/>
                    <a:pt x="1289912" y="538888"/>
                    <a:pt x="1505282" y="489898"/>
                  </a:cubicBezTo>
                  <a:cubicBezTo>
                    <a:pt x="1630530" y="461706"/>
                    <a:pt x="1759937" y="465866"/>
                    <a:pt x="1862076" y="527796"/>
                  </a:cubicBezTo>
                  <a:cubicBezTo>
                    <a:pt x="1994256" y="608214"/>
                    <a:pt x="2040935" y="728839"/>
                    <a:pt x="2135680" y="825895"/>
                  </a:cubicBezTo>
                  <a:cubicBezTo>
                    <a:pt x="2222105" y="914631"/>
                    <a:pt x="2351512" y="1001519"/>
                    <a:pt x="2482768" y="1061139"/>
                  </a:cubicBezTo>
                  <a:cubicBezTo>
                    <a:pt x="2693979" y="1156807"/>
                    <a:pt x="2992078" y="1142018"/>
                    <a:pt x="3215305" y="1072231"/>
                  </a:cubicBezTo>
                  <a:cubicBezTo>
                    <a:pt x="3328074" y="1036644"/>
                    <a:pt x="3448700" y="985343"/>
                    <a:pt x="3520336" y="916480"/>
                  </a:cubicBezTo>
                  <a:cubicBezTo>
                    <a:pt x="3571637" y="867028"/>
                    <a:pt x="3597980" y="812030"/>
                    <a:pt x="3631719" y="757032"/>
                  </a:cubicBezTo>
                  <a:cubicBezTo>
                    <a:pt x="3677935" y="681236"/>
                    <a:pt x="3736169" y="622541"/>
                    <a:pt x="3819359" y="564770"/>
                  </a:cubicBezTo>
                  <a:lnTo>
                    <a:pt x="3813351" y="445530"/>
                  </a:lnTo>
                  <a:close/>
                  <a:moveTo>
                    <a:pt x="1679520" y="326753"/>
                  </a:moveTo>
                  <a:cubicBezTo>
                    <a:pt x="1651327" y="424271"/>
                    <a:pt x="1459528" y="413641"/>
                    <a:pt x="1351380" y="444606"/>
                  </a:cubicBezTo>
                  <a:cubicBezTo>
                    <a:pt x="1298693" y="459858"/>
                    <a:pt x="1257098" y="485277"/>
                    <a:pt x="1211805" y="509772"/>
                  </a:cubicBezTo>
                  <a:cubicBezTo>
                    <a:pt x="1183151" y="535191"/>
                    <a:pt x="1111053" y="545821"/>
                    <a:pt x="1064836" y="538426"/>
                  </a:cubicBezTo>
                  <a:cubicBezTo>
                    <a:pt x="986267" y="526410"/>
                    <a:pt x="992738" y="478806"/>
                    <a:pt x="998746" y="434900"/>
                  </a:cubicBezTo>
                  <a:cubicBezTo>
                    <a:pt x="1013997" y="314737"/>
                    <a:pt x="1092104" y="181170"/>
                    <a:pt x="1294996" y="164532"/>
                  </a:cubicBezTo>
                  <a:cubicBezTo>
                    <a:pt x="1431797" y="153440"/>
                    <a:pt x="1714182" y="205665"/>
                    <a:pt x="1679520" y="326753"/>
                  </a:cubicBezTo>
                  <a:close/>
                  <a:moveTo>
                    <a:pt x="2370461" y="389608"/>
                  </a:moveTo>
                  <a:cubicBezTo>
                    <a:pt x="2353361" y="463555"/>
                    <a:pt x="2272019" y="499142"/>
                    <a:pt x="2272019" y="578173"/>
                  </a:cubicBezTo>
                  <a:cubicBezTo>
                    <a:pt x="2272019" y="609600"/>
                    <a:pt x="2295590" y="644725"/>
                    <a:pt x="2292817" y="675228"/>
                  </a:cubicBezTo>
                  <a:cubicBezTo>
                    <a:pt x="2288195" y="726067"/>
                    <a:pt x="2248911" y="709428"/>
                    <a:pt x="2215635" y="679388"/>
                  </a:cubicBezTo>
                  <a:cubicBezTo>
                    <a:pt x="2127823" y="657666"/>
                    <a:pt x="2145848" y="556913"/>
                    <a:pt x="2094547" y="506074"/>
                  </a:cubicBezTo>
                  <a:cubicBezTo>
                    <a:pt x="2051565" y="463555"/>
                    <a:pt x="1948502" y="467714"/>
                    <a:pt x="1951737" y="385448"/>
                  </a:cubicBezTo>
                  <a:cubicBezTo>
                    <a:pt x="1954048" y="323056"/>
                    <a:pt x="2027995" y="300872"/>
                    <a:pt x="2078833" y="299947"/>
                  </a:cubicBezTo>
                  <a:cubicBezTo>
                    <a:pt x="2130596" y="299485"/>
                    <a:pt x="2158326" y="335996"/>
                    <a:pt x="2205005" y="340156"/>
                  </a:cubicBezTo>
                  <a:cubicBezTo>
                    <a:pt x="2261852" y="345240"/>
                    <a:pt x="2399116" y="268520"/>
                    <a:pt x="2370461" y="389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2;p2"/>
          <p:cNvSpPr txBox="1"/>
          <p:nvPr>
            <p:ph type="ctrTitle"/>
          </p:nvPr>
        </p:nvSpPr>
        <p:spPr>
          <a:xfrm>
            <a:off x="827550" y="886700"/>
            <a:ext cx="4522200" cy="21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6400">
                <a:latin typeface="Anybody"/>
                <a:ea typeface="Anybody"/>
                <a:cs typeface="Anybody"/>
                <a:sym typeface="Anybod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27550" y="3721675"/>
            <a:ext cx="2226300" cy="6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4" name="Google Shape;14;p2"/>
          <p:cNvGrpSpPr/>
          <p:nvPr/>
        </p:nvGrpSpPr>
        <p:grpSpPr>
          <a:xfrm>
            <a:off x="216450" y="264900"/>
            <a:ext cx="8518525" cy="4671000"/>
            <a:chOff x="216450" y="264900"/>
            <a:chExt cx="8518525" cy="4671000"/>
          </a:xfrm>
        </p:grpSpPr>
        <p:sp>
          <p:nvSpPr>
            <p:cNvPr id="15" name="Google Shape;15;p2"/>
            <p:cNvSpPr/>
            <p:nvPr/>
          </p:nvSpPr>
          <p:spPr>
            <a:xfrm>
              <a:off x="2423575" y="3562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16450" y="218402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375250" y="48294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369050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628475" y="3714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-123105" y="30257"/>
            <a:ext cx="9689197" cy="3520507"/>
          </a:xfrm>
          <a:custGeom>
            <a:rect b="b" l="l" r="r" t="t"/>
            <a:pathLst>
              <a:path extrusionOk="0" h="1381946" w="3803414">
                <a:moveTo>
                  <a:pt x="3742408" y="374425"/>
                </a:moveTo>
                <a:cubicBezTo>
                  <a:pt x="3707745" y="410936"/>
                  <a:pt x="3591741" y="445599"/>
                  <a:pt x="3537205" y="468245"/>
                </a:cubicBezTo>
                <a:cubicBezTo>
                  <a:pt x="3381917" y="532949"/>
                  <a:pt x="3344943" y="692859"/>
                  <a:pt x="3240493" y="815333"/>
                </a:cubicBezTo>
                <a:cubicBezTo>
                  <a:pt x="3137892" y="936422"/>
                  <a:pt x="3019115" y="1014990"/>
                  <a:pt x="2861515" y="959992"/>
                </a:cubicBezTo>
                <a:cubicBezTo>
                  <a:pt x="2733032" y="915162"/>
                  <a:pt x="2710386" y="775587"/>
                  <a:pt x="2645683" y="667902"/>
                </a:cubicBezTo>
                <a:cubicBezTo>
                  <a:pt x="2585139" y="566687"/>
                  <a:pt x="2483924" y="438204"/>
                  <a:pt x="2501948" y="312494"/>
                </a:cubicBezTo>
                <a:cubicBezTo>
                  <a:pt x="2513965" y="229766"/>
                  <a:pt x="2592071" y="158130"/>
                  <a:pt x="2660472" y="116535"/>
                </a:cubicBezTo>
                <a:cubicBezTo>
                  <a:pt x="2727949" y="75402"/>
                  <a:pt x="2815298" y="115611"/>
                  <a:pt x="2888783" y="122081"/>
                </a:cubicBezTo>
                <a:cubicBezTo>
                  <a:pt x="3032055" y="135022"/>
                  <a:pt x="3176252" y="135484"/>
                  <a:pt x="3319062" y="148425"/>
                </a:cubicBezTo>
                <a:cubicBezTo>
                  <a:pt x="3441536" y="159517"/>
                  <a:pt x="3553381" y="143341"/>
                  <a:pt x="3673545" y="117459"/>
                </a:cubicBezTo>
                <a:cubicBezTo>
                  <a:pt x="3674007" y="84645"/>
                  <a:pt x="3649974" y="50907"/>
                  <a:pt x="3632412" y="24102"/>
                </a:cubicBezTo>
                <a:cubicBezTo>
                  <a:pt x="3573254" y="65234"/>
                  <a:pt x="3513635" y="52756"/>
                  <a:pt x="3440612" y="49983"/>
                </a:cubicBezTo>
                <a:cubicBezTo>
                  <a:pt x="3261753" y="43512"/>
                  <a:pt x="3082894" y="37967"/>
                  <a:pt x="2905421" y="10236"/>
                </a:cubicBezTo>
                <a:cubicBezTo>
                  <a:pt x="2804668" y="-5477"/>
                  <a:pt x="2723789" y="-5939"/>
                  <a:pt x="2624885" y="29185"/>
                </a:cubicBezTo>
                <a:cubicBezTo>
                  <a:pt x="2578206" y="45823"/>
                  <a:pt x="2475143" y="80948"/>
                  <a:pt x="2445102" y="124854"/>
                </a:cubicBezTo>
                <a:cubicBezTo>
                  <a:pt x="2417834" y="164138"/>
                  <a:pt x="2432623" y="233001"/>
                  <a:pt x="2414136" y="279218"/>
                </a:cubicBezTo>
                <a:cubicBezTo>
                  <a:pt x="2386868" y="347619"/>
                  <a:pt x="2338803" y="406315"/>
                  <a:pt x="2267629" y="427574"/>
                </a:cubicBezTo>
                <a:cubicBezTo>
                  <a:pt x="2127592" y="469632"/>
                  <a:pt x="1975076" y="452531"/>
                  <a:pt x="1832266" y="476564"/>
                </a:cubicBezTo>
                <a:cubicBezTo>
                  <a:pt x="1695464" y="499673"/>
                  <a:pt x="1566520" y="518622"/>
                  <a:pt x="1427407" y="511689"/>
                </a:cubicBezTo>
                <a:cubicBezTo>
                  <a:pt x="1253169" y="502908"/>
                  <a:pt x="1094184" y="496437"/>
                  <a:pt x="927341" y="428961"/>
                </a:cubicBezTo>
                <a:cubicBezTo>
                  <a:pt x="839067" y="393374"/>
                  <a:pt x="768817" y="350392"/>
                  <a:pt x="676383" y="326359"/>
                </a:cubicBezTo>
                <a:cubicBezTo>
                  <a:pt x="596428" y="305562"/>
                  <a:pt x="525716" y="256572"/>
                  <a:pt x="461475" y="205271"/>
                </a:cubicBezTo>
                <a:cubicBezTo>
                  <a:pt x="325598" y="97124"/>
                  <a:pt x="225307" y="-18418"/>
                  <a:pt x="38129" y="75864"/>
                </a:cubicBezTo>
                <a:cubicBezTo>
                  <a:pt x="37667" y="107292"/>
                  <a:pt x="22415" y="139644"/>
                  <a:pt x="17331" y="170147"/>
                </a:cubicBezTo>
                <a:cubicBezTo>
                  <a:pt x="98673" y="54142"/>
                  <a:pt x="290473" y="113762"/>
                  <a:pt x="298792" y="252412"/>
                </a:cubicBezTo>
                <a:cubicBezTo>
                  <a:pt x="303414" y="327284"/>
                  <a:pt x="268289" y="356863"/>
                  <a:pt x="204972" y="385517"/>
                </a:cubicBezTo>
                <a:cubicBezTo>
                  <a:pt x="137495" y="416020"/>
                  <a:pt x="76489" y="458077"/>
                  <a:pt x="7164" y="483959"/>
                </a:cubicBezTo>
                <a:cubicBezTo>
                  <a:pt x="-3928" y="520008"/>
                  <a:pt x="693" y="566225"/>
                  <a:pt x="2542" y="604123"/>
                </a:cubicBezTo>
                <a:cubicBezTo>
                  <a:pt x="89430" y="523705"/>
                  <a:pt x="233626" y="432658"/>
                  <a:pt x="354714" y="419255"/>
                </a:cubicBezTo>
                <a:cubicBezTo>
                  <a:pt x="453618" y="408163"/>
                  <a:pt x="509078" y="448372"/>
                  <a:pt x="569160" y="526478"/>
                </a:cubicBezTo>
                <a:cubicBezTo>
                  <a:pt x="603361" y="571309"/>
                  <a:pt x="616764" y="623996"/>
                  <a:pt x="643107" y="672524"/>
                </a:cubicBezTo>
                <a:cubicBezTo>
                  <a:pt x="668064" y="718740"/>
                  <a:pt x="702265" y="760336"/>
                  <a:pt x="729071" y="805628"/>
                </a:cubicBezTo>
                <a:cubicBezTo>
                  <a:pt x="791463" y="910540"/>
                  <a:pt x="816883" y="1037174"/>
                  <a:pt x="886208" y="1137927"/>
                </a:cubicBezTo>
                <a:cubicBezTo>
                  <a:pt x="949063" y="1228974"/>
                  <a:pt x="1036413" y="1281661"/>
                  <a:pt x="1131619" y="1332038"/>
                </a:cubicBezTo>
                <a:cubicBezTo>
                  <a:pt x="1304932" y="1423085"/>
                  <a:pt x="1556352" y="1385187"/>
                  <a:pt x="1701473" y="1253931"/>
                </a:cubicBezTo>
                <a:cubicBezTo>
                  <a:pt x="1787436" y="1176287"/>
                  <a:pt x="1876172" y="1089862"/>
                  <a:pt x="1930708" y="987260"/>
                </a:cubicBezTo>
                <a:cubicBezTo>
                  <a:pt x="1968144" y="916548"/>
                  <a:pt x="2008352" y="809788"/>
                  <a:pt x="2079064" y="764495"/>
                </a:cubicBezTo>
                <a:cubicBezTo>
                  <a:pt x="2275024" y="639247"/>
                  <a:pt x="2435858" y="819493"/>
                  <a:pt x="2548165" y="959068"/>
                </a:cubicBezTo>
                <a:cubicBezTo>
                  <a:pt x="2647994" y="1083391"/>
                  <a:pt x="2732570" y="1128684"/>
                  <a:pt x="2888321" y="1153641"/>
                </a:cubicBezTo>
                <a:cubicBezTo>
                  <a:pt x="2935462" y="1161036"/>
                  <a:pt x="3041299" y="1194774"/>
                  <a:pt x="3087978" y="1182295"/>
                </a:cubicBezTo>
                <a:cubicBezTo>
                  <a:pt x="3115708" y="1174901"/>
                  <a:pt x="3146211" y="1130995"/>
                  <a:pt x="3166546" y="1111584"/>
                </a:cubicBezTo>
                <a:cubicBezTo>
                  <a:pt x="3209990" y="1069064"/>
                  <a:pt x="3255283" y="1027007"/>
                  <a:pt x="3293180" y="978941"/>
                </a:cubicBezTo>
                <a:cubicBezTo>
                  <a:pt x="3424436" y="812099"/>
                  <a:pt x="3510862" y="452994"/>
                  <a:pt x="3803414" y="530638"/>
                </a:cubicBezTo>
                <a:cubicBezTo>
                  <a:pt x="3778919" y="485345"/>
                  <a:pt x="3775222" y="411399"/>
                  <a:pt x="3742408" y="374425"/>
                </a:cubicBezTo>
                <a:close/>
                <a:moveTo>
                  <a:pt x="1860459" y="959530"/>
                </a:moveTo>
                <a:cubicBezTo>
                  <a:pt x="1798990" y="1061207"/>
                  <a:pt x="1708405" y="1119440"/>
                  <a:pt x="1613199" y="1185068"/>
                </a:cubicBezTo>
                <a:cubicBezTo>
                  <a:pt x="1541100" y="1234520"/>
                  <a:pt x="1464842" y="1322795"/>
                  <a:pt x="1378417" y="1295064"/>
                </a:cubicBezTo>
                <a:cubicBezTo>
                  <a:pt x="1272118" y="1253469"/>
                  <a:pt x="1170441" y="1219269"/>
                  <a:pt x="1070613" y="1160111"/>
                </a:cubicBezTo>
                <a:cubicBezTo>
                  <a:pt x="976331" y="1104189"/>
                  <a:pt x="913014" y="997890"/>
                  <a:pt x="860326" y="901759"/>
                </a:cubicBezTo>
                <a:cubicBezTo>
                  <a:pt x="818269" y="825039"/>
                  <a:pt x="727222" y="656348"/>
                  <a:pt x="785917" y="570847"/>
                </a:cubicBezTo>
                <a:cubicBezTo>
                  <a:pt x="868183" y="450683"/>
                  <a:pt x="1073848" y="609669"/>
                  <a:pt x="1170903" y="636012"/>
                </a:cubicBezTo>
                <a:cubicBezTo>
                  <a:pt x="1242540" y="655423"/>
                  <a:pt x="1315562" y="638785"/>
                  <a:pt x="1389047" y="639710"/>
                </a:cubicBezTo>
                <a:cubicBezTo>
                  <a:pt x="1460221" y="640634"/>
                  <a:pt x="1527235" y="642945"/>
                  <a:pt x="1595636" y="619836"/>
                </a:cubicBezTo>
                <a:cubicBezTo>
                  <a:pt x="1647399" y="602274"/>
                  <a:pt x="1688994" y="586560"/>
                  <a:pt x="1743068" y="575930"/>
                </a:cubicBezTo>
                <a:cubicBezTo>
                  <a:pt x="1801301" y="564838"/>
                  <a:pt x="1887726" y="513076"/>
                  <a:pt x="1942724" y="554671"/>
                </a:cubicBezTo>
                <a:cubicBezTo>
                  <a:pt x="2045788" y="632315"/>
                  <a:pt x="1908524" y="880037"/>
                  <a:pt x="1860459" y="95953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3"/>
          <p:cNvGrpSpPr/>
          <p:nvPr/>
        </p:nvGrpSpPr>
        <p:grpSpPr>
          <a:xfrm>
            <a:off x="-156012" y="3778211"/>
            <a:ext cx="9456023" cy="1614743"/>
            <a:chOff x="-156012" y="3778211"/>
            <a:chExt cx="9456023" cy="1614743"/>
          </a:xfrm>
        </p:grpSpPr>
        <p:sp>
          <p:nvSpPr>
            <p:cNvPr id="23" name="Google Shape;23;p3"/>
            <p:cNvSpPr/>
            <p:nvPr/>
          </p:nvSpPr>
          <p:spPr>
            <a:xfrm>
              <a:off x="3724546" y="4242023"/>
              <a:ext cx="607074" cy="528768"/>
            </a:xfrm>
            <a:custGeom>
              <a:rect b="b" l="l" r="r" t="t"/>
              <a:pathLst>
                <a:path extrusionOk="0" h="133950" w="153787">
                  <a:moveTo>
                    <a:pt x="60922" y="129993"/>
                  </a:moveTo>
                  <a:cubicBezTo>
                    <a:pt x="66930" y="114280"/>
                    <a:pt x="49368" y="102263"/>
                    <a:pt x="37352" y="98104"/>
                  </a:cubicBezTo>
                  <a:cubicBezTo>
                    <a:pt x="31343" y="95793"/>
                    <a:pt x="16554" y="99490"/>
                    <a:pt x="18402" y="87936"/>
                  </a:cubicBezTo>
                  <a:cubicBezTo>
                    <a:pt x="19789" y="76844"/>
                    <a:pt x="31343" y="85163"/>
                    <a:pt x="36889" y="87474"/>
                  </a:cubicBezTo>
                  <a:cubicBezTo>
                    <a:pt x="41049" y="80541"/>
                    <a:pt x="14243" y="57895"/>
                    <a:pt x="31343" y="55584"/>
                  </a:cubicBezTo>
                  <a:cubicBezTo>
                    <a:pt x="40587" y="54198"/>
                    <a:pt x="41511" y="67601"/>
                    <a:pt x="42897" y="74071"/>
                  </a:cubicBezTo>
                  <a:cubicBezTo>
                    <a:pt x="45208" y="84701"/>
                    <a:pt x="44284" y="81466"/>
                    <a:pt x="51679" y="87936"/>
                  </a:cubicBezTo>
                  <a:cubicBezTo>
                    <a:pt x="54914" y="90709"/>
                    <a:pt x="58611" y="100415"/>
                    <a:pt x="62308" y="101339"/>
                  </a:cubicBezTo>
                  <a:cubicBezTo>
                    <a:pt x="71552" y="103650"/>
                    <a:pt x="74325" y="87012"/>
                    <a:pt x="74787" y="81466"/>
                  </a:cubicBezTo>
                  <a:cubicBezTo>
                    <a:pt x="75249" y="68063"/>
                    <a:pt x="68317" y="68987"/>
                    <a:pt x="61384" y="59744"/>
                  </a:cubicBezTo>
                  <a:cubicBezTo>
                    <a:pt x="55376" y="51887"/>
                    <a:pt x="56300" y="42644"/>
                    <a:pt x="46132" y="38484"/>
                  </a:cubicBezTo>
                  <a:cubicBezTo>
                    <a:pt x="34116" y="33863"/>
                    <a:pt x="9622" y="49114"/>
                    <a:pt x="1764" y="38946"/>
                  </a:cubicBezTo>
                  <a:cubicBezTo>
                    <a:pt x="-1933" y="33863"/>
                    <a:pt x="378" y="20460"/>
                    <a:pt x="6848" y="19073"/>
                  </a:cubicBezTo>
                  <a:cubicBezTo>
                    <a:pt x="14243" y="17687"/>
                    <a:pt x="14705" y="28316"/>
                    <a:pt x="20713" y="28316"/>
                  </a:cubicBezTo>
                  <a:cubicBezTo>
                    <a:pt x="33654" y="28316"/>
                    <a:pt x="26722" y="7519"/>
                    <a:pt x="36889" y="1973"/>
                  </a:cubicBezTo>
                  <a:cubicBezTo>
                    <a:pt x="53990" y="-7271"/>
                    <a:pt x="43822" y="18611"/>
                    <a:pt x="40125" y="25081"/>
                  </a:cubicBezTo>
                  <a:cubicBezTo>
                    <a:pt x="47519" y="32476"/>
                    <a:pt x="61384" y="27854"/>
                    <a:pt x="68317" y="38022"/>
                  </a:cubicBezTo>
                  <a:cubicBezTo>
                    <a:pt x="71090" y="42181"/>
                    <a:pt x="69241" y="50038"/>
                    <a:pt x="71552" y="52811"/>
                  </a:cubicBezTo>
                  <a:cubicBezTo>
                    <a:pt x="75711" y="57433"/>
                    <a:pt x="84493" y="51425"/>
                    <a:pt x="86803" y="47265"/>
                  </a:cubicBezTo>
                  <a:cubicBezTo>
                    <a:pt x="91425" y="39871"/>
                    <a:pt x="81258" y="1048"/>
                    <a:pt x="98358" y="2435"/>
                  </a:cubicBezTo>
                  <a:cubicBezTo>
                    <a:pt x="110836" y="3359"/>
                    <a:pt x="94660" y="21846"/>
                    <a:pt x="100668" y="29241"/>
                  </a:cubicBezTo>
                  <a:cubicBezTo>
                    <a:pt x="104366" y="33400"/>
                    <a:pt x="108988" y="28316"/>
                    <a:pt x="111299" y="34787"/>
                  </a:cubicBezTo>
                  <a:cubicBezTo>
                    <a:pt x="114071" y="42181"/>
                    <a:pt x="105752" y="47728"/>
                    <a:pt x="101131" y="50963"/>
                  </a:cubicBezTo>
                  <a:cubicBezTo>
                    <a:pt x="95123" y="56047"/>
                    <a:pt x="80795" y="70374"/>
                    <a:pt x="93736" y="73609"/>
                  </a:cubicBezTo>
                  <a:cubicBezTo>
                    <a:pt x="108525" y="77306"/>
                    <a:pt x="129785" y="54198"/>
                    <a:pt x="135793" y="43568"/>
                  </a:cubicBezTo>
                  <a:cubicBezTo>
                    <a:pt x="139029" y="37560"/>
                    <a:pt x="137642" y="14913"/>
                    <a:pt x="144112" y="14913"/>
                  </a:cubicBezTo>
                  <a:cubicBezTo>
                    <a:pt x="159826" y="14913"/>
                    <a:pt x="147809" y="41719"/>
                    <a:pt x="146423" y="47265"/>
                  </a:cubicBezTo>
                  <a:cubicBezTo>
                    <a:pt x="144574" y="53736"/>
                    <a:pt x="145961" y="54198"/>
                    <a:pt x="140415" y="59282"/>
                  </a:cubicBezTo>
                  <a:cubicBezTo>
                    <a:pt x="135331" y="63903"/>
                    <a:pt x="127937" y="64828"/>
                    <a:pt x="127937" y="73609"/>
                  </a:cubicBezTo>
                  <a:cubicBezTo>
                    <a:pt x="136255" y="75458"/>
                    <a:pt x="150583" y="72684"/>
                    <a:pt x="153356" y="84239"/>
                  </a:cubicBezTo>
                  <a:cubicBezTo>
                    <a:pt x="156591" y="98566"/>
                    <a:pt x="140877" y="99028"/>
                    <a:pt x="132096" y="93944"/>
                  </a:cubicBezTo>
                  <a:cubicBezTo>
                    <a:pt x="121928" y="88398"/>
                    <a:pt x="120542" y="85163"/>
                    <a:pt x="108525" y="87936"/>
                  </a:cubicBezTo>
                  <a:cubicBezTo>
                    <a:pt x="102517" y="89323"/>
                    <a:pt x="96509" y="91171"/>
                    <a:pt x="90963" y="94406"/>
                  </a:cubicBezTo>
                  <a:cubicBezTo>
                    <a:pt x="84493" y="98104"/>
                    <a:pt x="80795" y="101339"/>
                    <a:pt x="78947" y="108734"/>
                  </a:cubicBezTo>
                  <a:cubicBezTo>
                    <a:pt x="77560" y="114742"/>
                    <a:pt x="81258" y="124447"/>
                    <a:pt x="78947" y="129531"/>
                  </a:cubicBezTo>
                  <a:cubicBezTo>
                    <a:pt x="76636" y="134615"/>
                    <a:pt x="66930" y="136002"/>
                    <a:pt x="60922" y="1299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4739627" y="4226852"/>
              <a:ext cx="692301" cy="695226"/>
            </a:xfrm>
            <a:custGeom>
              <a:rect b="b" l="l" r="r" t="t"/>
              <a:pathLst>
                <a:path extrusionOk="0" h="176118" w="175377">
                  <a:moveTo>
                    <a:pt x="62594" y="172652"/>
                  </a:moveTo>
                  <a:cubicBezTo>
                    <a:pt x="62594" y="152779"/>
                    <a:pt x="62131" y="143536"/>
                    <a:pt x="43644" y="134292"/>
                  </a:cubicBezTo>
                  <a:cubicBezTo>
                    <a:pt x="33015" y="129209"/>
                    <a:pt x="-8580" y="125511"/>
                    <a:pt x="1587" y="104714"/>
                  </a:cubicBezTo>
                  <a:cubicBezTo>
                    <a:pt x="7596" y="104714"/>
                    <a:pt x="32553" y="134292"/>
                    <a:pt x="36250" y="113957"/>
                  </a:cubicBezTo>
                  <a:cubicBezTo>
                    <a:pt x="38561" y="101016"/>
                    <a:pt x="16377" y="96857"/>
                    <a:pt x="10369" y="89462"/>
                  </a:cubicBezTo>
                  <a:cubicBezTo>
                    <a:pt x="6209" y="84378"/>
                    <a:pt x="-4883" y="58959"/>
                    <a:pt x="11293" y="63581"/>
                  </a:cubicBezTo>
                  <a:cubicBezTo>
                    <a:pt x="19612" y="65892"/>
                    <a:pt x="18225" y="80219"/>
                    <a:pt x="24696" y="84840"/>
                  </a:cubicBezTo>
                  <a:cubicBezTo>
                    <a:pt x="34864" y="91311"/>
                    <a:pt x="44107" y="88076"/>
                    <a:pt x="46880" y="102865"/>
                  </a:cubicBezTo>
                  <a:cubicBezTo>
                    <a:pt x="48266" y="109798"/>
                    <a:pt x="45955" y="124587"/>
                    <a:pt x="53350" y="129209"/>
                  </a:cubicBezTo>
                  <a:cubicBezTo>
                    <a:pt x="70912" y="139376"/>
                    <a:pt x="68602" y="112570"/>
                    <a:pt x="67215" y="105176"/>
                  </a:cubicBezTo>
                  <a:cubicBezTo>
                    <a:pt x="65829" y="97781"/>
                    <a:pt x="64442" y="98705"/>
                    <a:pt x="70450" y="91773"/>
                  </a:cubicBezTo>
                  <a:cubicBezTo>
                    <a:pt x="73685" y="87614"/>
                    <a:pt x="77845" y="83454"/>
                    <a:pt x="81081" y="79757"/>
                  </a:cubicBezTo>
                  <a:cubicBezTo>
                    <a:pt x="88013" y="71438"/>
                    <a:pt x="106037" y="56648"/>
                    <a:pt x="86164" y="50178"/>
                  </a:cubicBezTo>
                  <a:cubicBezTo>
                    <a:pt x="74148" y="46480"/>
                    <a:pt x="62131" y="57573"/>
                    <a:pt x="50577" y="46943"/>
                  </a:cubicBezTo>
                  <a:cubicBezTo>
                    <a:pt x="45955" y="42783"/>
                    <a:pt x="42720" y="34926"/>
                    <a:pt x="48729" y="30305"/>
                  </a:cubicBezTo>
                  <a:cubicBezTo>
                    <a:pt x="54737" y="26145"/>
                    <a:pt x="59358" y="32615"/>
                    <a:pt x="64442" y="34926"/>
                  </a:cubicBezTo>
                  <a:cubicBezTo>
                    <a:pt x="81543" y="43245"/>
                    <a:pt x="75534" y="27532"/>
                    <a:pt x="76459" y="15515"/>
                  </a:cubicBezTo>
                  <a:cubicBezTo>
                    <a:pt x="76921" y="11356"/>
                    <a:pt x="78770" y="2574"/>
                    <a:pt x="82929" y="726"/>
                  </a:cubicBezTo>
                  <a:cubicBezTo>
                    <a:pt x="93097" y="-3434"/>
                    <a:pt x="90786" y="11356"/>
                    <a:pt x="91248" y="17826"/>
                  </a:cubicBezTo>
                  <a:cubicBezTo>
                    <a:pt x="92172" y="35851"/>
                    <a:pt x="103264" y="26607"/>
                    <a:pt x="112046" y="37699"/>
                  </a:cubicBezTo>
                  <a:cubicBezTo>
                    <a:pt x="120827" y="49254"/>
                    <a:pt x="112508" y="66354"/>
                    <a:pt x="104189" y="75135"/>
                  </a:cubicBezTo>
                  <a:cubicBezTo>
                    <a:pt x="99105" y="80681"/>
                    <a:pt x="71837" y="94546"/>
                    <a:pt x="89861" y="101016"/>
                  </a:cubicBezTo>
                  <a:cubicBezTo>
                    <a:pt x="101415" y="105176"/>
                    <a:pt x="106962" y="91773"/>
                    <a:pt x="115743" y="89462"/>
                  </a:cubicBezTo>
                  <a:cubicBezTo>
                    <a:pt x="124524" y="87151"/>
                    <a:pt x="127297" y="92697"/>
                    <a:pt x="136078" y="89462"/>
                  </a:cubicBezTo>
                  <a:cubicBezTo>
                    <a:pt x="144859" y="85765"/>
                    <a:pt x="161497" y="70051"/>
                    <a:pt x="171665" y="79295"/>
                  </a:cubicBezTo>
                  <a:cubicBezTo>
                    <a:pt x="178136" y="85303"/>
                    <a:pt x="175362" y="96395"/>
                    <a:pt x="169355" y="101479"/>
                  </a:cubicBezTo>
                  <a:cubicBezTo>
                    <a:pt x="161497" y="108873"/>
                    <a:pt x="150406" y="105176"/>
                    <a:pt x="141162" y="108411"/>
                  </a:cubicBezTo>
                  <a:cubicBezTo>
                    <a:pt x="136078" y="110260"/>
                    <a:pt x="130532" y="117192"/>
                    <a:pt x="126373" y="113033"/>
                  </a:cubicBezTo>
                  <a:cubicBezTo>
                    <a:pt x="123138" y="136141"/>
                    <a:pt x="104189" y="118579"/>
                    <a:pt x="91710" y="122738"/>
                  </a:cubicBezTo>
                  <a:cubicBezTo>
                    <a:pt x="82005" y="125973"/>
                    <a:pt x="79232" y="139839"/>
                    <a:pt x="78307" y="148620"/>
                  </a:cubicBezTo>
                  <a:cubicBezTo>
                    <a:pt x="77383" y="157401"/>
                    <a:pt x="88475" y="167569"/>
                    <a:pt x="82929" y="174039"/>
                  </a:cubicBezTo>
                  <a:cubicBezTo>
                    <a:pt x="80618" y="176350"/>
                    <a:pt x="67678" y="177736"/>
                    <a:pt x="62594" y="1726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156012" y="3829436"/>
              <a:ext cx="9456023" cy="1563518"/>
            </a:xfrm>
            <a:custGeom>
              <a:rect b="b" l="l" r="r" t="t"/>
              <a:pathLst>
                <a:path extrusionOk="0" h="396078" w="2395446">
                  <a:moveTo>
                    <a:pt x="2395418" y="0"/>
                  </a:moveTo>
                  <a:cubicBezTo>
                    <a:pt x="2397267" y="1386"/>
                    <a:pt x="2308530" y="44830"/>
                    <a:pt x="2262313" y="61931"/>
                  </a:cubicBezTo>
                  <a:cubicBezTo>
                    <a:pt x="2203618" y="84115"/>
                    <a:pt x="2140301" y="90585"/>
                    <a:pt x="2078371" y="98904"/>
                  </a:cubicBezTo>
                  <a:cubicBezTo>
                    <a:pt x="1966064" y="113693"/>
                    <a:pt x="1850059" y="111382"/>
                    <a:pt x="1740064" y="140961"/>
                  </a:cubicBezTo>
                  <a:cubicBezTo>
                    <a:pt x="1646243" y="165919"/>
                    <a:pt x="1579229" y="232471"/>
                    <a:pt x="1482636" y="252344"/>
                  </a:cubicBezTo>
                  <a:cubicBezTo>
                    <a:pt x="1390665" y="271293"/>
                    <a:pt x="1291298" y="256503"/>
                    <a:pt x="1198402" y="246798"/>
                  </a:cubicBezTo>
                  <a:cubicBezTo>
                    <a:pt x="1079163" y="234319"/>
                    <a:pt x="962234" y="219992"/>
                    <a:pt x="846692" y="185792"/>
                  </a:cubicBezTo>
                  <a:cubicBezTo>
                    <a:pt x="761653" y="160372"/>
                    <a:pt x="677539" y="127096"/>
                    <a:pt x="586954" y="138188"/>
                  </a:cubicBezTo>
                  <a:cubicBezTo>
                    <a:pt x="553677" y="142348"/>
                    <a:pt x="519015" y="154364"/>
                    <a:pt x="484815" y="153440"/>
                  </a:cubicBezTo>
                  <a:cubicBezTo>
                    <a:pt x="450152" y="152516"/>
                    <a:pt x="415951" y="134029"/>
                    <a:pt x="385911" y="119239"/>
                  </a:cubicBezTo>
                  <a:cubicBezTo>
                    <a:pt x="326291" y="90123"/>
                    <a:pt x="270831" y="56385"/>
                    <a:pt x="205203" y="44368"/>
                  </a:cubicBezTo>
                  <a:cubicBezTo>
                    <a:pt x="138651" y="32352"/>
                    <a:pt x="67939" y="22646"/>
                    <a:pt x="0" y="22646"/>
                  </a:cubicBezTo>
                  <a:lnTo>
                    <a:pt x="2311" y="388683"/>
                  </a:lnTo>
                  <a:lnTo>
                    <a:pt x="2392646" y="396078"/>
                  </a:lnTo>
                  <a:lnTo>
                    <a:pt x="2395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17901" y="3778211"/>
              <a:ext cx="1320869" cy="733410"/>
            </a:xfrm>
            <a:custGeom>
              <a:rect b="b" l="l" r="r" t="t"/>
              <a:pathLst>
                <a:path extrusionOk="0" h="185791" w="334609">
                  <a:moveTo>
                    <a:pt x="87812" y="169154"/>
                  </a:moveTo>
                  <a:cubicBezTo>
                    <a:pt x="85039" y="165456"/>
                    <a:pt x="0" y="85501"/>
                    <a:pt x="0" y="85501"/>
                  </a:cubicBezTo>
                  <a:lnTo>
                    <a:pt x="12941" y="71174"/>
                  </a:lnTo>
                  <a:lnTo>
                    <a:pt x="86426" y="136802"/>
                  </a:lnTo>
                  <a:lnTo>
                    <a:pt x="28192" y="38822"/>
                  </a:lnTo>
                  <a:lnTo>
                    <a:pt x="48990" y="27268"/>
                  </a:lnTo>
                  <a:lnTo>
                    <a:pt x="100753" y="120164"/>
                  </a:lnTo>
                  <a:lnTo>
                    <a:pt x="86426" y="6470"/>
                  </a:lnTo>
                  <a:lnTo>
                    <a:pt x="116004" y="0"/>
                  </a:lnTo>
                  <a:lnTo>
                    <a:pt x="135416" y="117391"/>
                  </a:lnTo>
                  <a:lnTo>
                    <a:pt x="146970" y="7857"/>
                  </a:lnTo>
                  <a:lnTo>
                    <a:pt x="166381" y="6470"/>
                  </a:lnTo>
                  <a:lnTo>
                    <a:pt x="163608" y="120164"/>
                  </a:lnTo>
                  <a:lnTo>
                    <a:pt x="217681" y="18487"/>
                  </a:lnTo>
                  <a:lnTo>
                    <a:pt x="262974" y="41595"/>
                  </a:lnTo>
                  <a:lnTo>
                    <a:pt x="202892" y="142348"/>
                  </a:lnTo>
                  <a:lnTo>
                    <a:pt x="290704" y="70250"/>
                  </a:lnTo>
                  <a:lnTo>
                    <a:pt x="305031" y="80417"/>
                  </a:lnTo>
                  <a:lnTo>
                    <a:pt x="228773" y="151129"/>
                  </a:lnTo>
                  <a:lnTo>
                    <a:pt x="329526" y="122937"/>
                  </a:lnTo>
                  <a:lnTo>
                    <a:pt x="334610" y="157599"/>
                  </a:lnTo>
                  <a:lnTo>
                    <a:pt x="241714" y="185792"/>
                  </a:lnTo>
                  <a:lnTo>
                    <a:pt x="87812" y="16915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" name="Google Shape;27;p3"/>
          <p:cNvSpPr txBox="1"/>
          <p:nvPr>
            <p:ph type="title"/>
          </p:nvPr>
        </p:nvSpPr>
        <p:spPr>
          <a:xfrm>
            <a:off x="948950" y="1354250"/>
            <a:ext cx="3152100" cy="12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948950" y="2700450"/>
            <a:ext cx="2547600" cy="6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hasCustomPrompt="1" idx="2" type="title"/>
          </p:nvPr>
        </p:nvSpPr>
        <p:spPr>
          <a:xfrm>
            <a:off x="948950" y="660925"/>
            <a:ext cx="702000" cy="54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grpSp>
        <p:nvGrpSpPr>
          <p:cNvPr id="30" name="Google Shape;30;p3"/>
          <p:cNvGrpSpPr/>
          <p:nvPr/>
        </p:nvGrpSpPr>
        <p:grpSpPr>
          <a:xfrm>
            <a:off x="314675" y="264900"/>
            <a:ext cx="8549075" cy="4615600"/>
            <a:chOff x="314675" y="264900"/>
            <a:chExt cx="8549075" cy="4615600"/>
          </a:xfrm>
        </p:grpSpPr>
        <p:grpSp>
          <p:nvGrpSpPr>
            <p:cNvPr id="31" name="Google Shape;31;p3"/>
            <p:cNvGrpSpPr/>
            <p:nvPr/>
          </p:nvGrpSpPr>
          <p:grpSpPr>
            <a:xfrm>
              <a:off x="314675" y="264900"/>
              <a:ext cx="8549075" cy="4615600"/>
              <a:chOff x="314675" y="264900"/>
              <a:chExt cx="8549075" cy="4615600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314675" y="1958075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560375" y="4743700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5369050" y="26490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8757250" y="2303225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>
              <a:off x="3292850" y="1839125"/>
              <a:ext cx="3152163" cy="2283800"/>
              <a:chOff x="3292850" y="1839125"/>
              <a:chExt cx="3152163" cy="2283800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3292850" y="4016425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6308213" y="1839125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4"/>
          <p:cNvGrpSpPr/>
          <p:nvPr/>
        </p:nvGrpSpPr>
        <p:grpSpPr>
          <a:xfrm>
            <a:off x="-1002597" y="-238407"/>
            <a:ext cx="10690299" cy="3084457"/>
            <a:chOff x="-1002597" y="-238407"/>
            <a:chExt cx="10690299" cy="3084457"/>
          </a:xfrm>
        </p:grpSpPr>
        <p:sp>
          <p:nvSpPr>
            <p:cNvPr id="41" name="Google Shape;41;p4"/>
            <p:cNvSpPr/>
            <p:nvPr/>
          </p:nvSpPr>
          <p:spPr>
            <a:xfrm rot="8986330">
              <a:off x="-887589" y="477657"/>
              <a:ext cx="3201619" cy="1321584"/>
            </a:xfrm>
            <a:custGeom>
              <a:rect b="b" l="l" r="r" t="t"/>
              <a:pathLst>
                <a:path extrusionOk="0" h="733155" w="1776113">
                  <a:moveTo>
                    <a:pt x="1386968" y="65954"/>
                  </a:moveTo>
                  <a:cubicBezTo>
                    <a:pt x="1266804" y="130657"/>
                    <a:pt x="1164202" y="224940"/>
                    <a:pt x="1041728" y="285021"/>
                  </a:cubicBezTo>
                  <a:cubicBezTo>
                    <a:pt x="937278" y="336322"/>
                    <a:pt x="822198" y="361741"/>
                    <a:pt x="716361" y="409807"/>
                  </a:cubicBezTo>
                  <a:cubicBezTo>
                    <a:pt x="623465" y="452326"/>
                    <a:pt x="536578" y="512408"/>
                    <a:pt x="436287" y="531357"/>
                  </a:cubicBezTo>
                  <a:cubicBezTo>
                    <a:pt x="360029" y="545684"/>
                    <a:pt x="281923" y="535055"/>
                    <a:pt x="204279" y="539676"/>
                  </a:cubicBezTo>
                  <a:cubicBezTo>
                    <a:pt x="127096" y="544298"/>
                    <a:pt x="43906" y="568331"/>
                    <a:pt x="0" y="632110"/>
                  </a:cubicBezTo>
                  <a:cubicBezTo>
                    <a:pt x="8319" y="638118"/>
                    <a:pt x="24495" y="649210"/>
                    <a:pt x="32352" y="655218"/>
                  </a:cubicBezTo>
                  <a:cubicBezTo>
                    <a:pt x="115542" y="581734"/>
                    <a:pt x="244025" y="595136"/>
                    <a:pt x="348475" y="632572"/>
                  </a:cubicBezTo>
                  <a:cubicBezTo>
                    <a:pt x="452925" y="670008"/>
                    <a:pt x="553216" y="728241"/>
                    <a:pt x="664136" y="732863"/>
                  </a:cubicBezTo>
                  <a:cubicBezTo>
                    <a:pt x="808795" y="738871"/>
                    <a:pt x="941437" y="651521"/>
                    <a:pt x="1043114" y="548457"/>
                  </a:cubicBezTo>
                  <a:cubicBezTo>
                    <a:pt x="1144791" y="445394"/>
                    <a:pt x="1226595" y="322919"/>
                    <a:pt x="1336129" y="228175"/>
                  </a:cubicBezTo>
                  <a:cubicBezTo>
                    <a:pt x="1445663" y="133430"/>
                    <a:pt x="1595405" y="66878"/>
                    <a:pt x="1734518" y="106625"/>
                  </a:cubicBezTo>
                  <a:cubicBezTo>
                    <a:pt x="1745148" y="82130"/>
                    <a:pt x="1765483" y="64567"/>
                    <a:pt x="1776113" y="40072"/>
                  </a:cubicBezTo>
                  <a:cubicBezTo>
                    <a:pt x="1660109" y="-30639"/>
                    <a:pt x="1506669" y="1250"/>
                    <a:pt x="1386968" y="65954"/>
                  </a:cubicBezTo>
                  <a:close/>
                  <a:moveTo>
                    <a:pt x="1058828" y="456948"/>
                  </a:moveTo>
                  <a:cubicBezTo>
                    <a:pt x="1020468" y="523962"/>
                    <a:pt x="961773" y="577112"/>
                    <a:pt x="892910" y="611312"/>
                  </a:cubicBezTo>
                  <a:cubicBezTo>
                    <a:pt x="818963" y="648286"/>
                    <a:pt x="758419" y="685721"/>
                    <a:pt x="670607" y="667697"/>
                  </a:cubicBezTo>
                  <a:cubicBezTo>
                    <a:pt x="633171" y="659840"/>
                    <a:pt x="592500" y="637194"/>
                    <a:pt x="588803" y="598834"/>
                  </a:cubicBezTo>
                  <a:cubicBezTo>
                    <a:pt x="586030" y="570179"/>
                    <a:pt x="605441" y="543836"/>
                    <a:pt x="626238" y="523500"/>
                  </a:cubicBezTo>
                  <a:cubicBezTo>
                    <a:pt x="723293" y="427369"/>
                    <a:pt x="861020" y="382539"/>
                    <a:pt x="996897" y="366825"/>
                  </a:cubicBezTo>
                  <a:cubicBezTo>
                    <a:pt x="1022317" y="364052"/>
                    <a:pt x="1052358" y="364052"/>
                    <a:pt x="1067147" y="384850"/>
                  </a:cubicBezTo>
                  <a:cubicBezTo>
                    <a:pt x="1081937" y="406110"/>
                    <a:pt x="1071768" y="434764"/>
                    <a:pt x="1058828" y="4569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 flipH="1" rot="5108635">
              <a:off x="7467221" y="695677"/>
              <a:ext cx="2894782" cy="1305815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277800" y="203775"/>
            <a:ext cx="8152975" cy="4715075"/>
            <a:chOff x="277800" y="203775"/>
            <a:chExt cx="8152975" cy="4715075"/>
          </a:xfrm>
        </p:grpSpPr>
        <p:sp>
          <p:nvSpPr>
            <p:cNvPr id="44" name="Google Shape;44;p4"/>
            <p:cNvSpPr/>
            <p:nvPr/>
          </p:nvSpPr>
          <p:spPr>
            <a:xfrm>
              <a:off x="8293975" y="4711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2322550" y="20377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277800" y="28791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2042175" y="47972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6917950" y="47820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  <p:sp>
        <p:nvSpPr>
          <p:cNvPr id="49" name="Google Shape;49;p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" type="body"/>
          </p:nvPr>
        </p:nvSpPr>
        <p:spPr>
          <a:xfrm>
            <a:off x="1069350" y="1160525"/>
            <a:ext cx="70053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subTitle"/>
          </p:nvPr>
        </p:nvSpPr>
        <p:spPr>
          <a:xfrm>
            <a:off x="1305288" y="1437425"/>
            <a:ext cx="3042600" cy="28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" name="Google Shape;54;p5"/>
          <p:cNvSpPr txBox="1"/>
          <p:nvPr>
            <p:ph idx="2" type="subTitle"/>
          </p:nvPr>
        </p:nvSpPr>
        <p:spPr>
          <a:xfrm>
            <a:off x="4796112" y="1437425"/>
            <a:ext cx="3042600" cy="28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55" name="Google Shape;55;p5"/>
          <p:cNvGrpSpPr/>
          <p:nvPr/>
        </p:nvGrpSpPr>
        <p:grpSpPr>
          <a:xfrm>
            <a:off x="-353177" y="-173407"/>
            <a:ext cx="9787404" cy="6327994"/>
            <a:chOff x="-353177" y="-173407"/>
            <a:chExt cx="9787404" cy="6327994"/>
          </a:xfrm>
        </p:grpSpPr>
        <p:sp>
          <p:nvSpPr>
            <p:cNvPr id="56" name="Google Shape;56;p5"/>
            <p:cNvSpPr/>
            <p:nvPr/>
          </p:nvSpPr>
          <p:spPr>
            <a:xfrm flipH="1" rot="-2909113">
              <a:off x="6277024" y="3856740"/>
              <a:ext cx="3202192" cy="1321821"/>
            </a:xfrm>
            <a:custGeom>
              <a:rect b="b" l="l" r="r" t="t"/>
              <a:pathLst>
                <a:path extrusionOk="0" h="733155" w="1776113">
                  <a:moveTo>
                    <a:pt x="1386968" y="65954"/>
                  </a:moveTo>
                  <a:cubicBezTo>
                    <a:pt x="1266804" y="130657"/>
                    <a:pt x="1164202" y="224940"/>
                    <a:pt x="1041728" y="285021"/>
                  </a:cubicBezTo>
                  <a:cubicBezTo>
                    <a:pt x="937278" y="336322"/>
                    <a:pt x="822198" y="361741"/>
                    <a:pt x="716361" y="409807"/>
                  </a:cubicBezTo>
                  <a:cubicBezTo>
                    <a:pt x="623465" y="452326"/>
                    <a:pt x="536578" y="512408"/>
                    <a:pt x="436287" y="531357"/>
                  </a:cubicBezTo>
                  <a:cubicBezTo>
                    <a:pt x="360029" y="545684"/>
                    <a:pt x="281923" y="535055"/>
                    <a:pt x="204279" y="539676"/>
                  </a:cubicBezTo>
                  <a:cubicBezTo>
                    <a:pt x="127096" y="544298"/>
                    <a:pt x="43906" y="568331"/>
                    <a:pt x="0" y="632110"/>
                  </a:cubicBezTo>
                  <a:cubicBezTo>
                    <a:pt x="8319" y="638118"/>
                    <a:pt x="24495" y="649210"/>
                    <a:pt x="32352" y="655218"/>
                  </a:cubicBezTo>
                  <a:cubicBezTo>
                    <a:pt x="115542" y="581734"/>
                    <a:pt x="244025" y="595136"/>
                    <a:pt x="348475" y="632572"/>
                  </a:cubicBezTo>
                  <a:cubicBezTo>
                    <a:pt x="452925" y="670008"/>
                    <a:pt x="553216" y="728241"/>
                    <a:pt x="664136" y="732863"/>
                  </a:cubicBezTo>
                  <a:cubicBezTo>
                    <a:pt x="808795" y="738871"/>
                    <a:pt x="941437" y="651521"/>
                    <a:pt x="1043114" y="548457"/>
                  </a:cubicBezTo>
                  <a:cubicBezTo>
                    <a:pt x="1144791" y="445394"/>
                    <a:pt x="1226595" y="322919"/>
                    <a:pt x="1336129" y="228175"/>
                  </a:cubicBezTo>
                  <a:cubicBezTo>
                    <a:pt x="1445663" y="133430"/>
                    <a:pt x="1595405" y="66878"/>
                    <a:pt x="1734518" y="106625"/>
                  </a:cubicBezTo>
                  <a:cubicBezTo>
                    <a:pt x="1745148" y="82130"/>
                    <a:pt x="1765483" y="64567"/>
                    <a:pt x="1776113" y="40072"/>
                  </a:cubicBezTo>
                  <a:cubicBezTo>
                    <a:pt x="1660109" y="-30639"/>
                    <a:pt x="1506669" y="1250"/>
                    <a:pt x="1386968" y="65954"/>
                  </a:cubicBezTo>
                  <a:close/>
                  <a:moveTo>
                    <a:pt x="1058828" y="456948"/>
                  </a:moveTo>
                  <a:cubicBezTo>
                    <a:pt x="1020468" y="523962"/>
                    <a:pt x="961773" y="577112"/>
                    <a:pt x="892910" y="611312"/>
                  </a:cubicBezTo>
                  <a:cubicBezTo>
                    <a:pt x="818963" y="648286"/>
                    <a:pt x="758419" y="685721"/>
                    <a:pt x="670607" y="667697"/>
                  </a:cubicBezTo>
                  <a:cubicBezTo>
                    <a:pt x="633171" y="659840"/>
                    <a:pt x="592500" y="637194"/>
                    <a:pt x="588803" y="598834"/>
                  </a:cubicBezTo>
                  <a:cubicBezTo>
                    <a:pt x="586030" y="570179"/>
                    <a:pt x="605441" y="543836"/>
                    <a:pt x="626238" y="523500"/>
                  </a:cubicBezTo>
                  <a:cubicBezTo>
                    <a:pt x="723293" y="427369"/>
                    <a:pt x="861020" y="382539"/>
                    <a:pt x="996897" y="366825"/>
                  </a:cubicBezTo>
                  <a:cubicBezTo>
                    <a:pt x="1022317" y="364052"/>
                    <a:pt x="1052358" y="364052"/>
                    <a:pt x="1067147" y="384850"/>
                  </a:cubicBezTo>
                  <a:cubicBezTo>
                    <a:pt x="1081937" y="406110"/>
                    <a:pt x="1071768" y="434764"/>
                    <a:pt x="1058828" y="4569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 rot="-5108635">
              <a:off x="-1027477" y="671152"/>
              <a:ext cx="2894782" cy="1305815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" name="Google Shape;58;p5"/>
          <p:cNvGrpSpPr/>
          <p:nvPr/>
        </p:nvGrpSpPr>
        <p:grpSpPr>
          <a:xfrm>
            <a:off x="576425" y="264900"/>
            <a:ext cx="8332325" cy="4567450"/>
            <a:chOff x="576425" y="264900"/>
            <a:chExt cx="8332325" cy="4567450"/>
          </a:xfrm>
        </p:grpSpPr>
        <p:sp>
          <p:nvSpPr>
            <p:cNvPr id="59" name="Google Shape;59;p5"/>
            <p:cNvSpPr/>
            <p:nvPr/>
          </p:nvSpPr>
          <p:spPr>
            <a:xfrm>
              <a:off x="8771950" y="7200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576425" y="3237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939250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665450" y="33068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4095525" y="47258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6"/>
          <p:cNvGrpSpPr/>
          <p:nvPr/>
        </p:nvGrpSpPr>
        <p:grpSpPr>
          <a:xfrm>
            <a:off x="-55598" y="3214071"/>
            <a:ext cx="9280090" cy="2035621"/>
            <a:chOff x="-55598" y="3214071"/>
            <a:chExt cx="9280090" cy="2035621"/>
          </a:xfrm>
        </p:grpSpPr>
        <p:sp>
          <p:nvSpPr>
            <p:cNvPr id="66" name="Google Shape;66;p6"/>
            <p:cNvSpPr/>
            <p:nvPr/>
          </p:nvSpPr>
          <p:spPr>
            <a:xfrm>
              <a:off x="6445430" y="4530760"/>
              <a:ext cx="697792" cy="543125"/>
            </a:xfrm>
            <a:custGeom>
              <a:rect b="b" l="l" r="r" t="t"/>
              <a:pathLst>
                <a:path extrusionOk="0" h="246595" w="316818">
                  <a:moveTo>
                    <a:pt x="182472" y="244610"/>
                  </a:moveTo>
                  <a:cubicBezTo>
                    <a:pt x="167682" y="215493"/>
                    <a:pt x="154741" y="193771"/>
                    <a:pt x="117768" y="191922"/>
                  </a:cubicBezTo>
                  <a:cubicBezTo>
                    <a:pt x="85878" y="190536"/>
                    <a:pt x="53989" y="203939"/>
                    <a:pt x="22099" y="193771"/>
                  </a:cubicBezTo>
                  <a:cubicBezTo>
                    <a:pt x="12856" y="190536"/>
                    <a:pt x="-6555" y="186376"/>
                    <a:pt x="2226" y="173436"/>
                  </a:cubicBezTo>
                  <a:cubicBezTo>
                    <a:pt x="10545" y="161419"/>
                    <a:pt x="30418" y="173436"/>
                    <a:pt x="40124" y="174822"/>
                  </a:cubicBezTo>
                  <a:cubicBezTo>
                    <a:pt x="77559" y="179444"/>
                    <a:pt x="60459" y="163730"/>
                    <a:pt x="50291" y="142008"/>
                  </a:cubicBezTo>
                  <a:cubicBezTo>
                    <a:pt x="70627" y="139697"/>
                    <a:pt x="87265" y="143857"/>
                    <a:pt x="96970" y="162806"/>
                  </a:cubicBezTo>
                  <a:cubicBezTo>
                    <a:pt x="106676" y="160495"/>
                    <a:pt x="132557" y="161419"/>
                    <a:pt x="139490" y="157260"/>
                  </a:cubicBezTo>
                  <a:cubicBezTo>
                    <a:pt x="152431" y="149403"/>
                    <a:pt x="139952" y="138311"/>
                    <a:pt x="134406" y="126757"/>
                  </a:cubicBezTo>
                  <a:cubicBezTo>
                    <a:pt x="161212" y="126757"/>
                    <a:pt x="164909" y="129530"/>
                    <a:pt x="185244" y="145243"/>
                  </a:cubicBezTo>
                  <a:cubicBezTo>
                    <a:pt x="209740" y="107808"/>
                    <a:pt x="140414" y="35709"/>
                    <a:pt x="194026" y="6131"/>
                  </a:cubicBezTo>
                  <a:cubicBezTo>
                    <a:pt x="255032" y="-27145"/>
                    <a:pt x="228226" y="84699"/>
                    <a:pt x="226378" y="110119"/>
                  </a:cubicBezTo>
                  <a:cubicBezTo>
                    <a:pt x="253183" y="123059"/>
                    <a:pt x="277678" y="75918"/>
                    <a:pt x="306333" y="104572"/>
                  </a:cubicBezTo>
                  <a:cubicBezTo>
                    <a:pt x="339147" y="137849"/>
                    <a:pt x="286459" y="142470"/>
                    <a:pt x="264275" y="149403"/>
                  </a:cubicBezTo>
                  <a:cubicBezTo>
                    <a:pt x="243940" y="155873"/>
                    <a:pt x="213437" y="169276"/>
                    <a:pt x="208353" y="193309"/>
                  </a:cubicBezTo>
                  <a:cubicBezTo>
                    <a:pt x="204656" y="210409"/>
                    <a:pt x="223605" y="221501"/>
                    <a:pt x="217596" y="237677"/>
                  </a:cubicBezTo>
                  <a:cubicBezTo>
                    <a:pt x="205580" y="238139"/>
                    <a:pt x="194488" y="251542"/>
                    <a:pt x="182472" y="2446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2114149" y="4477272"/>
              <a:ext cx="776828" cy="577447"/>
            </a:xfrm>
            <a:custGeom>
              <a:rect b="b" l="l" r="r" t="t"/>
              <a:pathLst>
                <a:path extrusionOk="0" h="262178" w="352703">
                  <a:moveTo>
                    <a:pt x="121088" y="248969"/>
                  </a:moveTo>
                  <a:cubicBezTo>
                    <a:pt x="125248" y="232794"/>
                    <a:pt x="126172" y="227247"/>
                    <a:pt x="116004" y="215693"/>
                  </a:cubicBezTo>
                  <a:cubicBezTo>
                    <a:pt x="112307" y="211534"/>
                    <a:pt x="105837" y="211996"/>
                    <a:pt x="102601" y="206450"/>
                  </a:cubicBezTo>
                  <a:cubicBezTo>
                    <a:pt x="99366" y="201366"/>
                    <a:pt x="103064" y="193971"/>
                    <a:pt x="99366" y="188888"/>
                  </a:cubicBezTo>
                  <a:cubicBezTo>
                    <a:pt x="92896" y="180106"/>
                    <a:pt x="68401" y="171787"/>
                    <a:pt x="58233" y="172249"/>
                  </a:cubicBezTo>
                  <a:cubicBezTo>
                    <a:pt x="48990" y="172712"/>
                    <a:pt x="41133" y="179644"/>
                    <a:pt x="30503" y="178720"/>
                  </a:cubicBezTo>
                  <a:cubicBezTo>
                    <a:pt x="20336" y="177795"/>
                    <a:pt x="9706" y="172712"/>
                    <a:pt x="0" y="169939"/>
                  </a:cubicBezTo>
                  <a:cubicBezTo>
                    <a:pt x="12016" y="147292"/>
                    <a:pt x="38360" y="170401"/>
                    <a:pt x="49452" y="155149"/>
                  </a:cubicBezTo>
                  <a:cubicBezTo>
                    <a:pt x="63317" y="135738"/>
                    <a:pt x="11092" y="121873"/>
                    <a:pt x="4160" y="103848"/>
                  </a:cubicBezTo>
                  <a:cubicBezTo>
                    <a:pt x="-6933" y="72883"/>
                    <a:pt x="17100" y="58094"/>
                    <a:pt x="33738" y="86748"/>
                  </a:cubicBezTo>
                  <a:cubicBezTo>
                    <a:pt x="39284" y="95992"/>
                    <a:pt x="36973" y="102924"/>
                    <a:pt x="47603" y="105235"/>
                  </a:cubicBezTo>
                  <a:cubicBezTo>
                    <a:pt x="57309" y="107084"/>
                    <a:pt x="64242" y="93681"/>
                    <a:pt x="74409" y="96454"/>
                  </a:cubicBezTo>
                  <a:cubicBezTo>
                    <a:pt x="74409" y="108470"/>
                    <a:pt x="71174" y="120487"/>
                    <a:pt x="71174" y="132503"/>
                  </a:cubicBezTo>
                  <a:cubicBezTo>
                    <a:pt x="70712" y="152838"/>
                    <a:pt x="71174" y="146830"/>
                    <a:pt x="86426" y="153301"/>
                  </a:cubicBezTo>
                  <a:cubicBezTo>
                    <a:pt x="91972" y="155611"/>
                    <a:pt x="94745" y="152838"/>
                    <a:pt x="100291" y="156998"/>
                  </a:cubicBezTo>
                  <a:cubicBezTo>
                    <a:pt x="106761" y="162082"/>
                    <a:pt x="107685" y="174560"/>
                    <a:pt x="114156" y="180106"/>
                  </a:cubicBezTo>
                  <a:cubicBezTo>
                    <a:pt x="128483" y="192585"/>
                    <a:pt x="134953" y="188888"/>
                    <a:pt x="139113" y="172712"/>
                  </a:cubicBezTo>
                  <a:cubicBezTo>
                    <a:pt x="141424" y="164393"/>
                    <a:pt x="141886" y="150990"/>
                    <a:pt x="136802" y="143595"/>
                  </a:cubicBezTo>
                  <a:cubicBezTo>
                    <a:pt x="132642" y="137587"/>
                    <a:pt x="125710" y="137587"/>
                    <a:pt x="122013" y="132503"/>
                  </a:cubicBezTo>
                  <a:cubicBezTo>
                    <a:pt x="112769" y="119100"/>
                    <a:pt x="122013" y="105235"/>
                    <a:pt x="117853" y="90446"/>
                  </a:cubicBezTo>
                  <a:cubicBezTo>
                    <a:pt x="112307" y="68724"/>
                    <a:pt x="92896" y="54396"/>
                    <a:pt x="104912" y="28977"/>
                  </a:cubicBezTo>
                  <a:cubicBezTo>
                    <a:pt x="110458" y="16499"/>
                    <a:pt x="130332" y="-4299"/>
                    <a:pt x="143734" y="785"/>
                  </a:cubicBezTo>
                  <a:cubicBezTo>
                    <a:pt x="143734" y="12339"/>
                    <a:pt x="125248" y="35910"/>
                    <a:pt x="134953" y="47002"/>
                  </a:cubicBezTo>
                  <a:cubicBezTo>
                    <a:pt x="145121" y="58556"/>
                    <a:pt x="158986" y="38221"/>
                    <a:pt x="169616" y="41918"/>
                  </a:cubicBezTo>
                  <a:cubicBezTo>
                    <a:pt x="189027" y="48850"/>
                    <a:pt x="164532" y="73808"/>
                    <a:pt x="157137" y="81202"/>
                  </a:cubicBezTo>
                  <a:cubicBezTo>
                    <a:pt x="152978" y="85362"/>
                    <a:pt x="139113" y="91832"/>
                    <a:pt x="139575" y="99689"/>
                  </a:cubicBezTo>
                  <a:cubicBezTo>
                    <a:pt x="140037" y="104311"/>
                    <a:pt x="146507" y="104311"/>
                    <a:pt x="147432" y="107084"/>
                  </a:cubicBezTo>
                  <a:cubicBezTo>
                    <a:pt x="149280" y="110781"/>
                    <a:pt x="156213" y="111243"/>
                    <a:pt x="158524" y="117251"/>
                  </a:cubicBezTo>
                  <a:cubicBezTo>
                    <a:pt x="161759" y="126033"/>
                    <a:pt x="152053" y="137587"/>
                    <a:pt x="152978" y="146830"/>
                  </a:cubicBezTo>
                  <a:cubicBezTo>
                    <a:pt x="154364" y="157922"/>
                    <a:pt x="166381" y="173636"/>
                    <a:pt x="180708" y="167628"/>
                  </a:cubicBezTo>
                  <a:cubicBezTo>
                    <a:pt x="200581" y="159771"/>
                    <a:pt x="183481" y="125570"/>
                    <a:pt x="187178" y="112167"/>
                  </a:cubicBezTo>
                  <a:cubicBezTo>
                    <a:pt x="191338" y="96454"/>
                    <a:pt x="218606" y="83513"/>
                    <a:pt x="233395" y="84437"/>
                  </a:cubicBezTo>
                  <a:cubicBezTo>
                    <a:pt x="234319" y="100613"/>
                    <a:pt x="220454" y="116789"/>
                    <a:pt x="219530" y="133889"/>
                  </a:cubicBezTo>
                  <a:cubicBezTo>
                    <a:pt x="226000" y="135738"/>
                    <a:pt x="232933" y="135276"/>
                    <a:pt x="239865" y="133427"/>
                  </a:cubicBezTo>
                  <a:cubicBezTo>
                    <a:pt x="223690" y="160695"/>
                    <a:pt x="230160" y="187963"/>
                    <a:pt x="261587" y="161157"/>
                  </a:cubicBezTo>
                  <a:cubicBezTo>
                    <a:pt x="279612" y="145906"/>
                    <a:pt x="293477" y="116789"/>
                    <a:pt x="318434" y="111243"/>
                  </a:cubicBezTo>
                  <a:cubicBezTo>
                    <a:pt x="346626" y="104773"/>
                    <a:pt x="356794" y="129730"/>
                    <a:pt x="351248" y="153763"/>
                  </a:cubicBezTo>
                  <a:cubicBezTo>
                    <a:pt x="347088" y="171325"/>
                    <a:pt x="336921" y="183804"/>
                    <a:pt x="318434" y="182879"/>
                  </a:cubicBezTo>
                  <a:cubicBezTo>
                    <a:pt x="310577" y="182417"/>
                    <a:pt x="302258" y="172712"/>
                    <a:pt x="297637" y="172712"/>
                  </a:cubicBezTo>
                  <a:cubicBezTo>
                    <a:pt x="278688" y="172712"/>
                    <a:pt x="269444" y="207374"/>
                    <a:pt x="244949" y="208298"/>
                  </a:cubicBezTo>
                  <a:cubicBezTo>
                    <a:pt x="222303" y="209223"/>
                    <a:pt x="197808" y="177795"/>
                    <a:pt x="178397" y="187963"/>
                  </a:cubicBezTo>
                  <a:cubicBezTo>
                    <a:pt x="154364" y="200904"/>
                    <a:pt x="161297" y="228172"/>
                    <a:pt x="164532" y="247121"/>
                  </a:cubicBezTo>
                  <a:cubicBezTo>
                    <a:pt x="168229" y="267918"/>
                    <a:pt x="161297" y="262835"/>
                    <a:pt x="142348" y="257288"/>
                  </a:cubicBezTo>
                  <a:cubicBezTo>
                    <a:pt x="137264" y="254978"/>
                    <a:pt x="128483" y="252204"/>
                    <a:pt x="121088" y="248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8578151" y="3486438"/>
              <a:ext cx="214125" cy="1195123"/>
            </a:xfrm>
            <a:custGeom>
              <a:rect b="b" l="l" r="r" t="t"/>
              <a:pathLst>
                <a:path extrusionOk="0" h="542621" w="97219">
                  <a:moveTo>
                    <a:pt x="41647" y="56847"/>
                  </a:moveTo>
                  <a:cubicBezTo>
                    <a:pt x="49967" y="82266"/>
                    <a:pt x="45807" y="113231"/>
                    <a:pt x="53202" y="140499"/>
                  </a:cubicBezTo>
                  <a:cubicBezTo>
                    <a:pt x="63832" y="179321"/>
                    <a:pt x="86940" y="212597"/>
                    <a:pt x="92486" y="253268"/>
                  </a:cubicBezTo>
                  <a:cubicBezTo>
                    <a:pt x="97108" y="290242"/>
                    <a:pt x="73999" y="309653"/>
                    <a:pt x="67991" y="342929"/>
                  </a:cubicBezTo>
                  <a:cubicBezTo>
                    <a:pt x="62907" y="370197"/>
                    <a:pt x="82781" y="383138"/>
                    <a:pt x="92486" y="405322"/>
                  </a:cubicBezTo>
                  <a:cubicBezTo>
                    <a:pt x="107738" y="441371"/>
                    <a:pt x="81856" y="461706"/>
                    <a:pt x="74924" y="493596"/>
                  </a:cubicBezTo>
                  <a:cubicBezTo>
                    <a:pt x="71226" y="509772"/>
                    <a:pt x="79083" y="514856"/>
                    <a:pt x="85091" y="531031"/>
                  </a:cubicBezTo>
                  <a:cubicBezTo>
                    <a:pt x="68916" y="540737"/>
                    <a:pt x="20388" y="549518"/>
                    <a:pt x="6061" y="534729"/>
                  </a:cubicBezTo>
                  <a:cubicBezTo>
                    <a:pt x="-8729" y="519477"/>
                    <a:pt x="7447" y="490823"/>
                    <a:pt x="13455" y="474647"/>
                  </a:cubicBezTo>
                  <a:cubicBezTo>
                    <a:pt x="25010" y="445068"/>
                    <a:pt x="27320" y="432590"/>
                    <a:pt x="18539" y="402086"/>
                  </a:cubicBezTo>
                  <a:cubicBezTo>
                    <a:pt x="6523" y="360491"/>
                    <a:pt x="12069" y="345702"/>
                    <a:pt x="30093" y="306880"/>
                  </a:cubicBezTo>
                  <a:cubicBezTo>
                    <a:pt x="46269" y="271755"/>
                    <a:pt x="48580" y="250957"/>
                    <a:pt x="35639" y="214446"/>
                  </a:cubicBezTo>
                  <a:cubicBezTo>
                    <a:pt x="20850" y="172389"/>
                    <a:pt x="2363" y="138651"/>
                    <a:pt x="12531" y="92434"/>
                  </a:cubicBezTo>
                  <a:cubicBezTo>
                    <a:pt x="19001" y="63317"/>
                    <a:pt x="31942" y="18949"/>
                    <a:pt x="56437" y="0"/>
                  </a:cubicBezTo>
                  <a:cubicBezTo>
                    <a:pt x="45345" y="18949"/>
                    <a:pt x="35177" y="36511"/>
                    <a:pt x="41647" y="568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8789468" y="3214071"/>
              <a:ext cx="224212" cy="1370173"/>
            </a:xfrm>
            <a:custGeom>
              <a:rect b="b" l="l" r="r" t="t"/>
              <a:pathLst>
                <a:path extrusionOk="0" h="622099" w="101799">
                  <a:moveTo>
                    <a:pt x="35106" y="609138"/>
                  </a:moveTo>
                  <a:cubicBezTo>
                    <a:pt x="7838" y="575862"/>
                    <a:pt x="53130" y="553678"/>
                    <a:pt x="37417" y="515780"/>
                  </a:cubicBezTo>
                  <a:cubicBezTo>
                    <a:pt x="27249" y="490823"/>
                    <a:pt x="3216" y="482966"/>
                    <a:pt x="13846" y="454774"/>
                  </a:cubicBezTo>
                  <a:cubicBezTo>
                    <a:pt x="24014" y="427506"/>
                    <a:pt x="45274" y="418724"/>
                    <a:pt x="37417" y="386835"/>
                  </a:cubicBezTo>
                  <a:cubicBezTo>
                    <a:pt x="29098" y="353559"/>
                    <a:pt x="12922" y="335996"/>
                    <a:pt x="26325" y="299947"/>
                  </a:cubicBezTo>
                  <a:cubicBezTo>
                    <a:pt x="38803" y="266671"/>
                    <a:pt x="66533" y="246336"/>
                    <a:pt x="41114" y="212135"/>
                  </a:cubicBezTo>
                  <a:cubicBezTo>
                    <a:pt x="12922" y="173775"/>
                    <a:pt x="-6951" y="149743"/>
                    <a:pt x="2292" y="97980"/>
                  </a:cubicBezTo>
                  <a:cubicBezTo>
                    <a:pt x="9225" y="60544"/>
                    <a:pt x="30946" y="33738"/>
                    <a:pt x="41576" y="0"/>
                  </a:cubicBezTo>
                  <a:cubicBezTo>
                    <a:pt x="27711" y="39746"/>
                    <a:pt x="16619" y="81804"/>
                    <a:pt x="30946" y="123861"/>
                  </a:cubicBezTo>
                  <a:cubicBezTo>
                    <a:pt x="45274" y="166843"/>
                    <a:pt x="95188" y="195497"/>
                    <a:pt x="98423" y="242176"/>
                  </a:cubicBezTo>
                  <a:cubicBezTo>
                    <a:pt x="99810" y="261587"/>
                    <a:pt x="90104" y="275452"/>
                    <a:pt x="85945" y="293939"/>
                  </a:cubicBezTo>
                  <a:cubicBezTo>
                    <a:pt x="80399" y="317972"/>
                    <a:pt x="86407" y="335996"/>
                    <a:pt x="95188" y="358180"/>
                  </a:cubicBezTo>
                  <a:cubicBezTo>
                    <a:pt x="110439" y="398851"/>
                    <a:pt x="76239" y="417800"/>
                    <a:pt x="76701" y="457084"/>
                  </a:cubicBezTo>
                  <a:cubicBezTo>
                    <a:pt x="77163" y="484352"/>
                    <a:pt x="103969" y="500528"/>
                    <a:pt x="101658" y="529183"/>
                  </a:cubicBezTo>
                  <a:cubicBezTo>
                    <a:pt x="100734" y="543048"/>
                    <a:pt x="91953" y="555526"/>
                    <a:pt x="91953" y="569854"/>
                  </a:cubicBezTo>
                  <a:cubicBezTo>
                    <a:pt x="91953" y="579559"/>
                    <a:pt x="98423" y="588802"/>
                    <a:pt x="95188" y="598046"/>
                  </a:cubicBezTo>
                  <a:cubicBezTo>
                    <a:pt x="88255" y="615608"/>
                    <a:pt x="32795" y="635944"/>
                    <a:pt x="35106" y="6091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135254" y="3526224"/>
              <a:ext cx="197384" cy="1085553"/>
            </a:xfrm>
            <a:custGeom>
              <a:rect b="b" l="l" r="r" t="t"/>
              <a:pathLst>
                <a:path extrusionOk="0" h="492873" w="89618">
                  <a:moveTo>
                    <a:pt x="35545" y="0"/>
                  </a:moveTo>
                  <a:cubicBezTo>
                    <a:pt x="23066" y="10630"/>
                    <a:pt x="19369" y="33276"/>
                    <a:pt x="14285" y="48528"/>
                  </a:cubicBezTo>
                  <a:cubicBezTo>
                    <a:pt x="3193" y="81804"/>
                    <a:pt x="-9748" y="117391"/>
                    <a:pt x="11050" y="149280"/>
                  </a:cubicBezTo>
                  <a:cubicBezTo>
                    <a:pt x="24915" y="170540"/>
                    <a:pt x="42477" y="183019"/>
                    <a:pt x="37856" y="210287"/>
                  </a:cubicBezTo>
                  <a:cubicBezTo>
                    <a:pt x="33234" y="236168"/>
                    <a:pt x="9663" y="254193"/>
                    <a:pt x="12898" y="282847"/>
                  </a:cubicBezTo>
                  <a:cubicBezTo>
                    <a:pt x="15209" y="302720"/>
                    <a:pt x="30461" y="316585"/>
                    <a:pt x="31847" y="336921"/>
                  </a:cubicBezTo>
                  <a:cubicBezTo>
                    <a:pt x="33234" y="358180"/>
                    <a:pt x="23991" y="377592"/>
                    <a:pt x="18445" y="397003"/>
                  </a:cubicBezTo>
                  <a:cubicBezTo>
                    <a:pt x="5966" y="437673"/>
                    <a:pt x="16596" y="449228"/>
                    <a:pt x="33696" y="482504"/>
                  </a:cubicBezTo>
                  <a:cubicBezTo>
                    <a:pt x="47561" y="488050"/>
                    <a:pt x="74367" y="494058"/>
                    <a:pt x="89618" y="492671"/>
                  </a:cubicBezTo>
                  <a:cubicBezTo>
                    <a:pt x="78526" y="478344"/>
                    <a:pt x="64199" y="460320"/>
                    <a:pt x="57267" y="442757"/>
                  </a:cubicBezTo>
                  <a:cubicBezTo>
                    <a:pt x="48485" y="421498"/>
                    <a:pt x="56342" y="406246"/>
                    <a:pt x="63275" y="384986"/>
                  </a:cubicBezTo>
                  <a:cubicBezTo>
                    <a:pt x="71132" y="360029"/>
                    <a:pt x="75291" y="339694"/>
                    <a:pt x="63275" y="316123"/>
                  </a:cubicBezTo>
                  <a:cubicBezTo>
                    <a:pt x="54494" y="298561"/>
                    <a:pt x="42015" y="288855"/>
                    <a:pt x="42015" y="268982"/>
                  </a:cubicBezTo>
                  <a:cubicBezTo>
                    <a:pt x="42015" y="241714"/>
                    <a:pt x="63737" y="219530"/>
                    <a:pt x="64661" y="191338"/>
                  </a:cubicBezTo>
                  <a:cubicBezTo>
                    <a:pt x="65123" y="167305"/>
                    <a:pt x="55418" y="154826"/>
                    <a:pt x="42015" y="136340"/>
                  </a:cubicBezTo>
                  <a:cubicBezTo>
                    <a:pt x="26301" y="114156"/>
                    <a:pt x="17058" y="90123"/>
                    <a:pt x="18907" y="62393"/>
                  </a:cubicBezTo>
                  <a:cubicBezTo>
                    <a:pt x="20755" y="41595"/>
                    <a:pt x="29999" y="19873"/>
                    <a:pt x="355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244118" y="3421153"/>
              <a:ext cx="258924" cy="1246959"/>
            </a:xfrm>
            <a:custGeom>
              <a:rect b="b" l="l" r="r" t="t"/>
              <a:pathLst>
                <a:path extrusionOk="0" h="566156" w="117559">
                  <a:moveTo>
                    <a:pt x="50926" y="0"/>
                  </a:moveTo>
                  <a:cubicBezTo>
                    <a:pt x="23196" y="18025"/>
                    <a:pt x="1474" y="52687"/>
                    <a:pt x="88" y="85963"/>
                  </a:cubicBezTo>
                  <a:cubicBezTo>
                    <a:pt x="-1761" y="130332"/>
                    <a:pt x="25969" y="140037"/>
                    <a:pt x="47691" y="171927"/>
                  </a:cubicBezTo>
                  <a:cubicBezTo>
                    <a:pt x="69413" y="204278"/>
                    <a:pt x="51388" y="232471"/>
                    <a:pt x="40296" y="265747"/>
                  </a:cubicBezTo>
                  <a:cubicBezTo>
                    <a:pt x="35213" y="280998"/>
                    <a:pt x="29667" y="296250"/>
                    <a:pt x="37523" y="311964"/>
                  </a:cubicBezTo>
                  <a:cubicBezTo>
                    <a:pt x="43994" y="325366"/>
                    <a:pt x="62943" y="331375"/>
                    <a:pt x="65716" y="347088"/>
                  </a:cubicBezTo>
                  <a:cubicBezTo>
                    <a:pt x="70337" y="372046"/>
                    <a:pt x="36599" y="399776"/>
                    <a:pt x="36137" y="427044"/>
                  </a:cubicBezTo>
                  <a:cubicBezTo>
                    <a:pt x="36137" y="439060"/>
                    <a:pt x="42145" y="449690"/>
                    <a:pt x="41683" y="462168"/>
                  </a:cubicBezTo>
                  <a:cubicBezTo>
                    <a:pt x="41221" y="475109"/>
                    <a:pt x="34750" y="486663"/>
                    <a:pt x="31053" y="498680"/>
                  </a:cubicBezTo>
                  <a:cubicBezTo>
                    <a:pt x="19037" y="538888"/>
                    <a:pt x="61094" y="554140"/>
                    <a:pt x="88824" y="566156"/>
                  </a:cubicBezTo>
                  <a:cubicBezTo>
                    <a:pt x="75421" y="546283"/>
                    <a:pt x="73573" y="530107"/>
                    <a:pt x="84665" y="508385"/>
                  </a:cubicBezTo>
                  <a:cubicBezTo>
                    <a:pt x="91135" y="494982"/>
                    <a:pt x="98067" y="490361"/>
                    <a:pt x="96681" y="474185"/>
                  </a:cubicBezTo>
                  <a:cubicBezTo>
                    <a:pt x="95757" y="460782"/>
                    <a:pt x="84202" y="452001"/>
                    <a:pt x="82354" y="439522"/>
                  </a:cubicBezTo>
                  <a:cubicBezTo>
                    <a:pt x="75883" y="403935"/>
                    <a:pt x="126722" y="379902"/>
                    <a:pt x="116092" y="339232"/>
                  </a:cubicBezTo>
                  <a:cubicBezTo>
                    <a:pt x="107773" y="307804"/>
                    <a:pt x="74035" y="299023"/>
                    <a:pt x="77270" y="262974"/>
                  </a:cubicBezTo>
                  <a:cubicBezTo>
                    <a:pt x="80967" y="223227"/>
                    <a:pt x="109622" y="185792"/>
                    <a:pt x="84665" y="148356"/>
                  </a:cubicBezTo>
                  <a:cubicBezTo>
                    <a:pt x="66640" y="121550"/>
                    <a:pt x="43532" y="105374"/>
                    <a:pt x="38910" y="72098"/>
                  </a:cubicBezTo>
                  <a:cubicBezTo>
                    <a:pt x="34750" y="46217"/>
                    <a:pt x="41221" y="22184"/>
                    <a:pt x="50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505640" y="3624154"/>
              <a:ext cx="157415" cy="1082055"/>
            </a:xfrm>
            <a:custGeom>
              <a:rect b="b" l="l" r="r" t="t"/>
              <a:pathLst>
                <a:path extrusionOk="0" h="491285" w="71471">
                  <a:moveTo>
                    <a:pt x="57226" y="491285"/>
                  </a:moveTo>
                  <a:cubicBezTo>
                    <a:pt x="44747" y="481579"/>
                    <a:pt x="20252" y="485739"/>
                    <a:pt x="8236" y="476033"/>
                  </a:cubicBezTo>
                  <a:cubicBezTo>
                    <a:pt x="-18107" y="454312"/>
                    <a:pt x="28572" y="406708"/>
                    <a:pt x="12858" y="375743"/>
                  </a:cubicBezTo>
                  <a:cubicBezTo>
                    <a:pt x="2228" y="354021"/>
                    <a:pt x="-545" y="352635"/>
                    <a:pt x="9160" y="326753"/>
                  </a:cubicBezTo>
                  <a:cubicBezTo>
                    <a:pt x="17017" y="305956"/>
                    <a:pt x="38739" y="283309"/>
                    <a:pt x="35042" y="260201"/>
                  </a:cubicBezTo>
                  <a:cubicBezTo>
                    <a:pt x="31345" y="235244"/>
                    <a:pt x="3614" y="219992"/>
                    <a:pt x="1304" y="195035"/>
                  </a:cubicBezTo>
                  <a:cubicBezTo>
                    <a:pt x="-1469" y="167305"/>
                    <a:pt x="29496" y="156213"/>
                    <a:pt x="30882" y="133105"/>
                  </a:cubicBezTo>
                  <a:cubicBezTo>
                    <a:pt x="32269" y="109996"/>
                    <a:pt x="-1932" y="101215"/>
                    <a:pt x="1304" y="73947"/>
                  </a:cubicBezTo>
                  <a:cubicBezTo>
                    <a:pt x="4539" y="47141"/>
                    <a:pt x="20252" y="22646"/>
                    <a:pt x="33655" y="0"/>
                  </a:cubicBezTo>
                  <a:cubicBezTo>
                    <a:pt x="25798" y="18487"/>
                    <a:pt x="19328" y="43444"/>
                    <a:pt x="23950" y="62855"/>
                  </a:cubicBezTo>
                  <a:cubicBezTo>
                    <a:pt x="30882" y="91509"/>
                    <a:pt x="60461" y="103526"/>
                    <a:pt x="66007" y="130794"/>
                  </a:cubicBezTo>
                  <a:cubicBezTo>
                    <a:pt x="69704" y="148818"/>
                    <a:pt x="57688" y="162683"/>
                    <a:pt x="50293" y="177935"/>
                  </a:cubicBezTo>
                  <a:cubicBezTo>
                    <a:pt x="42437" y="193649"/>
                    <a:pt x="44285" y="196422"/>
                    <a:pt x="53529" y="211211"/>
                  </a:cubicBezTo>
                  <a:cubicBezTo>
                    <a:pt x="73402" y="244025"/>
                    <a:pt x="78486" y="268520"/>
                    <a:pt x="59999" y="302258"/>
                  </a:cubicBezTo>
                  <a:cubicBezTo>
                    <a:pt x="43361" y="332761"/>
                    <a:pt x="51218" y="340618"/>
                    <a:pt x="60461" y="369735"/>
                  </a:cubicBezTo>
                  <a:cubicBezTo>
                    <a:pt x="66932" y="390070"/>
                    <a:pt x="49831" y="409943"/>
                    <a:pt x="47058" y="429817"/>
                  </a:cubicBezTo>
                  <a:cubicBezTo>
                    <a:pt x="43361" y="451539"/>
                    <a:pt x="51680" y="471874"/>
                    <a:pt x="57226" y="4912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-55598" y="4489778"/>
              <a:ext cx="3143353" cy="716048"/>
            </a:xfrm>
            <a:custGeom>
              <a:rect b="b" l="l" r="r" t="t"/>
              <a:pathLst>
                <a:path extrusionOk="0" h="325107" w="1427175">
                  <a:moveTo>
                    <a:pt x="10630" y="2514"/>
                  </a:moveTo>
                  <a:cubicBezTo>
                    <a:pt x="10630" y="2514"/>
                    <a:pt x="86888" y="-11813"/>
                    <a:pt x="195497" y="27934"/>
                  </a:cubicBezTo>
                  <a:cubicBezTo>
                    <a:pt x="304107" y="67680"/>
                    <a:pt x="441833" y="165660"/>
                    <a:pt x="525023" y="179987"/>
                  </a:cubicBezTo>
                  <a:cubicBezTo>
                    <a:pt x="608214" y="194314"/>
                    <a:pt x="966856" y="194314"/>
                    <a:pt x="1104582" y="212801"/>
                  </a:cubicBezTo>
                  <a:cubicBezTo>
                    <a:pt x="1242308" y="230826"/>
                    <a:pt x="1427176" y="299688"/>
                    <a:pt x="1427176" y="299688"/>
                  </a:cubicBezTo>
                  <a:lnTo>
                    <a:pt x="0" y="325108"/>
                  </a:lnTo>
                  <a:lnTo>
                    <a:pt x="10630" y="25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6114729" y="4492014"/>
              <a:ext cx="3109763" cy="757678"/>
            </a:xfrm>
            <a:custGeom>
              <a:rect b="b" l="l" r="r" t="t"/>
              <a:pathLst>
                <a:path extrusionOk="0" h="344008" w="1411924">
                  <a:moveTo>
                    <a:pt x="0" y="306532"/>
                  </a:moveTo>
                  <a:cubicBezTo>
                    <a:pt x="41133" y="310692"/>
                    <a:pt x="75334" y="316238"/>
                    <a:pt x="115080" y="300524"/>
                  </a:cubicBezTo>
                  <a:cubicBezTo>
                    <a:pt x="169154" y="279264"/>
                    <a:pt x="216757" y="245988"/>
                    <a:pt x="274066" y="229812"/>
                  </a:cubicBezTo>
                  <a:cubicBezTo>
                    <a:pt x="352172" y="207628"/>
                    <a:pt x="447379" y="216872"/>
                    <a:pt x="527796" y="216872"/>
                  </a:cubicBezTo>
                  <a:cubicBezTo>
                    <a:pt x="558300" y="216872"/>
                    <a:pt x="590189" y="220107"/>
                    <a:pt x="619306" y="210863"/>
                  </a:cubicBezTo>
                  <a:cubicBezTo>
                    <a:pt x="661825" y="196998"/>
                    <a:pt x="696488" y="161411"/>
                    <a:pt x="736696" y="142462"/>
                  </a:cubicBezTo>
                  <a:cubicBezTo>
                    <a:pt x="809719" y="108262"/>
                    <a:pt x="872574" y="111959"/>
                    <a:pt x="949294" y="111959"/>
                  </a:cubicBezTo>
                  <a:cubicBezTo>
                    <a:pt x="1007527" y="111959"/>
                    <a:pt x="1067147" y="91624"/>
                    <a:pt x="1120758" y="69440"/>
                  </a:cubicBezTo>
                  <a:cubicBezTo>
                    <a:pt x="1178067" y="46331"/>
                    <a:pt x="1227981" y="9358"/>
                    <a:pt x="1291298" y="1039"/>
                  </a:cubicBezTo>
                  <a:cubicBezTo>
                    <a:pt x="1333818" y="-4045"/>
                    <a:pt x="1371253" y="10744"/>
                    <a:pt x="1411924" y="19064"/>
                  </a:cubicBezTo>
                  <a:cubicBezTo>
                    <a:pt x="1411462" y="90700"/>
                    <a:pt x="1403143" y="160487"/>
                    <a:pt x="1395748" y="231661"/>
                  </a:cubicBezTo>
                  <a:cubicBezTo>
                    <a:pt x="1389278" y="291281"/>
                    <a:pt x="1396673" y="316238"/>
                    <a:pt x="1335204" y="313003"/>
                  </a:cubicBezTo>
                  <a:cubicBezTo>
                    <a:pt x="1269114" y="309305"/>
                    <a:pt x="1201638" y="318549"/>
                    <a:pt x="1135086" y="318549"/>
                  </a:cubicBezTo>
                  <a:cubicBezTo>
                    <a:pt x="1050509" y="318549"/>
                    <a:pt x="970091" y="339808"/>
                    <a:pt x="886439" y="343506"/>
                  </a:cubicBezTo>
                  <a:cubicBezTo>
                    <a:pt x="824970" y="346279"/>
                    <a:pt x="763502" y="336573"/>
                    <a:pt x="701572" y="338884"/>
                  </a:cubicBezTo>
                  <a:cubicBezTo>
                    <a:pt x="642876" y="341195"/>
                    <a:pt x="583719" y="339808"/>
                    <a:pt x="525023" y="334262"/>
                  </a:cubicBezTo>
                  <a:cubicBezTo>
                    <a:pt x="438136" y="325943"/>
                    <a:pt x="354946" y="313465"/>
                    <a:pt x="267134" y="316238"/>
                  </a:cubicBezTo>
                  <a:cubicBezTo>
                    <a:pt x="207052" y="318086"/>
                    <a:pt x="148818" y="327792"/>
                    <a:pt x="89199" y="325481"/>
                  </a:cubicBezTo>
                  <a:cubicBezTo>
                    <a:pt x="61469" y="324095"/>
                    <a:pt x="24033" y="318549"/>
                    <a:pt x="0" y="3065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6"/>
          <p:cNvSpPr/>
          <p:nvPr/>
        </p:nvSpPr>
        <p:spPr>
          <a:xfrm rot="-2700000">
            <a:off x="-1502152" y="-54031"/>
            <a:ext cx="3805382" cy="1570809"/>
          </a:xfrm>
          <a:custGeom>
            <a:rect b="b" l="l" r="r" t="t"/>
            <a:pathLst>
              <a:path extrusionOk="0" h="733155" w="1776113">
                <a:moveTo>
                  <a:pt x="1386968" y="65954"/>
                </a:moveTo>
                <a:cubicBezTo>
                  <a:pt x="1266804" y="130657"/>
                  <a:pt x="1164202" y="224940"/>
                  <a:pt x="1041728" y="285021"/>
                </a:cubicBezTo>
                <a:cubicBezTo>
                  <a:pt x="937278" y="336322"/>
                  <a:pt x="822198" y="361741"/>
                  <a:pt x="716361" y="409807"/>
                </a:cubicBezTo>
                <a:cubicBezTo>
                  <a:pt x="623465" y="452326"/>
                  <a:pt x="536578" y="512408"/>
                  <a:pt x="436287" y="531357"/>
                </a:cubicBezTo>
                <a:cubicBezTo>
                  <a:pt x="360029" y="545684"/>
                  <a:pt x="281923" y="535055"/>
                  <a:pt x="204279" y="539676"/>
                </a:cubicBezTo>
                <a:cubicBezTo>
                  <a:pt x="127096" y="544298"/>
                  <a:pt x="43906" y="568331"/>
                  <a:pt x="0" y="632110"/>
                </a:cubicBezTo>
                <a:cubicBezTo>
                  <a:pt x="8319" y="638118"/>
                  <a:pt x="24495" y="649210"/>
                  <a:pt x="32352" y="655218"/>
                </a:cubicBezTo>
                <a:cubicBezTo>
                  <a:pt x="115542" y="581734"/>
                  <a:pt x="244025" y="595136"/>
                  <a:pt x="348475" y="632572"/>
                </a:cubicBezTo>
                <a:cubicBezTo>
                  <a:pt x="452925" y="670008"/>
                  <a:pt x="553216" y="728241"/>
                  <a:pt x="664136" y="732863"/>
                </a:cubicBezTo>
                <a:cubicBezTo>
                  <a:pt x="808795" y="738871"/>
                  <a:pt x="941437" y="651521"/>
                  <a:pt x="1043114" y="548457"/>
                </a:cubicBezTo>
                <a:cubicBezTo>
                  <a:pt x="1144791" y="445394"/>
                  <a:pt x="1226595" y="322919"/>
                  <a:pt x="1336129" y="228175"/>
                </a:cubicBezTo>
                <a:cubicBezTo>
                  <a:pt x="1445663" y="133430"/>
                  <a:pt x="1595405" y="66878"/>
                  <a:pt x="1734518" y="106625"/>
                </a:cubicBezTo>
                <a:cubicBezTo>
                  <a:pt x="1745148" y="82130"/>
                  <a:pt x="1765483" y="64567"/>
                  <a:pt x="1776113" y="40072"/>
                </a:cubicBezTo>
                <a:cubicBezTo>
                  <a:pt x="1660109" y="-30639"/>
                  <a:pt x="1506669" y="1250"/>
                  <a:pt x="1386968" y="65954"/>
                </a:cubicBezTo>
                <a:close/>
                <a:moveTo>
                  <a:pt x="1058828" y="456948"/>
                </a:moveTo>
                <a:cubicBezTo>
                  <a:pt x="1020468" y="523962"/>
                  <a:pt x="961773" y="577112"/>
                  <a:pt x="892910" y="611312"/>
                </a:cubicBezTo>
                <a:cubicBezTo>
                  <a:pt x="818963" y="648286"/>
                  <a:pt x="758419" y="685721"/>
                  <a:pt x="670607" y="667697"/>
                </a:cubicBezTo>
                <a:cubicBezTo>
                  <a:pt x="633171" y="659840"/>
                  <a:pt x="592500" y="637194"/>
                  <a:pt x="588803" y="598834"/>
                </a:cubicBezTo>
                <a:cubicBezTo>
                  <a:pt x="586030" y="570179"/>
                  <a:pt x="605441" y="543836"/>
                  <a:pt x="626238" y="523500"/>
                </a:cubicBezTo>
                <a:cubicBezTo>
                  <a:pt x="723293" y="427369"/>
                  <a:pt x="861020" y="382539"/>
                  <a:pt x="996897" y="366825"/>
                </a:cubicBezTo>
                <a:cubicBezTo>
                  <a:pt x="1022317" y="364052"/>
                  <a:pt x="1052358" y="364052"/>
                  <a:pt x="1067147" y="384850"/>
                </a:cubicBezTo>
                <a:cubicBezTo>
                  <a:pt x="1081937" y="406110"/>
                  <a:pt x="1071768" y="434764"/>
                  <a:pt x="1058828" y="45694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" name="Google Shape;77;p6"/>
          <p:cNvGrpSpPr/>
          <p:nvPr/>
        </p:nvGrpSpPr>
        <p:grpSpPr>
          <a:xfrm>
            <a:off x="482075" y="186275"/>
            <a:ext cx="8324025" cy="4236775"/>
            <a:chOff x="482075" y="186275"/>
            <a:chExt cx="8324025" cy="4236775"/>
          </a:xfrm>
        </p:grpSpPr>
        <p:grpSp>
          <p:nvGrpSpPr>
            <p:cNvPr id="78" name="Google Shape;78;p6"/>
            <p:cNvGrpSpPr/>
            <p:nvPr/>
          </p:nvGrpSpPr>
          <p:grpSpPr>
            <a:xfrm>
              <a:off x="482075" y="186275"/>
              <a:ext cx="8324025" cy="4161000"/>
              <a:chOff x="482075" y="186275"/>
              <a:chExt cx="8324025" cy="4161000"/>
            </a:xfrm>
          </p:grpSpPr>
          <p:grpSp>
            <p:nvGrpSpPr>
              <p:cNvPr id="79" name="Google Shape;79;p6"/>
              <p:cNvGrpSpPr/>
              <p:nvPr/>
            </p:nvGrpSpPr>
            <p:grpSpPr>
              <a:xfrm>
                <a:off x="482075" y="186275"/>
                <a:ext cx="8324025" cy="968250"/>
                <a:chOff x="482075" y="186275"/>
                <a:chExt cx="8324025" cy="968250"/>
              </a:xfrm>
            </p:grpSpPr>
            <p:sp>
              <p:nvSpPr>
                <p:cNvPr id="80" name="Google Shape;80;p6"/>
                <p:cNvSpPr/>
                <p:nvPr/>
              </p:nvSpPr>
              <p:spPr>
                <a:xfrm>
                  <a:off x="482075" y="1017725"/>
                  <a:ext cx="136800" cy="136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1" name="Google Shape;81;p6"/>
                <p:cNvSpPr/>
                <p:nvPr/>
              </p:nvSpPr>
              <p:spPr>
                <a:xfrm>
                  <a:off x="5143125" y="186275"/>
                  <a:ext cx="106500" cy="1065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  <p:sp>
              <p:nvSpPr>
                <p:cNvPr id="82" name="Google Shape;82;p6"/>
                <p:cNvSpPr/>
                <p:nvPr/>
              </p:nvSpPr>
              <p:spPr>
                <a:xfrm>
                  <a:off x="8669300" y="961350"/>
                  <a:ext cx="136800" cy="136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Palanquin"/>
                    <a:ea typeface="Palanquin"/>
                    <a:cs typeface="Palanquin"/>
                    <a:sym typeface="Palanquin"/>
                  </a:endParaRPr>
                </a:p>
              </p:txBody>
            </p:sp>
          </p:grpSp>
          <p:sp>
            <p:nvSpPr>
              <p:cNvPr id="83" name="Google Shape;83;p6"/>
              <p:cNvSpPr/>
              <p:nvPr/>
            </p:nvSpPr>
            <p:spPr>
              <a:xfrm>
                <a:off x="7912625" y="4240775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  <p:sp>
          <p:nvSpPr>
            <p:cNvPr id="84" name="Google Shape;84;p6"/>
            <p:cNvSpPr/>
            <p:nvPr/>
          </p:nvSpPr>
          <p:spPr>
            <a:xfrm>
              <a:off x="1127625" y="42862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7"/>
          <p:cNvGrpSpPr/>
          <p:nvPr/>
        </p:nvGrpSpPr>
        <p:grpSpPr>
          <a:xfrm>
            <a:off x="-419726" y="-769095"/>
            <a:ext cx="10528460" cy="6681685"/>
            <a:chOff x="-419726" y="-769095"/>
            <a:chExt cx="10528460" cy="6681685"/>
          </a:xfrm>
        </p:grpSpPr>
        <p:sp>
          <p:nvSpPr>
            <p:cNvPr id="87" name="Google Shape;87;p7"/>
            <p:cNvSpPr/>
            <p:nvPr/>
          </p:nvSpPr>
          <p:spPr>
            <a:xfrm rot="-3367288">
              <a:off x="4134718" y="1211282"/>
              <a:ext cx="6221167" cy="2720933"/>
            </a:xfrm>
            <a:custGeom>
              <a:rect b="b" l="l" r="r" t="t"/>
              <a:pathLst>
                <a:path extrusionOk="0" h="1173494" w="2683088">
                  <a:moveTo>
                    <a:pt x="2012945" y="330918"/>
                  </a:moveTo>
                  <a:cubicBezTo>
                    <a:pt x="2107690" y="276382"/>
                    <a:pt x="2224618" y="271760"/>
                    <a:pt x="2330917" y="295331"/>
                  </a:cubicBezTo>
                  <a:cubicBezTo>
                    <a:pt x="2437678" y="318901"/>
                    <a:pt x="2536120" y="368816"/>
                    <a:pt x="2634100" y="417805"/>
                  </a:cubicBezTo>
                  <a:cubicBezTo>
                    <a:pt x="2649352" y="382681"/>
                    <a:pt x="2667838" y="349867"/>
                    <a:pt x="2683089" y="314742"/>
                  </a:cubicBezTo>
                  <a:lnTo>
                    <a:pt x="1889084" y="57776"/>
                  </a:lnTo>
                  <a:cubicBezTo>
                    <a:pt x="1786483" y="24500"/>
                    <a:pt x="1679722" y="-9238"/>
                    <a:pt x="1572499" y="2316"/>
                  </a:cubicBezTo>
                  <a:cubicBezTo>
                    <a:pt x="1446327" y="15719"/>
                    <a:pt x="1328936" y="95212"/>
                    <a:pt x="1269779" y="207519"/>
                  </a:cubicBezTo>
                  <a:cubicBezTo>
                    <a:pt x="1224948" y="293020"/>
                    <a:pt x="1212007" y="394697"/>
                    <a:pt x="1154236" y="472341"/>
                  </a:cubicBezTo>
                  <a:cubicBezTo>
                    <a:pt x="1072895" y="581413"/>
                    <a:pt x="922228" y="614689"/>
                    <a:pt x="786813" y="603135"/>
                  </a:cubicBezTo>
                  <a:cubicBezTo>
                    <a:pt x="651398" y="591581"/>
                    <a:pt x="521991" y="543515"/>
                    <a:pt x="387962" y="522255"/>
                  </a:cubicBezTo>
                  <a:cubicBezTo>
                    <a:pt x="253933" y="500996"/>
                    <a:pt x="103728" y="511163"/>
                    <a:pt x="1589" y="600362"/>
                  </a:cubicBezTo>
                  <a:cubicBezTo>
                    <a:pt x="9908" y="651663"/>
                    <a:pt x="-5806" y="683090"/>
                    <a:pt x="2513" y="734391"/>
                  </a:cubicBezTo>
                  <a:cubicBezTo>
                    <a:pt x="44570" y="651201"/>
                    <a:pt x="144399" y="603597"/>
                    <a:pt x="236832" y="592505"/>
                  </a:cubicBezTo>
                  <a:cubicBezTo>
                    <a:pt x="329266" y="581413"/>
                    <a:pt x="422624" y="600362"/>
                    <a:pt x="514133" y="619773"/>
                  </a:cubicBezTo>
                  <a:cubicBezTo>
                    <a:pt x="562199" y="629941"/>
                    <a:pt x="616272" y="644730"/>
                    <a:pt x="639843" y="687712"/>
                  </a:cubicBezTo>
                  <a:cubicBezTo>
                    <a:pt x="665263" y="734391"/>
                    <a:pt x="643540" y="792624"/>
                    <a:pt x="614886" y="837454"/>
                  </a:cubicBezTo>
                  <a:cubicBezTo>
                    <a:pt x="495647" y="1024632"/>
                    <a:pt x="255319" y="1126772"/>
                    <a:pt x="37638" y="1082404"/>
                  </a:cubicBezTo>
                  <a:cubicBezTo>
                    <a:pt x="41798" y="1102739"/>
                    <a:pt x="49654" y="1136477"/>
                    <a:pt x="53814" y="1156813"/>
                  </a:cubicBezTo>
                  <a:cubicBezTo>
                    <a:pt x="209564" y="1202567"/>
                    <a:pt x="379180" y="1148494"/>
                    <a:pt x="517369" y="1063917"/>
                  </a:cubicBezTo>
                  <a:cubicBezTo>
                    <a:pt x="656019" y="979340"/>
                    <a:pt x="773872" y="865184"/>
                    <a:pt x="907901" y="773213"/>
                  </a:cubicBezTo>
                  <a:cubicBezTo>
                    <a:pt x="1041930" y="681241"/>
                    <a:pt x="1201378" y="610530"/>
                    <a:pt x="1362212" y="630865"/>
                  </a:cubicBezTo>
                  <a:cubicBezTo>
                    <a:pt x="1529517" y="651663"/>
                    <a:pt x="1671865" y="769053"/>
                    <a:pt x="1765685" y="909090"/>
                  </a:cubicBezTo>
                  <a:cubicBezTo>
                    <a:pt x="1803121" y="964551"/>
                    <a:pt x="1835011" y="1025557"/>
                    <a:pt x="1885849" y="1069001"/>
                  </a:cubicBezTo>
                  <a:cubicBezTo>
                    <a:pt x="1943620" y="1118453"/>
                    <a:pt x="2019416" y="1140637"/>
                    <a:pt x="2094287" y="1153577"/>
                  </a:cubicBezTo>
                  <a:cubicBezTo>
                    <a:pt x="2250500" y="1180383"/>
                    <a:pt x="2412259" y="1171602"/>
                    <a:pt x="2564775" y="1128620"/>
                  </a:cubicBezTo>
                  <a:cubicBezTo>
                    <a:pt x="2572631" y="1104588"/>
                    <a:pt x="2586959" y="1075009"/>
                    <a:pt x="2594815" y="1050976"/>
                  </a:cubicBezTo>
                  <a:cubicBezTo>
                    <a:pt x="2450619" y="1104588"/>
                    <a:pt x="2287011" y="1113831"/>
                    <a:pt x="2143277" y="1058371"/>
                  </a:cubicBezTo>
                  <a:cubicBezTo>
                    <a:pt x="1999542" y="1003373"/>
                    <a:pt x="1879841" y="879512"/>
                    <a:pt x="1847027" y="728845"/>
                  </a:cubicBezTo>
                  <a:cubicBezTo>
                    <a:pt x="1815137" y="579564"/>
                    <a:pt x="1879841" y="408100"/>
                    <a:pt x="2012945" y="330918"/>
                  </a:cubicBezTo>
                  <a:close/>
                  <a:moveTo>
                    <a:pt x="1774467" y="325834"/>
                  </a:moveTo>
                  <a:cubicBezTo>
                    <a:pt x="1754593" y="378983"/>
                    <a:pt x="1730098" y="431671"/>
                    <a:pt x="1691276" y="473728"/>
                  </a:cubicBezTo>
                  <a:cubicBezTo>
                    <a:pt x="1589599" y="583724"/>
                    <a:pt x="1398724" y="547675"/>
                    <a:pt x="1354356" y="399319"/>
                  </a:cubicBezTo>
                  <a:cubicBezTo>
                    <a:pt x="1329860" y="317515"/>
                    <a:pt x="1361750" y="223695"/>
                    <a:pt x="1426454" y="167772"/>
                  </a:cubicBezTo>
                  <a:cubicBezTo>
                    <a:pt x="1491157" y="111850"/>
                    <a:pt x="1583591" y="92901"/>
                    <a:pt x="1667243" y="111850"/>
                  </a:cubicBezTo>
                  <a:cubicBezTo>
                    <a:pt x="1719469" y="123404"/>
                    <a:pt x="1773080" y="153907"/>
                    <a:pt x="1788794" y="205208"/>
                  </a:cubicBezTo>
                  <a:cubicBezTo>
                    <a:pt x="1801734" y="244492"/>
                    <a:pt x="1789256" y="287012"/>
                    <a:pt x="1774467" y="3258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 flipH="1" rot="10800000">
              <a:off x="-419726" y="-577280"/>
              <a:ext cx="2894489" cy="2233562"/>
            </a:xfrm>
            <a:custGeom>
              <a:rect b="b" l="l" r="r" t="t"/>
              <a:pathLst>
                <a:path extrusionOk="0" h="1406968" w="1823300">
                  <a:moveTo>
                    <a:pt x="1503018" y="1160478"/>
                  </a:moveTo>
                  <a:cubicBezTo>
                    <a:pt x="1463272" y="1086069"/>
                    <a:pt x="1451255" y="990862"/>
                    <a:pt x="1382854" y="941410"/>
                  </a:cubicBezTo>
                  <a:cubicBezTo>
                    <a:pt x="1319076" y="895194"/>
                    <a:pt x="1231264" y="907210"/>
                    <a:pt x="1156391" y="883177"/>
                  </a:cubicBezTo>
                  <a:cubicBezTo>
                    <a:pt x="1063958" y="853598"/>
                    <a:pt x="994171" y="763938"/>
                    <a:pt x="988625" y="667344"/>
                  </a:cubicBezTo>
                  <a:cubicBezTo>
                    <a:pt x="981230" y="543483"/>
                    <a:pt x="1068579" y="416387"/>
                    <a:pt x="1021901" y="301307"/>
                  </a:cubicBezTo>
                  <a:cubicBezTo>
                    <a:pt x="990473" y="223201"/>
                    <a:pt x="906359" y="180219"/>
                    <a:pt x="825480" y="157111"/>
                  </a:cubicBezTo>
                  <a:cubicBezTo>
                    <a:pt x="705316" y="123372"/>
                    <a:pt x="577295" y="119675"/>
                    <a:pt x="455745" y="147405"/>
                  </a:cubicBezTo>
                  <a:cubicBezTo>
                    <a:pt x="387344" y="162657"/>
                    <a:pt x="320329" y="188076"/>
                    <a:pt x="250541" y="187152"/>
                  </a:cubicBezTo>
                  <a:cubicBezTo>
                    <a:pt x="199241" y="186689"/>
                    <a:pt x="130840" y="166816"/>
                    <a:pt x="101723" y="120137"/>
                  </a:cubicBezTo>
                  <a:cubicBezTo>
                    <a:pt x="97102" y="113205"/>
                    <a:pt x="47650" y="-25446"/>
                    <a:pt x="22693" y="4133"/>
                  </a:cubicBezTo>
                  <a:cubicBezTo>
                    <a:pt x="-15667" y="50350"/>
                    <a:pt x="-1802" y="123372"/>
                    <a:pt x="37483" y="168665"/>
                  </a:cubicBezTo>
                  <a:cubicBezTo>
                    <a:pt x="76767" y="213957"/>
                    <a:pt x="134999" y="237528"/>
                    <a:pt x="191385" y="258325"/>
                  </a:cubicBezTo>
                  <a:cubicBezTo>
                    <a:pt x="247769" y="279123"/>
                    <a:pt x="306002" y="299921"/>
                    <a:pt x="348984" y="341978"/>
                  </a:cubicBezTo>
                  <a:cubicBezTo>
                    <a:pt x="403520" y="395589"/>
                    <a:pt x="423855" y="473696"/>
                    <a:pt x="448350" y="546256"/>
                  </a:cubicBezTo>
                  <a:cubicBezTo>
                    <a:pt x="472845" y="618817"/>
                    <a:pt x="509818" y="695537"/>
                    <a:pt x="580068" y="726502"/>
                  </a:cubicBezTo>
                  <a:cubicBezTo>
                    <a:pt x="651242" y="757929"/>
                    <a:pt x="739054" y="733435"/>
                    <a:pt x="808841" y="767635"/>
                  </a:cubicBezTo>
                  <a:cubicBezTo>
                    <a:pt x="872158" y="798600"/>
                    <a:pt x="905435" y="870236"/>
                    <a:pt x="961819" y="913218"/>
                  </a:cubicBezTo>
                  <a:cubicBezTo>
                    <a:pt x="1041775" y="974224"/>
                    <a:pt x="1155006" y="969140"/>
                    <a:pt x="1243279" y="1017206"/>
                  </a:cubicBezTo>
                  <a:cubicBezTo>
                    <a:pt x="1330167" y="1064809"/>
                    <a:pt x="1381468" y="1156781"/>
                    <a:pt x="1427685" y="1244593"/>
                  </a:cubicBezTo>
                  <a:cubicBezTo>
                    <a:pt x="1440163" y="1268163"/>
                    <a:pt x="1452179" y="1299591"/>
                    <a:pt x="1433692" y="1319002"/>
                  </a:cubicBezTo>
                  <a:cubicBezTo>
                    <a:pt x="1423988" y="1329169"/>
                    <a:pt x="1409660" y="1331943"/>
                    <a:pt x="1395795" y="1334253"/>
                  </a:cubicBezTo>
                  <a:cubicBezTo>
                    <a:pt x="1309832" y="1349043"/>
                    <a:pt x="1223406" y="1363832"/>
                    <a:pt x="1137443" y="1379084"/>
                  </a:cubicBezTo>
                  <a:cubicBezTo>
                    <a:pt x="1364830" y="1407738"/>
                    <a:pt x="1594990" y="1414209"/>
                    <a:pt x="1823300" y="1398957"/>
                  </a:cubicBezTo>
                  <a:cubicBezTo>
                    <a:pt x="1699439" y="1343959"/>
                    <a:pt x="1566336" y="1280642"/>
                    <a:pt x="1503018" y="1160478"/>
                  </a:cubicBezTo>
                  <a:close/>
                  <a:moveTo>
                    <a:pt x="933165" y="450125"/>
                  </a:moveTo>
                  <a:cubicBezTo>
                    <a:pt x="922072" y="515291"/>
                    <a:pt x="896653" y="611422"/>
                    <a:pt x="832412" y="635917"/>
                  </a:cubicBezTo>
                  <a:cubicBezTo>
                    <a:pt x="768170" y="660874"/>
                    <a:pt x="658636" y="646085"/>
                    <a:pt x="605950" y="601717"/>
                  </a:cubicBezTo>
                  <a:cubicBezTo>
                    <a:pt x="570363" y="571213"/>
                    <a:pt x="551414" y="526383"/>
                    <a:pt x="533851" y="482939"/>
                  </a:cubicBezTo>
                  <a:cubicBezTo>
                    <a:pt x="513516" y="433487"/>
                    <a:pt x="493642" y="383573"/>
                    <a:pt x="473307" y="334121"/>
                  </a:cubicBezTo>
                  <a:cubicBezTo>
                    <a:pt x="464988" y="313786"/>
                    <a:pt x="456669" y="291601"/>
                    <a:pt x="463602" y="270804"/>
                  </a:cubicBezTo>
                  <a:cubicBezTo>
                    <a:pt x="472845" y="242612"/>
                    <a:pt x="504734" y="230133"/>
                    <a:pt x="533389" y="223201"/>
                  </a:cubicBezTo>
                  <a:cubicBezTo>
                    <a:pt x="616580" y="203327"/>
                    <a:pt x="704392" y="203790"/>
                    <a:pt x="787119" y="224125"/>
                  </a:cubicBezTo>
                  <a:cubicBezTo>
                    <a:pt x="830101" y="234755"/>
                    <a:pt x="874007" y="252317"/>
                    <a:pt x="902661" y="286518"/>
                  </a:cubicBezTo>
                  <a:cubicBezTo>
                    <a:pt x="938711" y="330886"/>
                    <a:pt x="942408" y="393741"/>
                    <a:pt x="933165" y="4501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7"/>
          <p:cNvSpPr txBox="1"/>
          <p:nvPr>
            <p:ph type="title"/>
          </p:nvPr>
        </p:nvSpPr>
        <p:spPr>
          <a:xfrm>
            <a:off x="879475" y="1269050"/>
            <a:ext cx="4822800" cy="6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" type="subTitle"/>
          </p:nvPr>
        </p:nvSpPr>
        <p:spPr>
          <a:xfrm>
            <a:off x="879475" y="1905250"/>
            <a:ext cx="4822800" cy="19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grpSp>
        <p:nvGrpSpPr>
          <p:cNvPr id="91" name="Google Shape;91;p7"/>
          <p:cNvGrpSpPr/>
          <p:nvPr/>
        </p:nvGrpSpPr>
        <p:grpSpPr>
          <a:xfrm>
            <a:off x="-80924" y="3427526"/>
            <a:ext cx="3136217" cy="1780055"/>
            <a:chOff x="-80924" y="3427526"/>
            <a:chExt cx="3136217" cy="1780055"/>
          </a:xfrm>
        </p:grpSpPr>
        <p:sp>
          <p:nvSpPr>
            <p:cNvPr id="92" name="Google Shape;92;p7"/>
            <p:cNvSpPr/>
            <p:nvPr/>
          </p:nvSpPr>
          <p:spPr>
            <a:xfrm>
              <a:off x="2082861" y="4480688"/>
              <a:ext cx="775065" cy="576136"/>
            </a:xfrm>
            <a:custGeom>
              <a:rect b="b" l="l" r="r" t="t"/>
              <a:pathLst>
                <a:path extrusionOk="0" h="262178" w="352703">
                  <a:moveTo>
                    <a:pt x="121088" y="248969"/>
                  </a:moveTo>
                  <a:cubicBezTo>
                    <a:pt x="125248" y="232794"/>
                    <a:pt x="126172" y="227247"/>
                    <a:pt x="116004" y="215693"/>
                  </a:cubicBezTo>
                  <a:cubicBezTo>
                    <a:pt x="112307" y="211534"/>
                    <a:pt x="105837" y="211996"/>
                    <a:pt x="102601" y="206450"/>
                  </a:cubicBezTo>
                  <a:cubicBezTo>
                    <a:pt x="99366" y="201366"/>
                    <a:pt x="103064" y="193971"/>
                    <a:pt x="99366" y="188888"/>
                  </a:cubicBezTo>
                  <a:cubicBezTo>
                    <a:pt x="92896" y="180106"/>
                    <a:pt x="68401" y="171787"/>
                    <a:pt x="58233" y="172249"/>
                  </a:cubicBezTo>
                  <a:cubicBezTo>
                    <a:pt x="48990" y="172712"/>
                    <a:pt x="41133" y="179644"/>
                    <a:pt x="30503" y="178720"/>
                  </a:cubicBezTo>
                  <a:cubicBezTo>
                    <a:pt x="20336" y="177795"/>
                    <a:pt x="9706" y="172712"/>
                    <a:pt x="0" y="169939"/>
                  </a:cubicBezTo>
                  <a:cubicBezTo>
                    <a:pt x="12016" y="147292"/>
                    <a:pt x="38360" y="170401"/>
                    <a:pt x="49452" y="155149"/>
                  </a:cubicBezTo>
                  <a:cubicBezTo>
                    <a:pt x="63317" y="135738"/>
                    <a:pt x="11092" y="121873"/>
                    <a:pt x="4160" y="103848"/>
                  </a:cubicBezTo>
                  <a:cubicBezTo>
                    <a:pt x="-6933" y="72883"/>
                    <a:pt x="17100" y="58094"/>
                    <a:pt x="33738" y="86748"/>
                  </a:cubicBezTo>
                  <a:cubicBezTo>
                    <a:pt x="39284" y="95992"/>
                    <a:pt x="36973" y="102924"/>
                    <a:pt x="47603" y="105235"/>
                  </a:cubicBezTo>
                  <a:cubicBezTo>
                    <a:pt x="57309" y="107084"/>
                    <a:pt x="64242" y="93681"/>
                    <a:pt x="74409" y="96454"/>
                  </a:cubicBezTo>
                  <a:cubicBezTo>
                    <a:pt x="74409" y="108470"/>
                    <a:pt x="71174" y="120487"/>
                    <a:pt x="71174" y="132503"/>
                  </a:cubicBezTo>
                  <a:cubicBezTo>
                    <a:pt x="70712" y="152838"/>
                    <a:pt x="71174" y="146830"/>
                    <a:pt x="86426" y="153301"/>
                  </a:cubicBezTo>
                  <a:cubicBezTo>
                    <a:pt x="91972" y="155611"/>
                    <a:pt x="94745" y="152838"/>
                    <a:pt x="100291" y="156998"/>
                  </a:cubicBezTo>
                  <a:cubicBezTo>
                    <a:pt x="106761" y="162082"/>
                    <a:pt x="107685" y="174560"/>
                    <a:pt x="114156" y="180106"/>
                  </a:cubicBezTo>
                  <a:cubicBezTo>
                    <a:pt x="128483" y="192585"/>
                    <a:pt x="134953" y="188888"/>
                    <a:pt x="139113" y="172712"/>
                  </a:cubicBezTo>
                  <a:cubicBezTo>
                    <a:pt x="141424" y="164393"/>
                    <a:pt x="141886" y="150990"/>
                    <a:pt x="136802" y="143595"/>
                  </a:cubicBezTo>
                  <a:cubicBezTo>
                    <a:pt x="132642" y="137587"/>
                    <a:pt x="125710" y="137587"/>
                    <a:pt x="122013" y="132503"/>
                  </a:cubicBezTo>
                  <a:cubicBezTo>
                    <a:pt x="112769" y="119100"/>
                    <a:pt x="122013" y="105235"/>
                    <a:pt x="117853" y="90446"/>
                  </a:cubicBezTo>
                  <a:cubicBezTo>
                    <a:pt x="112307" y="68724"/>
                    <a:pt x="92896" y="54396"/>
                    <a:pt x="104912" y="28977"/>
                  </a:cubicBezTo>
                  <a:cubicBezTo>
                    <a:pt x="110458" y="16499"/>
                    <a:pt x="130332" y="-4299"/>
                    <a:pt x="143734" y="785"/>
                  </a:cubicBezTo>
                  <a:cubicBezTo>
                    <a:pt x="143734" y="12339"/>
                    <a:pt x="125248" y="35910"/>
                    <a:pt x="134953" y="47002"/>
                  </a:cubicBezTo>
                  <a:cubicBezTo>
                    <a:pt x="145121" y="58556"/>
                    <a:pt x="158986" y="38221"/>
                    <a:pt x="169616" y="41918"/>
                  </a:cubicBezTo>
                  <a:cubicBezTo>
                    <a:pt x="189027" y="48850"/>
                    <a:pt x="164532" y="73808"/>
                    <a:pt x="157137" y="81202"/>
                  </a:cubicBezTo>
                  <a:cubicBezTo>
                    <a:pt x="152978" y="85362"/>
                    <a:pt x="139113" y="91832"/>
                    <a:pt x="139575" y="99689"/>
                  </a:cubicBezTo>
                  <a:cubicBezTo>
                    <a:pt x="140037" y="104311"/>
                    <a:pt x="146507" y="104311"/>
                    <a:pt x="147432" y="107084"/>
                  </a:cubicBezTo>
                  <a:cubicBezTo>
                    <a:pt x="149280" y="110781"/>
                    <a:pt x="156213" y="111243"/>
                    <a:pt x="158524" y="117251"/>
                  </a:cubicBezTo>
                  <a:cubicBezTo>
                    <a:pt x="161759" y="126033"/>
                    <a:pt x="152053" y="137587"/>
                    <a:pt x="152978" y="146830"/>
                  </a:cubicBezTo>
                  <a:cubicBezTo>
                    <a:pt x="154364" y="157922"/>
                    <a:pt x="166381" y="173636"/>
                    <a:pt x="180708" y="167628"/>
                  </a:cubicBezTo>
                  <a:cubicBezTo>
                    <a:pt x="200581" y="159771"/>
                    <a:pt x="183481" y="125570"/>
                    <a:pt x="187178" y="112167"/>
                  </a:cubicBezTo>
                  <a:cubicBezTo>
                    <a:pt x="191338" y="96454"/>
                    <a:pt x="218606" y="83513"/>
                    <a:pt x="233395" y="84437"/>
                  </a:cubicBezTo>
                  <a:cubicBezTo>
                    <a:pt x="234319" y="100613"/>
                    <a:pt x="220454" y="116789"/>
                    <a:pt x="219530" y="133889"/>
                  </a:cubicBezTo>
                  <a:cubicBezTo>
                    <a:pt x="226000" y="135738"/>
                    <a:pt x="232933" y="135276"/>
                    <a:pt x="239865" y="133427"/>
                  </a:cubicBezTo>
                  <a:cubicBezTo>
                    <a:pt x="223690" y="160695"/>
                    <a:pt x="230160" y="187963"/>
                    <a:pt x="261587" y="161157"/>
                  </a:cubicBezTo>
                  <a:cubicBezTo>
                    <a:pt x="279612" y="145906"/>
                    <a:pt x="293477" y="116789"/>
                    <a:pt x="318434" y="111243"/>
                  </a:cubicBezTo>
                  <a:cubicBezTo>
                    <a:pt x="346626" y="104773"/>
                    <a:pt x="356794" y="129730"/>
                    <a:pt x="351248" y="153763"/>
                  </a:cubicBezTo>
                  <a:cubicBezTo>
                    <a:pt x="347088" y="171325"/>
                    <a:pt x="336921" y="183804"/>
                    <a:pt x="318434" y="182879"/>
                  </a:cubicBezTo>
                  <a:cubicBezTo>
                    <a:pt x="310577" y="182417"/>
                    <a:pt x="302258" y="172712"/>
                    <a:pt x="297637" y="172712"/>
                  </a:cubicBezTo>
                  <a:cubicBezTo>
                    <a:pt x="278688" y="172712"/>
                    <a:pt x="269444" y="207374"/>
                    <a:pt x="244949" y="208298"/>
                  </a:cubicBezTo>
                  <a:cubicBezTo>
                    <a:pt x="222303" y="209223"/>
                    <a:pt x="197808" y="177795"/>
                    <a:pt x="178397" y="187963"/>
                  </a:cubicBezTo>
                  <a:cubicBezTo>
                    <a:pt x="154364" y="200904"/>
                    <a:pt x="161297" y="228172"/>
                    <a:pt x="164532" y="247121"/>
                  </a:cubicBezTo>
                  <a:cubicBezTo>
                    <a:pt x="168229" y="267918"/>
                    <a:pt x="161297" y="262835"/>
                    <a:pt x="142348" y="257288"/>
                  </a:cubicBezTo>
                  <a:cubicBezTo>
                    <a:pt x="137264" y="254978"/>
                    <a:pt x="128483" y="252204"/>
                    <a:pt x="121088" y="248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109404" y="3532302"/>
              <a:ext cx="196936" cy="1083088"/>
            </a:xfrm>
            <a:custGeom>
              <a:rect b="b" l="l" r="r" t="t"/>
              <a:pathLst>
                <a:path extrusionOk="0" h="492873" w="89618">
                  <a:moveTo>
                    <a:pt x="35545" y="0"/>
                  </a:moveTo>
                  <a:cubicBezTo>
                    <a:pt x="23066" y="10630"/>
                    <a:pt x="19369" y="33276"/>
                    <a:pt x="14285" y="48528"/>
                  </a:cubicBezTo>
                  <a:cubicBezTo>
                    <a:pt x="3193" y="81804"/>
                    <a:pt x="-9748" y="117391"/>
                    <a:pt x="11050" y="149280"/>
                  </a:cubicBezTo>
                  <a:cubicBezTo>
                    <a:pt x="24915" y="170540"/>
                    <a:pt x="42477" y="183019"/>
                    <a:pt x="37856" y="210287"/>
                  </a:cubicBezTo>
                  <a:cubicBezTo>
                    <a:pt x="33234" y="236168"/>
                    <a:pt x="9663" y="254193"/>
                    <a:pt x="12898" y="282847"/>
                  </a:cubicBezTo>
                  <a:cubicBezTo>
                    <a:pt x="15209" y="302720"/>
                    <a:pt x="30461" y="316585"/>
                    <a:pt x="31847" y="336921"/>
                  </a:cubicBezTo>
                  <a:cubicBezTo>
                    <a:pt x="33234" y="358180"/>
                    <a:pt x="23991" y="377592"/>
                    <a:pt x="18445" y="397003"/>
                  </a:cubicBezTo>
                  <a:cubicBezTo>
                    <a:pt x="5966" y="437673"/>
                    <a:pt x="16596" y="449228"/>
                    <a:pt x="33696" y="482504"/>
                  </a:cubicBezTo>
                  <a:cubicBezTo>
                    <a:pt x="47561" y="488050"/>
                    <a:pt x="74367" y="494058"/>
                    <a:pt x="89618" y="492671"/>
                  </a:cubicBezTo>
                  <a:cubicBezTo>
                    <a:pt x="78526" y="478344"/>
                    <a:pt x="64199" y="460320"/>
                    <a:pt x="57267" y="442757"/>
                  </a:cubicBezTo>
                  <a:cubicBezTo>
                    <a:pt x="48485" y="421498"/>
                    <a:pt x="56342" y="406246"/>
                    <a:pt x="63275" y="384986"/>
                  </a:cubicBezTo>
                  <a:cubicBezTo>
                    <a:pt x="71132" y="360029"/>
                    <a:pt x="75291" y="339694"/>
                    <a:pt x="63275" y="316123"/>
                  </a:cubicBezTo>
                  <a:cubicBezTo>
                    <a:pt x="54494" y="298561"/>
                    <a:pt x="42015" y="288855"/>
                    <a:pt x="42015" y="268982"/>
                  </a:cubicBezTo>
                  <a:cubicBezTo>
                    <a:pt x="42015" y="241714"/>
                    <a:pt x="63737" y="219530"/>
                    <a:pt x="64661" y="191338"/>
                  </a:cubicBezTo>
                  <a:cubicBezTo>
                    <a:pt x="65123" y="167305"/>
                    <a:pt x="55418" y="154826"/>
                    <a:pt x="42015" y="136340"/>
                  </a:cubicBezTo>
                  <a:cubicBezTo>
                    <a:pt x="26301" y="114156"/>
                    <a:pt x="17058" y="90123"/>
                    <a:pt x="18907" y="62393"/>
                  </a:cubicBezTo>
                  <a:cubicBezTo>
                    <a:pt x="20755" y="41595"/>
                    <a:pt x="29999" y="19873"/>
                    <a:pt x="355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217968" y="3427526"/>
              <a:ext cx="258336" cy="1244128"/>
            </a:xfrm>
            <a:custGeom>
              <a:rect b="b" l="l" r="r" t="t"/>
              <a:pathLst>
                <a:path extrusionOk="0" h="566156" w="117559">
                  <a:moveTo>
                    <a:pt x="50926" y="0"/>
                  </a:moveTo>
                  <a:cubicBezTo>
                    <a:pt x="23196" y="18025"/>
                    <a:pt x="1474" y="52687"/>
                    <a:pt x="88" y="85963"/>
                  </a:cubicBezTo>
                  <a:cubicBezTo>
                    <a:pt x="-1761" y="130332"/>
                    <a:pt x="25969" y="140037"/>
                    <a:pt x="47691" y="171927"/>
                  </a:cubicBezTo>
                  <a:cubicBezTo>
                    <a:pt x="69413" y="204278"/>
                    <a:pt x="51388" y="232471"/>
                    <a:pt x="40296" y="265747"/>
                  </a:cubicBezTo>
                  <a:cubicBezTo>
                    <a:pt x="35213" y="280998"/>
                    <a:pt x="29667" y="296250"/>
                    <a:pt x="37523" y="311964"/>
                  </a:cubicBezTo>
                  <a:cubicBezTo>
                    <a:pt x="43994" y="325366"/>
                    <a:pt x="62943" y="331375"/>
                    <a:pt x="65716" y="347088"/>
                  </a:cubicBezTo>
                  <a:cubicBezTo>
                    <a:pt x="70337" y="372046"/>
                    <a:pt x="36599" y="399776"/>
                    <a:pt x="36137" y="427044"/>
                  </a:cubicBezTo>
                  <a:cubicBezTo>
                    <a:pt x="36137" y="439060"/>
                    <a:pt x="42145" y="449690"/>
                    <a:pt x="41683" y="462168"/>
                  </a:cubicBezTo>
                  <a:cubicBezTo>
                    <a:pt x="41221" y="475109"/>
                    <a:pt x="34750" y="486663"/>
                    <a:pt x="31053" y="498680"/>
                  </a:cubicBezTo>
                  <a:cubicBezTo>
                    <a:pt x="19037" y="538888"/>
                    <a:pt x="61094" y="554140"/>
                    <a:pt x="88824" y="566156"/>
                  </a:cubicBezTo>
                  <a:cubicBezTo>
                    <a:pt x="75421" y="546283"/>
                    <a:pt x="73573" y="530107"/>
                    <a:pt x="84665" y="508385"/>
                  </a:cubicBezTo>
                  <a:cubicBezTo>
                    <a:pt x="91135" y="494982"/>
                    <a:pt x="98067" y="490361"/>
                    <a:pt x="96681" y="474185"/>
                  </a:cubicBezTo>
                  <a:cubicBezTo>
                    <a:pt x="95757" y="460782"/>
                    <a:pt x="84202" y="452001"/>
                    <a:pt x="82354" y="439522"/>
                  </a:cubicBezTo>
                  <a:cubicBezTo>
                    <a:pt x="75883" y="403935"/>
                    <a:pt x="126722" y="379902"/>
                    <a:pt x="116092" y="339232"/>
                  </a:cubicBezTo>
                  <a:cubicBezTo>
                    <a:pt x="107773" y="307804"/>
                    <a:pt x="74035" y="299023"/>
                    <a:pt x="77270" y="262974"/>
                  </a:cubicBezTo>
                  <a:cubicBezTo>
                    <a:pt x="80967" y="223227"/>
                    <a:pt x="109622" y="185792"/>
                    <a:pt x="84665" y="148356"/>
                  </a:cubicBezTo>
                  <a:cubicBezTo>
                    <a:pt x="66640" y="121550"/>
                    <a:pt x="43532" y="105374"/>
                    <a:pt x="38910" y="72098"/>
                  </a:cubicBezTo>
                  <a:cubicBezTo>
                    <a:pt x="34750" y="46217"/>
                    <a:pt x="41221" y="22184"/>
                    <a:pt x="50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478772" y="3629958"/>
              <a:ext cx="157058" cy="1079599"/>
            </a:xfrm>
            <a:custGeom>
              <a:rect b="b" l="l" r="r" t="t"/>
              <a:pathLst>
                <a:path extrusionOk="0" h="491285" w="71471">
                  <a:moveTo>
                    <a:pt x="57226" y="491285"/>
                  </a:moveTo>
                  <a:cubicBezTo>
                    <a:pt x="44747" y="481579"/>
                    <a:pt x="20252" y="485739"/>
                    <a:pt x="8236" y="476033"/>
                  </a:cubicBezTo>
                  <a:cubicBezTo>
                    <a:pt x="-18107" y="454312"/>
                    <a:pt x="28572" y="406708"/>
                    <a:pt x="12858" y="375743"/>
                  </a:cubicBezTo>
                  <a:cubicBezTo>
                    <a:pt x="2228" y="354021"/>
                    <a:pt x="-545" y="352635"/>
                    <a:pt x="9160" y="326753"/>
                  </a:cubicBezTo>
                  <a:cubicBezTo>
                    <a:pt x="17017" y="305956"/>
                    <a:pt x="38739" y="283309"/>
                    <a:pt x="35042" y="260201"/>
                  </a:cubicBezTo>
                  <a:cubicBezTo>
                    <a:pt x="31345" y="235244"/>
                    <a:pt x="3614" y="219992"/>
                    <a:pt x="1304" y="195035"/>
                  </a:cubicBezTo>
                  <a:cubicBezTo>
                    <a:pt x="-1469" y="167305"/>
                    <a:pt x="29496" y="156213"/>
                    <a:pt x="30882" y="133105"/>
                  </a:cubicBezTo>
                  <a:cubicBezTo>
                    <a:pt x="32269" y="109996"/>
                    <a:pt x="-1932" y="101215"/>
                    <a:pt x="1304" y="73947"/>
                  </a:cubicBezTo>
                  <a:cubicBezTo>
                    <a:pt x="4539" y="47141"/>
                    <a:pt x="20252" y="22646"/>
                    <a:pt x="33655" y="0"/>
                  </a:cubicBezTo>
                  <a:cubicBezTo>
                    <a:pt x="25798" y="18487"/>
                    <a:pt x="19328" y="43444"/>
                    <a:pt x="23950" y="62855"/>
                  </a:cubicBezTo>
                  <a:cubicBezTo>
                    <a:pt x="30882" y="91509"/>
                    <a:pt x="60461" y="103526"/>
                    <a:pt x="66007" y="130794"/>
                  </a:cubicBezTo>
                  <a:cubicBezTo>
                    <a:pt x="69704" y="148818"/>
                    <a:pt x="57688" y="162683"/>
                    <a:pt x="50293" y="177935"/>
                  </a:cubicBezTo>
                  <a:cubicBezTo>
                    <a:pt x="42437" y="193649"/>
                    <a:pt x="44285" y="196422"/>
                    <a:pt x="53529" y="211211"/>
                  </a:cubicBezTo>
                  <a:cubicBezTo>
                    <a:pt x="73402" y="244025"/>
                    <a:pt x="78486" y="268520"/>
                    <a:pt x="59999" y="302258"/>
                  </a:cubicBezTo>
                  <a:cubicBezTo>
                    <a:pt x="43361" y="332761"/>
                    <a:pt x="51218" y="340618"/>
                    <a:pt x="60461" y="369735"/>
                  </a:cubicBezTo>
                  <a:cubicBezTo>
                    <a:pt x="66932" y="390070"/>
                    <a:pt x="49831" y="409943"/>
                    <a:pt x="47058" y="429817"/>
                  </a:cubicBezTo>
                  <a:cubicBezTo>
                    <a:pt x="43361" y="451539"/>
                    <a:pt x="51680" y="471874"/>
                    <a:pt x="57226" y="4912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-80924" y="4493159"/>
              <a:ext cx="3136217" cy="714423"/>
            </a:xfrm>
            <a:custGeom>
              <a:rect b="b" l="l" r="r" t="t"/>
              <a:pathLst>
                <a:path extrusionOk="0" h="325107" w="1427175">
                  <a:moveTo>
                    <a:pt x="10630" y="2514"/>
                  </a:moveTo>
                  <a:cubicBezTo>
                    <a:pt x="10630" y="2514"/>
                    <a:pt x="86888" y="-11813"/>
                    <a:pt x="195497" y="27934"/>
                  </a:cubicBezTo>
                  <a:cubicBezTo>
                    <a:pt x="304107" y="67680"/>
                    <a:pt x="441833" y="165660"/>
                    <a:pt x="525023" y="179987"/>
                  </a:cubicBezTo>
                  <a:cubicBezTo>
                    <a:pt x="608214" y="194314"/>
                    <a:pt x="966856" y="194314"/>
                    <a:pt x="1104582" y="212801"/>
                  </a:cubicBezTo>
                  <a:cubicBezTo>
                    <a:pt x="1242308" y="230826"/>
                    <a:pt x="1427176" y="299688"/>
                    <a:pt x="1427176" y="299688"/>
                  </a:cubicBezTo>
                  <a:lnTo>
                    <a:pt x="0" y="325108"/>
                  </a:lnTo>
                  <a:lnTo>
                    <a:pt x="10630" y="25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7"/>
          <p:cNvGrpSpPr/>
          <p:nvPr/>
        </p:nvGrpSpPr>
        <p:grpSpPr>
          <a:xfrm>
            <a:off x="314675" y="264900"/>
            <a:ext cx="8627400" cy="2492950"/>
            <a:chOff x="314675" y="264900"/>
            <a:chExt cx="8627400" cy="2492950"/>
          </a:xfrm>
        </p:grpSpPr>
        <p:sp>
          <p:nvSpPr>
            <p:cNvPr id="98" name="Google Shape;98;p7"/>
            <p:cNvSpPr/>
            <p:nvPr/>
          </p:nvSpPr>
          <p:spPr>
            <a:xfrm>
              <a:off x="314675" y="1958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8362375" y="8328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418725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8835575" y="26513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8"/>
          <p:cNvGrpSpPr/>
          <p:nvPr/>
        </p:nvGrpSpPr>
        <p:grpSpPr>
          <a:xfrm>
            <a:off x="-353251" y="-850444"/>
            <a:ext cx="10076739" cy="6438595"/>
            <a:chOff x="-353251" y="-850444"/>
            <a:chExt cx="10076739" cy="6438595"/>
          </a:xfrm>
        </p:grpSpPr>
        <p:sp>
          <p:nvSpPr>
            <p:cNvPr id="104" name="Google Shape;104;p8"/>
            <p:cNvSpPr/>
            <p:nvPr/>
          </p:nvSpPr>
          <p:spPr>
            <a:xfrm flipH="1" rot="-660028">
              <a:off x="-168718" y="49393"/>
              <a:ext cx="9707673" cy="2868916"/>
            </a:xfrm>
            <a:custGeom>
              <a:rect b="b" l="l" r="r" t="t"/>
              <a:pathLst>
                <a:path extrusionOk="0" h="1128738" w="3819359">
                  <a:moveTo>
                    <a:pt x="3813351" y="445530"/>
                  </a:moveTo>
                  <a:cubicBezTo>
                    <a:pt x="3797175" y="455698"/>
                    <a:pt x="3780999" y="465866"/>
                    <a:pt x="3765747" y="477420"/>
                  </a:cubicBezTo>
                  <a:cubicBezTo>
                    <a:pt x="3673776" y="547207"/>
                    <a:pt x="3572561" y="623003"/>
                    <a:pt x="3510630" y="706655"/>
                  </a:cubicBezTo>
                  <a:cubicBezTo>
                    <a:pt x="3443616" y="797703"/>
                    <a:pt x="3382610" y="888750"/>
                    <a:pt x="3259673" y="954840"/>
                  </a:cubicBezTo>
                  <a:cubicBezTo>
                    <a:pt x="3148291" y="1014460"/>
                    <a:pt x="2965272" y="1044038"/>
                    <a:pt x="2824311" y="1036644"/>
                  </a:cubicBezTo>
                  <a:cubicBezTo>
                    <a:pt x="2649149" y="1027400"/>
                    <a:pt x="2516507" y="945134"/>
                    <a:pt x="2448106" y="843919"/>
                  </a:cubicBezTo>
                  <a:cubicBezTo>
                    <a:pt x="2367226" y="724680"/>
                    <a:pt x="2360756" y="575862"/>
                    <a:pt x="2486928" y="468177"/>
                  </a:cubicBezTo>
                  <a:cubicBezTo>
                    <a:pt x="2541464" y="421498"/>
                    <a:pt x="2632049" y="405784"/>
                    <a:pt x="2713852" y="391919"/>
                  </a:cubicBezTo>
                  <a:cubicBezTo>
                    <a:pt x="2794732" y="378054"/>
                    <a:pt x="2870527" y="356332"/>
                    <a:pt x="2951869" y="342929"/>
                  </a:cubicBezTo>
                  <a:cubicBezTo>
                    <a:pt x="3141358" y="312426"/>
                    <a:pt x="3326226" y="294401"/>
                    <a:pt x="3501387" y="231084"/>
                  </a:cubicBezTo>
                  <a:cubicBezTo>
                    <a:pt x="3582729" y="201505"/>
                    <a:pt x="3669617" y="171002"/>
                    <a:pt x="3741715" y="132642"/>
                  </a:cubicBezTo>
                  <a:cubicBezTo>
                    <a:pt x="3759277" y="123399"/>
                    <a:pt x="3776377" y="108610"/>
                    <a:pt x="3794864" y="97518"/>
                  </a:cubicBezTo>
                  <a:lnTo>
                    <a:pt x="3790705" y="16638"/>
                  </a:lnTo>
                  <a:cubicBezTo>
                    <a:pt x="3772680" y="55922"/>
                    <a:pt x="3670541" y="89198"/>
                    <a:pt x="3621551" y="109534"/>
                  </a:cubicBezTo>
                  <a:cubicBezTo>
                    <a:pt x="3518025" y="152978"/>
                    <a:pt x="3410340" y="188103"/>
                    <a:pt x="3295260" y="215833"/>
                  </a:cubicBezTo>
                  <a:cubicBezTo>
                    <a:pt x="3104385" y="262049"/>
                    <a:pt x="2898720" y="286082"/>
                    <a:pt x="2696290" y="279612"/>
                  </a:cubicBezTo>
                  <a:cubicBezTo>
                    <a:pt x="2429619" y="271755"/>
                    <a:pt x="2179124" y="225538"/>
                    <a:pt x="1920772" y="188103"/>
                  </a:cubicBezTo>
                  <a:cubicBezTo>
                    <a:pt x="1719266" y="158986"/>
                    <a:pt x="1515912" y="101677"/>
                    <a:pt x="1308861" y="100753"/>
                  </a:cubicBezTo>
                  <a:cubicBezTo>
                    <a:pt x="1155421" y="100291"/>
                    <a:pt x="1018157" y="124323"/>
                    <a:pt x="871187" y="148818"/>
                  </a:cubicBezTo>
                  <a:cubicBezTo>
                    <a:pt x="736696" y="171464"/>
                    <a:pt x="624389" y="182094"/>
                    <a:pt x="486201" y="171464"/>
                  </a:cubicBezTo>
                  <a:cubicBezTo>
                    <a:pt x="312426" y="158062"/>
                    <a:pt x="140037" y="97055"/>
                    <a:pt x="40209" y="0"/>
                  </a:cubicBezTo>
                  <a:lnTo>
                    <a:pt x="32352" y="177473"/>
                  </a:lnTo>
                  <a:cubicBezTo>
                    <a:pt x="111845" y="171002"/>
                    <a:pt x="202430" y="241252"/>
                    <a:pt x="268058" y="262049"/>
                  </a:cubicBezTo>
                  <a:cubicBezTo>
                    <a:pt x="395154" y="302258"/>
                    <a:pt x="507461" y="261587"/>
                    <a:pt x="635019" y="268982"/>
                  </a:cubicBezTo>
                  <a:cubicBezTo>
                    <a:pt x="874422" y="282847"/>
                    <a:pt x="818038" y="461706"/>
                    <a:pt x="783838" y="573551"/>
                  </a:cubicBezTo>
                  <a:cubicBezTo>
                    <a:pt x="763964" y="637792"/>
                    <a:pt x="740856" y="714512"/>
                    <a:pt x="676152" y="766737"/>
                  </a:cubicBezTo>
                  <a:cubicBezTo>
                    <a:pt x="598508" y="830054"/>
                    <a:pt x="458933" y="879044"/>
                    <a:pt x="335996" y="882279"/>
                  </a:cubicBezTo>
                  <a:cubicBezTo>
                    <a:pt x="219992" y="885515"/>
                    <a:pt x="87812" y="855474"/>
                    <a:pt x="6008" y="798165"/>
                  </a:cubicBezTo>
                  <a:lnTo>
                    <a:pt x="0" y="938664"/>
                  </a:lnTo>
                  <a:cubicBezTo>
                    <a:pt x="38822" y="938664"/>
                    <a:pt x="63317" y="946983"/>
                    <a:pt x="102139" y="951605"/>
                  </a:cubicBezTo>
                  <a:cubicBezTo>
                    <a:pt x="208438" y="964545"/>
                    <a:pt x="302258" y="968705"/>
                    <a:pt x="408557" y="951605"/>
                  </a:cubicBezTo>
                  <a:cubicBezTo>
                    <a:pt x="618843" y="918328"/>
                    <a:pt x="794930" y="830054"/>
                    <a:pt x="952529" y="734386"/>
                  </a:cubicBezTo>
                  <a:cubicBezTo>
                    <a:pt x="1117523" y="634095"/>
                    <a:pt x="1289912" y="538888"/>
                    <a:pt x="1505282" y="489898"/>
                  </a:cubicBezTo>
                  <a:cubicBezTo>
                    <a:pt x="1630530" y="461706"/>
                    <a:pt x="1759937" y="465866"/>
                    <a:pt x="1862076" y="527796"/>
                  </a:cubicBezTo>
                  <a:cubicBezTo>
                    <a:pt x="1994256" y="608214"/>
                    <a:pt x="2040935" y="728839"/>
                    <a:pt x="2135680" y="825895"/>
                  </a:cubicBezTo>
                  <a:cubicBezTo>
                    <a:pt x="2222105" y="914631"/>
                    <a:pt x="2351512" y="1001519"/>
                    <a:pt x="2482768" y="1061139"/>
                  </a:cubicBezTo>
                  <a:cubicBezTo>
                    <a:pt x="2693979" y="1156807"/>
                    <a:pt x="2992078" y="1142018"/>
                    <a:pt x="3215305" y="1072231"/>
                  </a:cubicBezTo>
                  <a:cubicBezTo>
                    <a:pt x="3328074" y="1036644"/>
                    <a:pt x="3448700" y="985343"/>
                    <a:pt x="3520336" y="916480"/>
                  </a:cubicBezTo>
                  <a:cubicBezTo>
                    <a:pt x="3571637" y="867028"/>
                    <a:pt x="3597980" y="812030"/>
                    <a:pt x="3631719" y="757032"/>
                  </a:cubicBezTo>
                  <a:cubicBezTo>
                    <a:pt x="3677935" y="681236"/>
                    <a:pt x="3736169" y="622541"/>
                    <a:pt x="3819359" y="564770"/>
                  </a:cubicBezTo>
                  <a:lnTo>
                    <a:pt x="3813351" y="445530"/>
                  </a:lnTo>
                  <a:close/>
                  <a:moveTo>
                    <a:pt x="1679520" y="326753"/>
                  </a:moveTo>
                  <a:cubicBezTo>
                    <a:pt x="1651327" y="424271"/>
                    <a:pt x="1459528" y="413641"/>
                    <a:pt x="1351380" y="444606"/>
                  </a:cubicBezTo>
                  <a:cubicBezTo>
                    <a:pt x="1298693" y="459858"/>
                    <a:pt x="1257098" y="485277"/>
                    <a:pt x="1211805" y="509772"/>
                  </a:cubicBezTo>
                  <a:cubicBezTo>
                    <a:pt x="1183151" y="535191"/>
                    <a:pt x="1111053" y="545821"/>
                    <a:pt x="1064836" y="538426"/>
                  </a:cubicBezTo>
                  <a:cubicBezTo>
                    <a:pt x="986267" y="526410"/>
                    <a:pt x="992738" y="478806"/>
                    <a:pt x="998746" y="434900"/>
                  </a:cubicBezTo>
                  <a:cubicBezTo>
                    <a:pt x="1013997" y="314737"/>
                    <a:pt x="1092104" y="181170"/>
                    <a:pt x="1294996" y="164532"/>
                  </a:cubicBezTo>
                  <a:cubicBezTo>
                    <a:pt x="1431797" y="153440"/>
                    <a:pt x="1714182" y="205665"/>
                    <a:pt x="1679520" y="326753"/>
                  </a:cubicBezTo>
                  <a:close/>
                  <a:moveTo>
                    <a:pt x="2370461" y="389608"/>
                  </a:moveTo>
                  <a:cubicBezTo>
                    <a:pt x="2353361" y="463555"/>
                    <a:pt x="2272019" y="499142"/>
                    <a:pt x="2272019" y="578173"/>
                  </a:cubicBezTo>
                  <a:cubicBezTo>
                    <a:pt x="2272019" y="609600"/>
                    <a:pt x="2295590" y="644725"/>
                    <a:pt x="2292817" y="675228"/>
                  </a:cubicBezTo>
                  <a:cubicBezTo>
                    <a:pt x="2288195" y="726067"/>
                    <a:pt x="2248911" y="709428"/>
                    <a:pt x="2215635" y="679388"/>
                  </a:cubicBezTo>
                  <a:cubicBezTo>
                    <a:pt x="2127823" y="657666"/>
                    <a:pt x="2145848" y="556913"/>
                    <a:pt x="2094547" y="506074"/>
                  </a:cubicBezTo>
                  <a:cubicBezTo>
                    <a:pt x="2051565" y="463555"/>
                    <a:pt x="1948502" y="467714"/>
                    <a:pt x="1951737" y="385448"/>
                  </a:cubicBezTo>
                  <a:cubicBezTo>
                    <a:pt x="1954048" y="323056"/>
                    <a:pt x="2027995" y="300872"/>
                    <a:pt x="2078833" y="299947"/>
                  </a:cubicBezTo>
                  <a:cubicBezTo>
                    <a:pt x="2130596" y="299485"/>
                    <a:pt x="2158326" y="335996"/>
                    <a:pt x="2205005" y="340156"/>
                  </a:cubicBezTo>
                  <a:cubicBezTo>
                    <a:pt x="2261852" y="345240"/>
                    <a:pt x="2399116" y="268520"/>
                    <a:pt x="2370461" y="389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 flipH="1" rot="10800000">
              <a:off x="3482949" y="3968084"/>
              <a:ext cx="3591428" cy="1620067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8"/>
          <p:cNvSpPr txBox="1"/>
          <p:nvPr>
            <p:ph type="title"/>
          </p:nvPr>
        </p:nvSpPr>
        <p:spPr>
          <a:xfrm>
            <a:off x="3714575" y="1442850"/>
            <a:ext cx="4716300" cy="22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07" name="Google Shape;107;p8"/>
          <p:cNvGrpSpPr/>
          <p:nvPr/>
        </p:nvGrpSpPr>
        <p:grpSpPr>
          <a:xfrm>
            <a:off x="298500" y="471100"/>
            <a:ext cx="8516950" cy="4448775"/>
            <a:chOff x="298500" y="471100"/>
            <a:chExt cx="8516950" cy="4448775"/>
          </a:xfrm>
        </p:grpSpPr>
        <p:sp>
          <p:nvSpPr>
            <p:cNvPr id="108" name="Google Shape;108;p8"/>
            <p:cNvSpPr/>
            <p:nvPr/>
          </p:nvSpPr>
          <p:spPr>
            <a:xfrm>
              <a:off x="298500" y="40164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6101525" y="5395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8708950" y="36306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8362363" y="4711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4724000" y="481337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l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9"/>
          <p:cNvGrpSpPr/>
          <p:nvPr/>
        </p:nvGrpSpPr>
        <p:grpSpPr>
          <a:xfrm>
            <a:off x="-654800" y="237571"/>
            <a:ext cx="10219242" cy="2159240"/>
            <a:chOff x="-654800" y="237571"/>
            <a:chExt cx="10219242" cy="2159240"/>
          </a:xfrm>
        </p:grpSpPr>
        <p:sp>
          <p:nvSpPr>
            <p:cNvPr id="115" name="Google Shape;115;p9"/>
            <p:cNvSpPr/>
            <p:nvPr/>
          </p:nvSpPr>
          <p:spPr>
            <a:xfrm>
              <a:off x="-654800" y="670825"/>
              <a:ext cx="2525604" cy="209302"/>
            </a:xfrm>
            <a:custGeom>
              <a:rect b="b" l="l" r="r" t="t"/>
              <a:pathLst>
                <a:path extrusionOk="0" h="107472" w="1296844">
                  <a:moveTo>
                    <a:pt x="0" y="43722"/>
                  </a:moveTo>
                  <a:cubicBezTo>
                    <a:pt x="119702" y="93174"/>
                    <a:pt x="238941" y="75612"/>
                    <a:pt x="364189" y="87166"/>
                  </a:cubicBezTo>
                  <a:cubicBezTo>
                    <a:pt x="484815" y="98258"/>
                    <a:pt x="602668" y="109350"/>
                    <a:pt x="722831" y="100569"/>
                  </a:cubicBezTo>
                  <a:cubicBezTo>
                    <a:pt x="831441" y="92712"/>
                    <a:pt x="937740" y="117207"/>
                    <a:pt x="1046811" y="102880"/>
                  </a:cubicBezTo>
                  <a:cubicBezTo>
                    <a:pt x="1108280" y="94560"/>
                    <a:pt x="1263568" y="91788"/>
                    <a:pt x="1296845" y="30781"/>
                  </a:cubicBezTo>
                  <a:cubicBezTo>
                    <a:pt x="1228906" y="14605"/>
                    <a:pt x="1145253" y="22000"/>
                    <a:pt x="1075466" y="20151"/>
                  </a:cubicBezTo>
                  <a:cubicBezTo>
                    <a:pt x="944672" y="16916"/>
                    <a:pt x="815727" y="15530"/>
                    <a:pt x="684934" y="6748"/>
                  </a:cubicBezTo>
                  <a:cubicBezTo>
                    <a:pt x="525948" y="-3881"/>
                    <a:pt x="367886" y="-4806"/>
                    <a:pt x="211211" y="25235"/>
                  </a:cubicBezTo>
                  <a:cubicBezTo>
                    <a:pt x="145121" y="37714"/>
                    <a:pt x="76720" y="49730"/>
                    <a:pt x="0" y="437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9"/>
            <p:cNvSpPr/>
            <p:nvPr/>
          </p:nvSpPr>
          <p:spPr>
            <a:xfrm>
              <a:off x="-546875" y="2226273"/>
              <a:ext cx="1674510" cy="170539"/>
            </a:xfrm>
            <a:custGeom>
              <a:rect b="b" l="l" r="r" t="t"/>
              <a:pathLst>
                <a:path extrusionOk="0" h="104305" w="1024165">
                  <a:moveTo>
                    <a:pt x="311964" y="0"/>
                  </a:moveTo>
                  <a:cubicBezTo>
                    <a:pt x="390994" y="4622"/>
                    <a:pt x="471412" y="22646"/>
                    <a:pt x="550905" y="25881"/>
                  </a:cubicBezTo>
                  <a:cubicBezTo>
                    <a:pt x="615608" y="28192"/>
                    <a:pt x="678463" y="15714"/>
                    <a:pt x="742704" y="32352"/>
                  </a:cubicBezTo>
                  <a:cubicBezTo>
                    <a:pt x="806946" y="48990"/>
                    <a:pt x="855936" y="53149"/>
                    <a:pt x="921564" y="56384"/>
                  </a:cubicBezTo>
                  <a:cubicBezTo>
                    <a:pt x="948832" y="57771"/>
                    <a:pt x="1009376" y="84114"/>
                    <a:pt x="1024165" y="68863"/>
                  </a:cubicBezTo>
                  <a:cubicBezTo>
                    <a:pt x="984881" y="123399"/>
                    <a:pt x="881355" y="99366"/>
                    <a:pt x="824970" y="97055"/>
                  </a:cubicBezTo>
                  <a:cubicBezTo>
                    <a:pt x="736696" y="93358"/>
                    <a:pt x="648884" y="101215"/>
                    <a:pt x="561072" y="101215"/>
                  </a:cubicBezTo>
                  <a:cubicBezTo>
                    <a:pt x="372970" y="101215"/>
                    <a:pt x="186254" y="64704"/>
                    <a:pt x="0" y="43906"/>
                  </a:cubicBezTo>
                  <a:cubicBezTo>
                    <a:pt x="19873" y="-8781"/>
                    <a:pt x="242638" y="6470"/>
                    <a:pt x="311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9"/>
            <p:cNvSpPr/>
            <p:nvPr/>
          </p:nvSpPr>
          <p:spPr>
            <a:xfrm>
              <a:off x="7039407" y="237571"/>
              <a:ext cx="2525035" cy="239182"/>
            </a:xfrm>
            <a:custGeom>
              <a:rect b="b" l="l" r="r" t="t"/>
              <a:pathLst>
                <a:path extrusionOk="0" h="80465" w="849465">
                  <a:moveTo>
                    <a:pt x="725142" y="77374"/>
                  </a:moveTo>
                  <a:cubicBezTo>
                    <a:pt x="690480" y="87080"/>
                    <a:pt x="622541" y="71366"/>
                    <a:pt x="582332" y="65358"/>
                  </a:cubicBezTo>
                  <a:cubicBezTo>
                    <a:pt x="527796" y="57039"/>
                    <a:pt x="476033" y="54728"/>
                    <a:pt x="421498" y="49182"/>
                  </a:cubicBezTo>
                  <a:cubicBezTo>
                    <a:pt x="346164" y="41325"/>
                    <a:pt x="283309" y="36704"/>
                    <a:pt x="205665" y="40401"/>
                  </a:cubicBezTo>
                  <a:cubicBezTo>
                    <a:pt x="137264" y="43636"/>
                    <a:pt x="68401" y="40863"/>
                    <a:pt x="0" y="40863"/>
                  </a:cubicBezTo>
                  <a:cubicBezTo>
                    <a:pt x="17100" y="16830"/>
                    <a:pt x="53149" y="23301"/>
                    <a:pt x="79955" y="20528"/>
                  </a:cubicBezTo>
                  <a:cubicBezTo>
                    <a:pt x="141423" y="14519"/>
                    <a:pt x="202892" y="9898"/>
                    <a:pt x="264360" y="8049"/>
                  </a:cubicBezTo>
                  <a:cubicBezTo>
                    <a:pt x="348937" y="5276"/>
                    <a:pt x="430279" y="-1194"/>
                    <a:pt x="514856" y="192"/>
                  </a:cubicBezTo>
                  <a:cubicBezTo>
                    <a:pt x="621616" y="1579"/>
                    <a:pt x="745477" y="21452"/>
                    <a:pt x="849465" y="49644"/>
                  </a:cubicBezTo>
                  <a:cubicBezTo>
                    <a:pt x="830979" y="61199"/>
                    <a:pt x="749175" y="88466"/>
                    <a:pt x="725142" y="773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9"/>
          <p:cNvSpPr txBox="1"/>
          <p:nvPr>
            <p:ph type="title"/>
          </p:nvPr>
        </p:nvSpPr>
        <p:spPr>
          <a:xfrm>
            <a:off x="4669350" y="643125"/>
            <a:ext cx="3312900" cy="11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9" name="Google Shape;119;p9"/>
          <p:cNvSpPr txBox="1"/>
          <p:nvPr>
            <p:ph idx="1" type="subTitle"/>
          </p:nvPr>
        </p:nvSpPr>
        <p:spPr>
          <a:xfrm>
            <a:off x="4669350" y="1919575"/>
            <a:ext cx="33129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/>
          <p:nvPr>
            <p:ph idx="2" type="pic"/>
          </p:nvPr>
        </p:nvSpPr>
        <p:spPr>
          <a:xfrm>
            <a:off x="0" y="0"/>
            <a:ext cx="9144000" cy="51423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"/>
          <p:cNvSpPr txBox="1"/>
          <p:nvPr>
            <p:ph idx="1" type="body"/>
          </p:nvPr>
        </p:nvSpPr>
        <p:spPr>
          <a:xfrm>
            <a:off x="5473950" y="3652475"/>
            <a:ext cx="2764200" cy="764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>
            <p:ph hasCustomPrompt="1" type="title"/>
          </p:nvPr>
        </p:nvSpPr>
        <p:spPr>
          <a:xfrm>
            <a:off x="2102100" y="1573813"/>
            <a:ext cx="4939800" cy="113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5" name="Google Shape;125;p11"/>
          <p:cNvSpPr txBox="1"/>
          <p:nvPr>
            <p:ph idx="1" type="subTitle"/>
          </p:nvPr>
        </p:nvSpPr>
        <p:spPr>
          <a:xfrm>
            <a:off x="3372750" y="2884788"/>
            <a:ext cx="2468400" cy="6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26" name="Google Shape;126;p11"/>
          <p:cNvGrpSpPr/>
          <p:nvPr/>
        </p:nvGrpSpPr>
        <p:grpSpPr>
          <a:xfrm>
            <a:off x="-55598" y="3214071"/>
            <a:ext cx="9280090" cy="2035621"/>
            <a:chOff x="-55598" y="3214071"/>
            <a:chExt cx="9280090" cy="2035621"/>
          </a:xfrm>
        </p:grpSpPr>
        <p:sp>
          <p:nvSpPr>
            <p:cNvPr id="127" name="Google Shape;127;p11"/>
            <p:cNvSpPr/>
            <p:nvPr/>
          </p:nvSpPr>
          <p:spPr>
            <a:xfrm>
              <a:off x="6445430" y="4530760"/>
              <a:ext cx="697792" cy="543125"/>
            </a:xfrm>
            <a:custGeom>
              <a:rect b="b" l="l" r="r" t="t"/>
              <a:pathLst>
                <a:path extrusionOk="0" h="246595" w="316818">
                  <a:moveTo>
                    <a:pt x="182472" y="244610"/>
                  </a:moveTo>
                  <a:cubicBezTo>
                    <a:pt x="167682" y="215493"/>
                    <a:pt x="154741" y="193771"/>
                    <a:pt x="117768" y="191922"/>
                  </a:cubicBezTo>
                  <a:cubicBezTo>
                    <a:pt x="85878" y="190536"/>
                    <a:pt x="53989" y="203939"/>
                    <a:pt x="22099" y="193771"/>
                  </a:cubicBezTo>
                  <a:cubicBezTo>
                    <a:pt x="12856" y="190536"/>
                    <a:pt x="-6555" y="186376"/>
                    <a:pt x="2226" y="173436"/>
                  </a:cubicBezTo>
                  <a:cubicBezTo>
                    <a:pt x="10545" y="161419"/>
                    <a:pt x="30418" y="173436"/>
                    <a:pt x="40124" y="174822"/>
                  </a:cubicBezTo>
                  <a:cubicBezTo>
                    <a:pt x="77559" y="179444"/>
                    <a:pt x="60459" y="163730"/>
                    <a:pt x="50291" y="142008"/>
                  </a:cubicBezTo>
                  <a:cubicBezTo>
                    <a:pt x="70627" y="139697"/>
                    <a:pt x="87265" y="143857"/>
                    <a:pt x="96970" y="162806"/>
                  </a:cubicBezTo>
                  <a:cubicBezTo>
                    <a:pt x="106676" y="160495"/>
                    <a:pt x="132557" y="161419"/>
                    <a:pt x="139490" y="157260"/>
                  </a:cubicBezTo>
                  <a:cubicBezTo>
                    <a:pt x="152431" y="149403"/>
                    <a:pt x="139952" y="138311"/>
                    <a:pt x="134406" y="126757"/>
                  </a:cubicBezTo>
                  <a:cubicBezTo>
                    <a:pt x="161212" y="126757"/>
                    <a:pt x="164909" y="129530"/>
                    <a:pt x="185244" y="145243"/>
                  </a:cubicBezTo>
                  <a:cubicBezTo>
                    <a:pt x="209740" y="107808"/>
                    <a:pt x="140414" y="35709"/>
                    <a:pt x="194026" y="6131"/>
                  </a:cubicBezTo>
                  <a:cubicBezTo>
                    <a:pt x="255032" y="-27145"/>
                    <a:pt x="228226" y="84699"/>
                    <a:pt x="226378" y="110119"/>
                  </a:cubicBezTo>
                  <a:cubicBezTo>
                    <a:pt x="253183" y="123059"/>
                    <a:pt x="277678" y="75918"/>
                    <a:pt x="306333" y="104572"/>
                  </a:cubicBezTo>
                  <a:cubicBezTo>
                    <a:pt x="339147" y="137849"/>
                    <a:pt x="286459" y="142470"/>
                    <a:pt x="264275" y="149403"/>
                  </a:cubicBezTo>
                  <a:cubicBezTo>
                    <a:pt x="243940" y="155873"/>
                    <a:pt x="213437" y="169276"/>
                    <a:pt x="208353" y="193309"/>
                  </a:cubicBezTo>
                  <a:cubicBezTo>
                    <a:pt x="204656" y="210409"/>
                    <a:pt x="223605" y="221501"/>
                    <a:pt x="217596" y="237677"/>
                  </a:cubicBezTo>
                  <a:cubicBezTo>
                    <a:pt x="205580" y="238139"/>
                    <a:pt x="194488" y="251542"/>
                    <a:pt x="182472" y="2446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2114149" y="4477272"/>
              <a:ext cx="776828" cy="577447"/>
            </a:xfrm>
            <a:custGeom>
              <a:rect b="b" l="l" r="r" t="t"/>
              <a:pathLst>
                <a:path extrusionOk="0" h="262178" w="352703">
                  <a:moveTo>
                    <a:pt x="121088" y="248969"/>
                  </a:moveTo>
                  <a:cubicBezTo>
                    <a:pt x="125248" y="232794"/>
                    <a:pt x="126172" y="227247"/>
                    <a:pt x="116004" y="215693"/>
                  </a:cubicBezTo>
                  <a:cubicBezTo>
                    <a:pt x="112307" y="211534"/>
                    <a:pt x="105837" y="211996"/>
                    <a:pt x="102601" y="206450"/>
                  </a:cubicBezTo>
                  <a:cubicBezTo>
                    <a:pt x="99366" y="201366"/>
                    <a:pt x="103064" y="193971"/>
                    <a:pt x="99366" y="188888"/>
                  </a:cubicBezTo>
                  <a:cubicBezTo>
                    <a:pt x="92896" y="180106"/>
                    <a:pt x="68401" y="171787"/>
                    <a:pt x="58233" y="172249"/>
                  </a:cubicBezTo>
                  <a:cubicBezTo>
                    <a:pt x="48990" y="172712"/>
                    <a:pt x="41133" y="179644"/>
                    <a:pt x="30503" y="178720"/>
                  </a:cubicBezTo>
                  <a:cubicBezTo>
                    <a:pt x="20336" y="177795"/>
                    <a:pt x="9706" y="172712"/>
                    <a:pt x="0" y="169939"/>
                  </a:cubicBezTo>
                  <a:cubicBezTo>
                    <a:pt x="12016" y="147292"/>
                    <a:pt x="38360" y="170401"/>
                    <a:pt x="49452" y="155149"/>
                  </a:cubicBezTo>
                  <a:cubicBezTo>
                    <a:pt x="63317" y="135738"/>
                    <a:pt x="11092" y="121873"/>
                    <a:pt x="4160" y="103848"/>
                  </a:cubicBezTo>
                  <a:cubicBezTo>
                    <a:pt x="-6933" y="72883"/>
                    <a:pt x="17100" y="58094"/>
                    <a:pt x="33738" y="86748"/>
                  </a:cubicBezTo>
                  <a:cubicBezTo>
                    <a:pt x="39284" y="95992"/>
                    <a:pt x="36973" y="102924"/>
                    <a:pt x="47603" y="105235"/>
                  </a:cubicBezTo>
                  <a:cubicBezTo>
                    <a:pt x="57309" y="107084"/>
                    <a:pt x="64242" y="93681"/>
                    <a:pt x="74409" y="96454"/>
                  </a:cubicBezTo>
                  <a:cubicBezTo>
                    <a:pt x="74409" y="108470"/>
                    <a:pt x="71174" y="120487"/>
                    <a:pt x="71174" y="132503"/>
                  </a:cubicBezTo>
                  <a:cubicBezTo>
                    <a:pt x="70712" y="152838"/>
                    <a:pt x="71174" y="146830"/>
                    <a:pt x="86426" y="153301"/>
                  </a:cubicBezTo>
                  <a:cubicBezTo>
                    <a:pt x="91972" y="155611"/>
                    <a:pt x="94745" y="152838"/>
                    <a:pt x="100291" y="156998"/>
                  </a:cubicBezTo>
                  <a:cubicBezTo>
                    <a:pt x="106761" y="162082"/>
                    <a:pt x="107685" y="174560"/>
                    <a:pt x="114156" y="180106"/>
                  </a:cubicBezTo>
                  <a:cubicBezTo>
                    <a:pt x="128483" y="192585"/>
                    <a:pt x="134953" y="188888"/>
                    <a:pt x="139113" y="172712"/>
                  </a:cubicBezTo>
                  <a:cubicBezTo>
                    <a:pt x="141424" y="164393"/>
                    <a:pt x="141886" y="150990"/>
                    <a:pt x="136802" y="143595"/>
                  </a:cubicBezTo>
                  <a:cubicBezTo>
                    <a:pt x="132642" y="137587"/>
                    <a:pt x="125710" y="137587"/>
                    <a:pt x="122013" y="132503"/>
                  </a:cubicBezTo>
                  <a:cubicBezTo>
                    <a:pt x="112769" y="119100"/>
                    <a:pt x="122013" y="105235"/>
                    <a:pt x="117853" y="90446"/>
                  </a:cubicBezTo>
                  <a:cubicBezTo>
                    <a:pt x="112307" y="68724"/>
                    <a:pt x="92896" y="54396"/>
                    <a:pt x="104912" y="28977"/>
                  </a:cubicBezTo>
                  <a:cubicBezTo>
                    <a:pt x="110458" y="16499"/>
                    <a:pt x="130332" y="-4299"/>
                    <a:pt x="143734" y="785"/>
                  </a:cubicBezTo>
                  <a:cubicBezTo>
                    <a:pt x="143734" y="12339"/>
                    <a:pt x="125248" y="35910"/>
                    <a:pt x="134953" y="47002"/>
                  </a:cubicBezTo>
                  <a:cubicBezTo>
                    <a:pt x="145121" y="58556"/>
                    <a:pt x="158986" y="38221"/>
                    <a:pt x="169616" y="41918"/>
                  </a:cubicBezTo>
                  <a:cubicBezTo>
                    <a:pt x="189027" y="48850"/>
                    <a:pt x="164532" y="73808"/>
                    <a:pt x="157137" y="81202"/>
                  </a:cubicBezTo>
                  <a:cubicBezTo>
                    <a:pt x="152978" y="85362"/>
                    <a:pt x="139113" y="91832"/>
                    <a:pt x="139575" y="99689"/>
                  </a:cubicBezTo>
                  <a:cubicBezTo>
                    <a:pt x="140037" y="104311"/>
                    <a:pt x="146507" y="104311"/>
                    <a:pt x="147432" y="107084"/>
                  </a:cubicBezTo>
                  <a:cubicBezTo>
                    <a:pt x="149280" y="110781"/>
                    <a:pt x="156213" y="111243"/>
                    <a:pt x="158524" y="117251"/>
                  </a:cubicBezTo>
                  <a:cubicBezTo>
                    <a:pt x="161759" y="126033"/>
                    <a:pt x="152053" y="137587"/>
                    <a:pt x="152978" y="146830"/>
                  </a:cubicBezTo>
                  <a:cubicBezTo>
                    <a:pt x="154364" y="157922"/>
                    <a:pt x="166381" y="173636"/>
                    <a:pt x="180708" y="167628"/>
                  </a:cubicBezTo>
                  <a:cubicBezTo>
                    <a:pt x="200581" y="159771"/>
                    <a:pt x="183481" y="125570"/>
                    <a:pt x="187178" y="112167"/>
                  </a:cubicBezTo>
                  <a:cubicBezTo>
                    <a:pt x="191338" y="96454"/>
                    <a:pt x="218606" y="83513"/>
                    <a:pt x="233395" y="84437"/>
                  </a:cubicBezTo>
                  <a:cubicBezTo>
                    <a:pt x="234319" y="100613"/>
                    <a:pt x="220454" y="116789"/>
                    <a:pt x="219530" y="133889"/>
                  </a:cubicBezTo>
                  <a:cubicBezTo>
                    <a:pt x="226000" y="135738"/>
                    <a:pt x="232933" y="135276"/>
                    <a:pt x="239865" y="133427"/>
                  </a:cubicBezTo>
                  <a:cubicBezTo>
                    <a:pt x="223690" y="160695"/>
                    <a:pt x="230160" y="187963"/>
                    <a:pt x="261587" y="161157"/>
                  </a:cubicBezTo>
                  <a:cubicBezTo>
                    <a:pt x="279612" y="145906"/>
                    <a:pt x="293477" y="116789"/>
                    <a:pt x="318434" y="111243"/>
                  </a:cubicBezTo>
                  <a:cubicBezTo>
                    <a:pt x="346626" y="104773"/>
                    <a:pt x="356794" y="129730"/>
                    <a:pt x="351248" y="153763"/>
                  </a:cubicBezTo>
                  <a:cubicBezTo>
                    <a:pt x="347088" y="171325"/>
                    <a:pt x="336921" y="183804"/>
                    <a:pt x="318434" y="182879"/>
                  </a:cubicBezTo>
                  <a:cubicBezTo>
                    <a:pt x="310577" y="182417"/>
                    <a:pt x="302258" y="172712"/>
                    <a:pt x="297637" y="172712"/>
                  </a:cubicBezTo>
                  <a:cubicBezTo>
                    <a:pt x="278688" y="172712"/>
                    <a:pt x="269444" y="207374"/>
                    <a:pt x="244949" y="208298"/>
                  </a:cubicBezTo>
                  <a:cubicBezTo>
                    <a:pt x="222303" y="209223"/>
                    <a:pt x="197808" y="177795"/>
                    <a:pt x="178397" y="187963"/>
                  </a:cubicBezTo>
                  <a:cubicBezTo>
                    <a:pt x="154364" y="200904"/>
                    <a:pt x="161297" y="228172"/>
                    <a:pt x="164532" y="247121"/>
                  </a:cubicBezTo>
                  <a:cubicBezTo>
                    <a:pt x="168229" y="267918"/>
                    <a:pt x="161297" y="262835"/>
                    <a:pt x="142348" y="257288"/>
                  </a:cubicBezTo>
                  <a:cubicBezTo>
                    <a:pt x="137264" y="254978"/>
                    <a:pt x="128483" y="252204"/>
                    <a:pt x="121088" y="248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8578151" y="3486438"/>
              <a:ext cx="214125" cy="1195123"/>
            </a:xfrm>
            <a:custGeom>
              <a:rect b="b" l="l" r="r" t="t"/>
              <a:pathLst>
                <a:path extrusionOk="0" h="542621" w="97219">
                  <a:moveTo>
                    <a:pt x="41647" y="56847"/>
                  </a:moveTo>
                  <a:cubicBezTo>
                    <a:pt x="49967" y="82266"/>
                    <a:pt x="45807" y="113231"/>
                    <a:pt x="53202" y="140499"/>
                  </a:cubicBezTo>
                  <a:cubicBezTo>
                    <a:pt x="63832" y="179321"/>
                    <a:pt x="86940" y="212597"/>
                    <a:pt x="92486" y="253268"/>
                  </a:cubicBezTo>
                  <a:cubicBezTo>
                    <a:pt x="97108" y="290242"/>
                    <a:pt x="73999" y="309653"/>
                    <a:pt x="67991" y="342929"/>
                  </a:cubicBezTo>
                  <a:cubicBezTo>
                    <a:pt x="62907" y="370197"/>
                    <a:pt x="82781" y="383138"/>
                    <a:pt x="92486" y="405322"/>
                  </a:cubicBezTo>
                  <a:cubicBezTo>
                    <a:pt x="107738" y="441371"/>
                    <a:pt x="81856" y="461706"/>
                    <a:pt x="74924" y="493596"/>
                  </a:cubicBezTo>
                  <a:cubicBezTo>
                    <a:pt x="71226" y="509772"/>
                    <a:pt x="79083" y="514856"/>
                    <a:pt x="85091" y="531031"/>
                  </a:cubicBezTo>
                  <a:cubicBezTo>
                    <a:pt x="68916" y="540737"/>
                    <a:pt x="20388" y="549518"/>
                    <a:pt x="6061" y="534729"/>
                  </a:cubicBezTo>
                  <a:cubicBezTo>
                    <a:pt x="-8729" y="519477"/>
                    <a:pt x="7447" y="490823"/>
                    <a:pt x="13455" y="474647"/>
                  </a:cubicBezTo>
                  <a:cubicBezTo>
                    <a:pt x="25010" y="445068"/>
                    <a:pt x="27320" y="432590"/>
                    <a:pt x="18539" y="402086"/>
                  </a:cubicBezTo>
                  <a:cubicBezTo>
                    <a:pt x="6523" y="360491"/>
                    <a:pt x="12069" y="345702"/>
                    <a:pt x="30093" y="306880"/>
                  </a:cubicBezTo>
                  <a:cubicBezTo>
                    <a:pt x="46269" y="271755"/>
                    <a:pt x="48580" y="250957"/>
                    <a:pt x="35639" y="214446"/>
                  </a:cubicBezTo>
                  <a:cubicBezTo>
                    <a:pt x="20850" y="172389"/>
                    <a:pt x="2363" y="138651"/>
                    <a:pt x="12531" y="92434"/>
                  </a:cubicBezTo>
                  <a:cubicBezTo>
                    <a:pt x="19001" y="63317"/>
                    <a:pt x="31942" y="18949"/>
                    <a:pt x="56437" y="0"/>
                  </a:cubicBezTo>
                  <a:cubicBezTo>
                    <a:pt x="45345" y="18949"/>
                    <a:pt x="35177" y="36511"/>
                    <a:pt x="41647" y="568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8789468" y="3214071"/>
              <a:ext cx="224212" cy="1370173"/>
            </a:xfrm>
            <a:custGeom>
              <a:rect b="b" l="l" r="r" t="t"/>
              <a:pathLst>
                <a:path extrusionOk="0" h="622099" w="101799">
                  <a:moveTo>
                    <a:pt x="35106" y="609138"/>
                  </a:moveTo>
                  <a:cubicBezTo>
                    <a:pt x="7838" y="575862"/>
                    <a:pt x="53130" y="553678"/>
                    <a:pt x="37417" y="515780"/>
                  </a:cubicBezTo>
                  <a:cubicBezTo>
                    <a:pt x="27249" y="490823"/>
                    <a:pt x="3216" y="482966"/>
                    <a:pt x="13846" y="454774"/>
                  </a:cubicBezTo>
                  <a:cubicBezTo>
                    <a:pt x="24014" y="427506"/>
                    <a:pt x="45274" y="418724"/>
                    <a:pt x="37417" y="386835"/>
                  </a:cubicBezTo>
                  <a:cubicBezTo>
                    <a:pt x="29098" y="353559"/>
                    <a:pt x="12922" y="335996"/>
                    <a:pt x="26325" y="299947"/>
                  </a:cubicBezTo>
                  <a:cubicBezTo>
                    <a:pt x="38803" y="266671"/>
                    <a:pt x="66533" y="246336"/>
                    <a:pt x="41114" y="212135"/>
                  </a:cubicBezTo>
                  <a:cubicBezTo>
                    <a:pt x="12922" y="173775"/>
                    <a:pt x="-6951" y="149743"/>
                    <a:pt x="2292" y="97980"/>
                  </a:cubicBezTo>
                  <a:cubicBezTo>
                    <a:pt x="9225" y="60544"/>
                    <a:pt x="30946" y="33738"/>
                    <a:pt x="41576" y="0"/>
                  </a:cubicBezTo>
                  <a:cubicBezTo>
                    <a:pt x="27711" y="39746"/>
                    <a:pt x="16619" y="81804"/>
                    <a:pt x="30946" y="123861"/>
                  </a:cubicBezTo>
                  <a:cubicBezTo>
                    <a:pt x="45274" y="166843"/>
                    <a:pt x="95188" y="195497"/>
                    <a:pt x="98423" y="242176"/>
                  </a:cubicBezTo>
                  <a:cubicBezTo>
                    <a:pt x="99810" y="261587"/>
                    <a:pt x="90104" y="275452"/>
                    <a:pt x="85945" y="293939"/>
                  </a:cubicBezTo>
                  <a:cubicBezTo>
                    <a:pt x="80399" y="317972"/>
                    <a:pt x="86407" y="335996"/>
                    <a:pt x="95188" y="358180"/>
                  </a:cubicBezTo>
                  <a:cubicBezTo>
                    <a:pt x="110439" y="398851"/>
                    <a:pt x="76239" y="417800"/>
                    <a:pt x="76701" y="457084"/>
                  </a:cubicBezTo>
                  <a:cubicBezTo>
                    <a:pt x="77163" y="484352"/>
                    <a:pt x="103969" y="500528"/>
                    <a:pt x="101658" y="529183"/>
                  </a:cubicBezTo>
                  <a:cubicBezTo>
                    <a:pt x="100734" y="543048"/>
                    <a:pt x="91953" y="555526"/>
                    <a:pt x="91953" y="569854"/>
                  </a:cubicBezTo>
                  <a:cubicBezTo>
                    <a:pt x="91953" y="579559"/>
                    <a:pt x="98423" y="588802"/>
                    <a:pt x="95188" y="598046"/>
                  </a:cubicBezTo>
                  <a:cubicBezTo>
                    <a:pt x="88255" y="615608"/>
                    <a:pt x="32795" y="635944"/>
                    <a:pt x="35106" y="6091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1"/>
            <p:cNvSpPr/>
            <p:nvPr/>
          </p:nvSpPr>
          <p:spPr>
            <a:xfrm>
              <a:off x="135254" y="3526224"/>
              <a:ext cx="197384" cy="1085553"/>
            </a:xfrm>
            <a:custGeom>
              <a:rect b="b" l="l" r="r" t="t"/>
              <a:pathLst>
                <a:path extrusionOk="0" h="492873" w="89618">
                  <a:moveTo>
                    <a:pt x="35545" y="0"/>
                  </a:moveTo>
                  <a:cubicBezTo>
                    <a:pt x="23066" y="10630"/>
                    <a:pt x="19369" y="33276"/>
                    <a:pt x="14285" y="48528"/>
                  </a:cubicBezTo>
                  <a:cubicBezTo>
                    <a:pt x="3193" y="81804"/>
                    <a:pt x="-9748" y="117391"/>
                    <a:pt x="11050" y="149280"/>
                  </a:cubicBezTo>
                  <a:cubicBezTo>
                    <a:pt x="24915" y="170540"/>
                    <a:pt x="42477" y="183019"/>
                    <a:pt x="37856" y="210287"/>
                  </a:cubicBezTo>
                  <a:cubicBezTo>
                    <a:pt x="33234" y="236168"/>
                    <a:pt x="9663" y="254193"/>
                    <a:pt x="12898" y="282847"/>
                  </a:cubicBezTo>
                  <a:cubicBezTo>
                    <a:pt x="15209" y="302720"/>
                    <a:pt x="30461" y="316585"/>
                    <a:pt x="31847" y="336921"/>
                  </a:cubicBezTo>
                  <a:cubicBezTo>
                    <a:pt x="33234" y="358180"/>
                    <a:pt x="23991" y="377592"/>
                    <a:pt x="18445" y="397003"/>
                  </a:cubicBezTo>
                  <a:cubicBezTo>
                    <a:pt x="5966" y="437673"/>
                    <a:pt x="16596" y="449228"/>
                    <a:pt x="33696" y="482504"/>
                  </a:cubicBezTo>
                  <a:cubicBezTo>
                    <a:pt x="47561" y="488050"/>
                    <a:pt x="74367" y="494058"/>
                    <a:pt x="89618" y="492671"/>
                  </a:cubicBezTo>
                  <a:cubicBezTo>
                    <a:pt x="78526" y="478344"/>
                    <a:pt x="64199" y="460320"/>
                    <a:pt x="57267" y="442757"/>
                  </a:cubicBezTo>
                  <a:cubicBezTo>
                    <a:pt x="48485" y="421498"/>
                    <a:pt x="56342" y="406246"/>
                    <a:pt x="63275" y="384986"/>
                  </a:cubicBezTo>
                  <a:cubicBezTo>
                    <a:pt x="71132" y="360029"/>
                    <a:pt x="75291" y="339694"/>
                    <a:pt x="63275" y="316123"/>
                  </a:cubicBezTo>
                  <a:cubicBezTo>
                    <a:pt x="54494" y="298561"/>
                    <a:pt x="42015" y="288855"/>
                    <a:pt x="42015" y="268982"/>
                  </a:cubicBezTo>
                  <a:cubicBezTo>
                    <a:pt x="42015" y="241714"/>
                    <a:pt x="63737" y="219530"/>
                    <a:pt x="64661" y="191338"/>
                  </a:cubicBezTo>
                  <a:cubicBezTo>
                    <a:pt x="65123" y="167305"/>
                    <a:pt x="55418" y="154826"/>
                    <a:pt x="42015" y="136340"/>
                  </a:cubicBezTo>
                  <a:cubicBezTo>
                    <a:pt x="26301" y="114156"/>
                    <a:pt x="17058" y="90123"/>
                    <a:pt x="18907" y="62393"/>
                  </a:cubicBezTo>
                  <a:cubicBezTo>
                    <a:pt x="20755" y="41595"/>
                    <a:pt x="29999" y="19873"/>
                    <a:pt x="355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1"/>
            <p:cNvSpPr/>
            <p:nvPr/>
          </p:nvSpPr>
          <p:spPr>
            <a:xfrm>
              <a:off x="244118" y="3421153"/>
              <a:ext cx="258924" cy="1246959"/>
            </a:xfrm>
            <a:custGeom>
              <a:rect b="b" l="l" r="r" t="t"/>
              <a:pathLst>
                <a:path extrusionOk="0" h="566156" w="117559">
                  <a:moveTo>
                    <a:pt x="50926" y="0"/>
                  </a:moveTo>
                  <a:cubicBezTo>
                    <a:pt x="23196" y="18025"/>
                    <a:pt x="1474" y="52687"/>
                    <a:pt x="88" y="85963"/>
                  </a:cubicBezTo>
                  <a:cubicBezTo>
                    <a:pt x="-1761" y="130332"/>
                    <a:pt x="25969" y="140037"/>
                    <a:pt x="47691" y="171927"/>
                  </a:cubicBezTo>
                  <a:cubicBezTo>
                    <a:pt x="69413" y="204278"/>
                    <a:pt x="51388" y="232471"/>
                    <a:pt x="40296" y="265747"/>
                  </a:cubicBezTo>
                  <a:cubicBezTo>
                    <a:pt x="35213" y="280998"/>
                    <a:pt x="29667" y="296250"/>
                    <a:pt x="37523" y="311964"/>
                  </a:cubicBezTo>
                  <a:cubicBezTo>
                    <a:pt x="43994" y="325366"/>
                    <a:pt x="62943" y="331375"/>
                    <a:pt x="65716" y="347088"/>
                  </a:cubicBezTo>
                  <a:cubicBezTo>
                    <a:pt x="70337" y="372046"/>
                    <a:pt x="36599" y="399776"/>
                    <a:pt x="36137" y="427044"/>
                  </a:cubicBezTo>
                  <a:cubicBezTo>
                    <a:pt x="36137" y="439060"/>
                    <a:pt x="42145" y="449690"/>
                    <a:pt x="41683" y="462168"/>
                  </a:cubicBezTo>
                  <a:cubicBezTo>
                    <a:pt x="41221" y="475109"/>
                    <a:pt x="34750" y="486663"/>
                    <a:pt x="31053" y="498680"/>
                  </a:cubicBezTo>
                  <a:cubicBezTo>
                    <a:pt x="19037" y="538888"/>
                    <a:pt x="61094" y="554140"/>
                    <a:pt x="88824" y="566156"/>
                  </a:cubicBezTo>
                  <a:cubicBezTo>
                    <a:pt x="75421" y="546283"/>
                    <a:pt x="73573" y="530107"/>
                    <a:pt x="84665" y="508385"/>
                  </a:cubicBezTo>
                  <a:cubicBezTo>
                    <a:pt x="91135" y="494982"/>
                    <a:pt x="98067" y="490361"/>
                    <a:pt x="96681" y="474185"/>
                  </a:cubicBezTo>
                  <a:cubicBezTo>
                    <a:pt x="95757" y="460782"/>
                    <a:pt x="84202" y="452001"/>
                    <a:pt x="82354" y="439522"/>
                  </a:cubicBezTo>
                  <a:cubicBezTo>
                    <a:pt x="75883" y="403935"/>
                    <a:pt x="126722" y="379902"/>
                    <a:pt x="116092" y="339232"/>
                  </a:cubicBezTo>
                  <a:cubicBezTo>
                    <a:pt x="107773" y="307804"/>
                    <a:pt x="74035" y="299023"/>
                    <a:pt x="77270" y="262974"/>
                  </a:cubicBezTo>
                  <a:cubicBezTo>
                    <a:pt x="80967" y="223227"/>
                    <a:pt x="109622" y="185792"/>
                    <a:pt x="84665" y="148356"/>
                  </a:cubicBezTo>
                  <a:cubicBezTo>
                    <a:pt x="66640" y="121550"/>
                    <a:pt x="43532" y="105374"/>
                    <a:pt x="38910" y="72098"/>
                  </a:cubicBezTo>
                  <a:cubicBezTo>
                    <a:pt x="34750" y="46217"/>
                    <a:pt x="41221" y="22184"/>
                    <a:pt x="50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1"/>
            <p:cNvSpPr/>
            <p:nvPr/>
          </p:nvSpPr>
          <p:spPr>
            <a:xfrm>
              <a:off x="505640" y="3624154"/>
              <a:ext cx="157415" cy="1082055"/>
            </a:xfrm>
            <a:custGeom>
              <a:rect b="b" l="l" r="r" t="t"/>
              <a:pathLst>
                <a:path extrusionOk="0" h="491285" w="71471">
                  <a:moveTo>
                    <a:pt x="57226" y="491285"/>
                  </a:moveTo>
                  <a:cubicBezTo>
                    <a:pt x="44747" y="481579"/>
                    <a:pt x="20252" y="485739"/>
                    <a:pt x="8236" y="476033"/>
                  </a:cubicBezTo>
                  <a:cubicBezTo>
                    <a:pt x="-18107" y="454312"/>
                    <a:pt x="28572" y="406708"/>
                    <a:pt x="12858" y="375743"/>
                  </a:cubicBezTo>
                  <a:cubicBezTo>
                    <a:pt x="2228" y="354021"/>
                    <a:pt x="-545" y="352635"/>
                    <a:pt x="9160" y="326753"/>
                  </a:cubicBezTo>
                  <a:cubicBezTo>
                    <a:pt x="17017" y="305956"/>
                    <a:pt x="38739" y="283309"/>
                    <a:pt x="35042" y="260201"/>
                  </a:cubicBezTo>
                  <a:cubicBezTo>
                    <a:pt x="31345" y="235244"/>
                    <a:pt x="3614" y="219992"/>
                    <a:pt x="1304" y="195035"/>
                  </a:cubicBezTo>
                  <a:cubicBezTo>
                    <a:pt x="-1469" y="167305"/>
                    <a:pt x="29496" y="156213"/>
                    <a:pt x="30882" y="133105"/>
                  </a:cubicBezTo>
                  <a:cubicBezTo>
                    <a:pt x="32269" y="109996"/>
                    <a:pt x="-1932" y="101215"/>
                    <a:pt x="1304" y="73947"/>
                  </a:cubicBezTo>
                  <a:cubicBezTo>
                    <a:pt x="4539" y="47141"/>
                    <a:pt x="20252" y="22646"/>
                    <a:pt x="33655" y="0"/>
                  </a:cubicBezTo>
                  <a:cubicBezTo>
                    <a:pt x="25798" y="18487"/>
                    <a:pt x="19328" y="43444"/>
                    <a:pt x="23950" y="62855"/>
                  </a:cubicBezTo>
                  <a:cubicBezTo>
                    <a:pt x="30882" y="91509"/>
                    <a:pt x="60461" y="103526"/>
                    <a:pt x="66007" y="130794"/>
                  </a:cubicBezTo>
                  <a:cubicBezTo>
                    <a:pt x="69704" y="148818"/>
                    <a:pt x="57688" y="162683"/>
                    <a:pt x="50293" y="177935"/>
                  </a:cubicBezTo>
                  <a:cubicBezTo>
                    <a:pt x="42437" y="193649"/>
                    <a:pt x="44285" y="196422"/>
                    <a:pt x="53529" y="211211"/>
                  </a:cubicBezTo>
                  <a:cubicBezTo>
                    <a:pt x="73402" y="244025"/>
                    <a:pt x="78486" y="268520"/>
                    <a:pt x="59999" y="302258"/>
                  </a:cubicBezTo>
                  <a:cubicBezTo>
                    <a:pt x="43361" y="332761"/>
                    <a:pt x="51218" y="340618"/>
                    <a:pt x="60461" y="369735"/>
                  </a:cubicBezTo>
                  <a:cubicBezTo>
                    <a:pt x="66932" y="390070"/>
                    <a:pt x="49831" y="409943"/>
                    <a:pt x="47058" y="429817"/>
                  </a:cubicBezTo>
                  <a:cubicBezTo>
                    <a:pt x="43361" y="451539"/>
                    <a:pt x="51680" y="471874"/>
                    <a:pt x="57226" y="4912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-55598" y="4489778"/>
              <a:ext cx="3143353" cy="716048"/>
            </a:xfrm>
            <a:custGeom>
              <a:rect b="b" l="l" r="r" t="t"/>
              <a:pathLst>
                <a:path extrusionOk="0" h="325107" w="1427175">
                  <a:moveTo>
                    <a:pt x="10630" y="2514"/>
                  </a:moveTo>
                  <a:cubicBezTo>
                    <a:pt x="10630" y="2514"/>
                    <a:pt x="86888" y="-11813"/>
                    <a:pt x="195497" y="27934"/>
                  </a:cubicBezTo>
                  <a:cubicBezTo>
                    <a:pt x="304107" y="67680"/>
                    <a:pt x="441833" y="165660"/>
                    <a:pt x="525023" y="179987"/>
                  </a:cubicBezTo>
                  <a:cubicBezTo>
                    <a:pt x="608214" y="194314"/>
                    <a:pt x="966856" y="194314"/>
                    <a:pt x="1104582" y="212801"/>
                  </a:cubicBezTo>
                  <a:cubicBezTo>
                    <a:pt x="1242308" y="230826"/>
                    <a:pt x="1427176" y="299688"/>
                    <a:pt x="1427176" y="299688"/>
                  </a:cubicBezTo>
                  <a:lnTo>
                    <a:pt x="0" y="325108"/>
                  </a:lnTo>
                  <a:lnTo>
                    <a:pt x="10630" y="25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6114729" y="4492014"/>
              <a:ext cx="3109763" cy="757678"/>
            </a:xfrm>
            <a:custGeom>
              <a:rect b="b" l="l" r="r" t="t"/>
              <a:pathLst>
                <a:path extrusionOk="0" h="344008" w="1411924">
                  <a:moveTo>
                    <a:pt x="0" y="306532"/>
                  </a:moveTo>
                  <a:cubicBezTo>
                    <a:pt x="41133" y="310692"/>
                    <a:pt x="75334" y="316238"/>
                    <a:pt x="115080" y="300524"/>
                  </a:cubicBezTo>
                  <a:cubicBezTo>
                    <a:pt x="169154" y="279264"/>
                    <a:pt x="216757" y="245988"/>
                    <a:pt x="274066" y="229812"/>
                  </a:cubicBezTo>
                  <a:cubicBezTo>
                    <a:pt x="352172" y="207628"/>
                    <a:pt x="447379" y="216872"/>
                    <a:pt x="527796" y="216872"/>
                  </a:cubicBezTo>
                  <a:cubicBezTo>
                    <a:pt x="558300" y="216872"/>
                    <a:pt x="590189" y="220107"/>
                    <a:pt x="619306" y="210863"/>
                  </a:cubicBezTo>
                  <a:cubicBezTo>
                    <a:pt x="661825" y="196998"/>
                    <a:pt x="696488" y="161411"/>
                    <a:pt x="736696" y="142462"/>
                  </a:cubicBezTo>
                  <a:cubicBezTo>
                    <a:pt x="809719" y="108262"/>
                    <a:pt x="872574" y="111959"/>
                    <a:pt x="949294" y="111959"/>
                  </a:cubicBezTo>
                  <a:cubicBezTo>
                    <a:pt x="1007527" y="111959"/>
                    <a:pt x="1067147" y="91624"/>
                    <a:pt x="1120758" y="69440"/>
                  </a:cubicBezTo>
                  <a:cubicBezTo>
                    <a:pt x="1178067" y="46331"/>
                    <a:pt x="1227981" y="9358"/>
                    <a:pt x="1291298" y="1039"/>
                  </a:cubicBezTo>
                  <a:cubicBezTo>
                    <a:pt x="1333818" y="-4045"/>
                    <a:pt x="1371253" y="10744"/>
                    <a:pt x="1411924" y="19064"/>
                  </a:cubicBezTo>
                  <a:cubicBezTo>
                    <a:pt x="1411462" y="90700"/>
                    <a:pt x="1403143" y="160487"/>
                    <a:pt x="1395748" y="231661"/>
                  </a:cubicBezTo>
                  <a:cubicBezTo>
                    <a:pt x="1389278" y="291281"/>
                    <a:pt x="1396673" y="316238"/>
                    <a:pt x="1335204" y="313003"/>
                  </a:cubicBezTo>
                  <a:cubicBezTo>
                    <a:pt x="1269114" y="309305"/>
                    <a:pt x="1201638" y="318549"/>
                    <a:pt x="1135086" y="318549"/>
                  </a:cubicBezTo>
                  <a:cubicBezTo>
                    <a:pt x="1050509" y="318549"/>
                    <a:pt x="970091" y="339808"/>
                    <a:pt x="886439" y="343506"/>
                  </a:cubicBezTo>
                  <a:cubicBezTo>
                    <a:pt x="824970" y="346279"/>
                    <a:pt x="763502" y="336573"/>
                    <a:pt x="701572" y="338884"/>
                  </a:cubicBezTo>
                  <a:cubicBezTo>
                    <a:pt x="642876" y="341195"/>
                    <a:pt x="583719" y="339808"/>
                    <a:pt x="525023" y="334262"/>
                  </a:cubicBezTo>
                  <a:cubicBezTo>
                    <a:pt x="438136" y="325943"/>
                    <a:pt x="354946" y="313465"/>
                    <a:pt x="267134" y="316238"/>
                  </a:cubicBezTo>
                  <a:cubicBezTo>
                    <a:pt x="207052" y="318086"/>
                    <a:pt x="148818" y="327792"/>
                    <a:pt x="89199" y="325481"/>
                  </a:cubicBezTo>
                  <a:cubicBezTo>
                    <a:pt x="61469" y="324095"/>
                    <a:pt x="24033" y="318549"/>
                    <a:pt x="0" y="3065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1"/>
          <p:cNvGrpSpPr/>
          <p:nvPr/>
        </p:nvGrpSpPr>
        <p:grpSpPr>
          <a:xfrm>
            <a:off x="-1002597" y="-238407"/>
            <a:ext cx="10690299" cy="3084457"/>
            <a:chOff x="-1002597" y="-238407"/>
            <a:chExt cx="10690299" cy="3084457"/>
          </a:xfrm>
        </p:grpSpPr>
        <p:sp>
          <p:nvSpPr>
            <p:cNvPr id="137" name="Google Shape;137;p11"/>
            <p:cNvSpPr/>
            <p:nvPr/>
          </p:nvSpPr>
          <p:spPr>
            <a:xfrm rot="8986330">
              <a:off x="-887589" y="477657"/>
              <a:ext cx="3201619" cy="1321584"/>
            </a:xfrm>
            <a:custGeom>
              <a:rect b="b" l="l" r="r" t="t"/>
              <a:pathLst>
                <a:path extrusionOk="0" h="733155" w="1776113">
                  <a:moveTo>
                    <a:pt x="1386968" y="65954"/>
                  </a:moveTo>
                  <a:cubicBezTo>
                    <a:pt x="1266804" y="130657"/>
                    <a:pt x="1164202" y="224940"/>
                    <a:pt x="1041728" y="285021"/>
                  </a:cubicBezTo>
                  <a:cubicBezTo>
                    <a:pt x="937278" y="336322"/>
                    <a:pt x="822198" y="361741"/>
                    <a:pt x="716361" y="409807"/>
                  </a:cubicBezTo>
                  <a:cubicBezTo>
                    <a:pt x="623465" y="452326"/>
                    <a:pt x="536578" y="512408"/>
                    <a:pt x="436287" y="531357"/>
                  </a:cubicBezTo>
                  <a:cubicBezTo>
                    <a:pt x="360029" y="545684"/>
                    <a:pt x="281923" y="535055"/>
                    <a:pt x="204279" y="539676"/>
                  </a:cubicBezTo>
                  <a:cubicBezTo>
                    <a:pt x="127096" y="544298"/>
                    <a:pt x="43906" y="568331"/>
                    <a:pt x="0" y="632110"/>
                  </a:cubicBezTo>
                  <a:cubicBezTo>
                    <a:pt x="8319" y="638118"/>
                    <a:pt x="24495" y="649210"/>
                    <a:pt x="32352" y="655218"/>
                  </a:cubicBezTo>
                  <a:cubicBezTo>
                    <a:pt x="115542" y="581734"/>
                    <a:pt x="244025" y="595136"/>
                    <a:pt x="348475" y="632572"/>
                  </a:cubicBezTo>
                  <a:cubicBezTo>
                    <a:pt x="452925" y="670008"/>
                    <a:pt x="553216" y="728241"/>
                    <a:pt x="664136" y="732863"/>
                  </a:cubicBezTo>
                  <a:cubicBezTo>
                    <a:pt x="808795" y="738871"/>
                    <a:pt x="941437" y="651521"/>
                    <a:pt x="1043114" y="548457"/>
                  </a:cubicBezTo>
                  <a:cubicBezTo>
                    <a:pt x="1144791" y="445394"/>
                    <a:pt x="1226595" y="322919"/>
                    <a:pt x="1336129" y="228175"/>
                  </a:cubicBezTo>
                  <a:cubicBezTo>
                    <a:pt x="1445663" y="133430"/>
                    <a:pt x="1595405" y="66878"/>
                    <a:pt x="1734518" y="106625"/>
                  </a:cubicBezTo>
                  <a:cubicBezTo>
                    <a:pt x="1745148" y="82130"/>
                    <a:pt x="1765483" y="64567"/>
                    <a:pt x="1776113" y="40072"/>
                  </a:cubicBezTo>
                  <a:cubicBezTo>
                    <a:pt x="1660109" y="-30639"/>
                    <a:pt x="1506669" y="1250"/>
                    <a:pt x="1386968" y="65954"/>
                  </a:cubicBezTo>
                  <a:close/>
                  <a:moveTo>
                    <a:pt x="1058828" y="456948"/>
                  </a:moveTo>
                  <a:cubicBezTo>
                    <a:pt x="1020468" y="523962"/>
                    <a:pt x="961773" y="577112"/>
                    <a:pt x="892910" y="611312"/>
                  </a:cubicBezTo>
                  <a:cubicBezTo>
                    <a:pt x="818963" y="648286"/>
                    <a:pt x="758419" y="685721"/>
                    <a:pt x="670607" y="667697"/>
                  </a:cubicBezTo>
                  <a:cubicBezTo>
                    <a:pt x="633171" y="659840"/>
                    <a:pt x="592500" y="637194"/>
                    <a:pt x="588803" y="598834"/>
                  </a:cubicBezTo>
                  <a:cubicBezTo>
                    <a:pt x="586030" y="570179"/>
                    <a:pt x="605441" y="543836"/>
                    <a:pt x="626238" y="523500"/>
                  </a:cubicBezTo>
                  <a:cubicBezTo>
                    <a:pt x="723293" y="427369"/>
                    <a:pt x="861020" y="382539"/>
                    <a:pt x="996897" y="366825"/>
                  </a:cubicBezTo>
                  <a:cubicBezTo>
                    <a:pt x="1022317" y="364052"/>
                    <a:pt x="1052358" y="364052"/>
                    <a:pt x="1067147" y="384850"/>
                  </a:cubicBezTo>
                  <a:cubicBezTo>
                    <a:pt x="1081937" y="406110"/>
                    <a:pt x="1071768" y="434764"/>
                    <a:pt x="1058828" y="4569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1"/>
            <p:cNvSpPr/>
            <p:nvPr/>
          </p:nvSpPr>
          <p:spPr>
            <a:xfrm flipH="1" rot="5108635">
              <a:off x="7467221" y="695677"/>
              <a:ext cx="2894782" cy="1305815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1"/>
          <p:cNvGrpSpPr/>
          <p:nvPr/>
        </p:nvGrpSpPr>
        <p:grpSpPr>
          <a:xfrm>
            <a:off x="1191900" y="134350"/>
            <a:ext cx="7238875" cy="4801550"/>
            <a:chOff x="1191900" y="134350"/>
            <a:chExt cx="7238875" cy="4801550"/>
          </a:xfrm>
        </p:grpSpPr>
        <p:grpSp>
          <p:nvGrpSpPr>
            <p:cNvPr id="140" name="Google Shape;140;p11"/>
            <p:cNvGrpSpPr/>
            <p:nvPr/>
          </p:nvGrpSpPr>
          <p:grpSpPr>
            <a:xfrm>
              <a:off x="2893825" y="134350"/>
              <a:ext cx="5536950" cy="4801550"/>
              <a:chOff x="2893825" y="134350"/>
              <a:chExt cx="5536950" cy="4801550"/>
            </a:xfrm>
          </p:grpSpPr>
          <p:sp>
            <p:nvSpPr>
              <p:cNvPr id="141" name="Google Shape;141;p11"/>
              <p:cNvSpPr/>
              <p:nvPr/>
            </p:nvSpPr>
            <p:spPr>
              <a:xfrm>
                <a:off x="8293975" y="471100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42" name="Google Shape;142;p11"/>
              <p:cNvSpPr/>
              <p:nvPr/>
            </p:nvSpPr>
            <p:spPr>
              <a:xfrm>
                <a:off x="4759825" y="13435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43" name="Google Shape;143;p11"/>
              <p:cNvSpPr/>
              <p:nvPr/>
            </p:nvSpPr>
            <p:spPr>
              <a:xfrm>
                <a:off x="2893825" y="539500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44" name="Google Shape;144;p11"/>
              <p:cNvSpPr/>
              <p:nvPr/>
            </p:nvSpPr>
            <p:spPr>
              <a:xfrm>
                <a:off x="4046450" y="482940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  <p:sp>
          <p:nvSpPr>
            <p:cNvPr id="145" name="Google Shape;145;p11"/>
            <p:cNvSpPr/>
            <p:nvPr/>
          </p:nvSpPr>
          <p:spPr>
            <a:xfrm>
              <a:off x="1191900" y="432992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7888725" y="396577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3"/>
          <p:cNvGrpSpPr/>
          <p:nvPr/>
        </p:nvGrpSpPr>
        <p:grpSpPr>
          <a:xfrm>
            <a:off x="-353251" y="-850444"/>
            <a:ext cx="10076739" cy="6438594"/>
            <a:chOff x="-353251" y="-850444"/>
            <a:chExt cx="10076739" cy="6438594"/>
          </a:xfrm>
        </p:grpSpPr>
        <p:sp>
          <p:nvSpPr>
            <p:cNvPr id="150" name="Google Shape;150;p13"/>
            <p:cNvSpPr/>
            <p:nvPr/>
          </p:nvSpPr>
          <p:spPr>
            <a:xfrm flipH="1" rot="-660028">
              <a:off x="-168718" y="49393"/>
              <a:ext cx="9707673" cy="2868916"/>
            </a:xfrm>
            <a:custGeom>
              <a:rect b="b" l="l" r="r" t="t"/>
              <a:pathLst>
                <a:path extrusionOk="0" h="1128738" w="3819359">
                  <a:moveTo>
                    <a:pt x="3813351" y="445530"/>
                  </a:moveTo>
                  <a:cubicBezTo>
                    <a:pt x="3797175" y="455698"/>
                    <a:pt x="3780999" y="465866"/>
                    <a:pt x="3765747" y="477420"/>
                  </a:cubicBezTo>
                  <a:cubicBezTo>
                    <a:pt x="3673776" y="547207"/>
                    <a:pt x="3572561" y="623003"/>
                    <a:pt x="3510630" y="706655"/>
                  </a:cubicBezTo>
                  <a:cubicBezTo>
                    <a:pt x="3443616" y="797703"/>
                    <a:pt x="3382610" y="888750"/>
                    <a:pt x="3259673" y="954840"/>
                  </a:cubicBezTo>
                  <a:cubicBezTo>
                    <a:pt x="3148291" y="1014460"/>
                    <a:pt x="2965272" y="1044038"/>
                    <a:pt x="2824311" y="1036644"/>
                  </a:cubicBezTo>
                  <a:cubicBezTo>
                    <a:pt x="2649149" y="1027400"/>
                    <a:pt x="2516507" y="945134"/>
                    <a:pt x="2448106" y="843919"/>
                  </a:cubicBezTo>
                  <a:cubicBezTo>
                    <a:pt x="2367226" y="724680"/>
                    <a:pt x="2360756" y="575862"/>
                    <a:pt x="2486928" y="468177"/>
                  </a:cubicBezTo>
                  <a:cubicBezTo>
                    <a:pt x="2541464" y="421498"/>
                    <a:pt x="2632049" y="405784"/>
                    <a:pt x="2713852" y="391919"/>
                  </a:cubicBezTo>
                  <a:cubicBezTo>
                    <a:pt x="2794732" y="378054"/>
                    <a:pt x="2870527" y="356332"/>
                    <a:pt x="2951869" y="342929"/>
                  </a:cubicBezTo>
                  <a:cubicBezTo>
                    <a:pt x="3141358" y="312426"/>
                    <a:pt x="3326226" y="294401"/>
                    <a:pt x="3501387" y="231084"/>
                  </a:cubicBezTo>
                  <a:cubicBezTo>
                    <a:pt x="3582729" y="201505"/>
                    <a:pt x="3669617" y="171002"/>
                    <a:pt x="3741715" y="132642"/>
                  </a:cubicBezTo>
                  <a:cubicBezTo>
                    <a:pt x="3759277" y="123399"/>
                    <a:pt x="3776377" y="108610"/>
                    <a:pt x="3794864" y="97518"/>
                  </a:cubicBezTo>
                  <a:lnTo>
                    <a:pt x="3790705" y="16638"/>
                  </a:lnTo>
                  <a:cubicBezTo>
                    <a:pt x="3772680" y="55922"/>
                    <a:pt x="3670541" y="89198"/>
                    <a:pt x="3621551" y="109534"/>
                  </a:cubicBezTo>
                  <a:cubicBezTo>
                    <a:pt x="3518025" y="152978"/>
                    <a:pt x="3410340" y="188103"/>
                    <a:pt x="3295260" y="215833"/>
                  </a:cubicBezTo>
                  <a:cubicBezTo>
                    <a:pt x="3104385" y="262049"/>
                    <a:pt x="2898720" y="286082"/>
                    <a:pt x="2696290" y="279612"/>
                  </a:cubicBezTo>
                  <a:cubicBezTo>
                    <a:pt x="2429619" y="271755"/>
                    <a:pt x="2179124" y="225538"/>
                    <a:pt x="1920772" y="188103"/>
                  </a:cubicBezTo>
                  <a:cubicBezTo>
                    <a:pt x="1719266" y="158986"/>
                    <a:pt x="1515912" y="101677"/>
                    <a:pt x="1308861" y="100753"/>
                  </a:cubicBezTo>
                  <a:cubicBezTo>
                    <a:pt x="1155421" y="100291"/>
                    <a:pt x="1018157" y="124323"/>
                    <a:pt x="871187" y="148818"/>
                  </a:cubicBezTo>
                  <a:cubicBezTo>
                    <a:pt x="736696" y="171464"/>
                    <a:pt x="624389" y="182094"/>
                    <a:pt x="486201" y="171464"/>
                  </a:cubicBezTo>
                  <a:cubicBezTo>
                    <a:pt x="312426" y="158062"/>
                    <a:pt x="140037" y="97055"/>
                    <a:pt x="40209" y="0"/>
                  </a:cubicBezTo>
                  <a:lnTo>
                    <a:pt x="32352" y="177473"/>
                  </a:lnTo>
                  <a:cubicBezTo>
                    <a:pt x="111845" y="171002"/>
                    <a:pt x="202430" y="241252"/>
                    <a:pt x="268058" y="262049"/>
                  </a:cubicBezTo>
                  <a:cubicBezTo>
                    <a:pt x="395154" y="302258"/>
                    <a:pt x="507461" y="261587"/>
                    <a:pt x="635019" y="268982"/>
                  </a:cubicBezTo>
                  <a:cubicBezTo>
                    <a:pt x="874422" y="282847"/>
                    <a:pt x="818038" y="461706"/>
                    <a:pt x="783838" y="573551"/>
                  </a:cubicBezTo>
                  <a:cubicBezTo>
                    <a:pt x="763964" y="637792"/>
                    <a:pt x="740856" y="714512"/>
                    <a:pt x="676152" y="766737"/>
                  </a:cubicBezTo>
                  <a:cubicBezTo>
                    <a:pt x="598508" y="830054"/>
                    <a:pt x="458933" y="879044"/>
                    <a:pt x="335996" y="882279"/>
                  </a:cubicBezTo>
                  <a:cubicBezTo>
                    <a:pt x="219992" y="885515"/>
                    <a:pt x="87812" y="855474"/>
                    <a:pt x="6008" y="798165"/>
                  </a:cubicBezTo>
                  <a:lnTo>
                    <a:pt x="0" y="938664"/>
                  </a:lnTo>
                  <a:cubicBezTo>
                    <a:pt x="38822" y="938664"/>
                    <a:pt x="63317" y="946983"/>
                    <a:pt x="102139" y="951605"/>
                  </a:cubicBezTo>
                  <a:cubicBezTo>
                    <a:pt x="208438" y="964545"/>
                    <a:pt x="302258" y="968705"/>
                    <a:pt x="408557" y="951605"/>
                  </a:cubicBezTo>
                  <a:cubicBezTo>
                    <a:pt x="618843" y="918328"/>
                    <a:pt x="794930" y="830054"/>
                    <a:pt x="952529" y="734386"/>
                  </a:cubicBezTo>
                  <a:cubicBezTo>
                    <a:pt x="1117523" y="634095"/>
                    <a:pt x="1289912" y="538888"/>
                    <a:pt x="1505282" y="489898"/>
                  </a:cubicBezTo>
                  <a:cubicBezTo>
                    <a:pt x="1630530" y="461706"/>
                    <a:pt x="1759937" y="465866"/>
                    <a:pt x="1862076" y="527796"/>
                  </a:cubicBezTo>
                  <a:cubicBezTo>
                    <a:pt x="1994256" y="608214"/>
                    <a:pt x="2040935" y="728839"/>
                    <a:pt x="2135680" y="825895"/>
                  </a:cubicBezTo>
                  <a:cubicBezTo>
                    <a:pt x="2222105" y="914631"/>
                    <a:pt x="2351512" y="1001519"/>
                    <a:pt x="2482768" y="1061139"/>
                  </a:cubicBezTo>
                  <a:cubicBezTo>
                    <a:pt x="2693979" y="1156807"/>
                    <a:pt x="2992078" y="1142018"/>
                    <a:pt x="3215305" y="1072231"/>
                  </a:cubicBezTo>
                  <a:cubicBezTo>
                    <a:pt x="3328074" y="1036644"/>
                    <a:pt x="3448700" y="985343"/>
                    <a:pt x="3520336" y="916480"/>
                  </a:cubicBezTo>
                  <a:cubicBezTo>
                    <a:pt x="3571637" y="867028"/>
                    <a:pt x="3597980" y="812030"/>
                    <a:pt x="3631719" y="757032"/>
                  </a:cubicBezTo>
                  <a:cubicBezTo>
                    <a:pt x="3677935" y="681236"/>
                    <a:pt x="3736169" y="622541"/>
                    <a:pt x="3819359" y="564770"/>
                  </a:cubicBezTo>
                  <a:lnTo>
                    <a:pt x="3813351" y="445530"/>
                  </a:lnTo>
                  <a:close/>
                  <a:moveTo>
                    <a:pt x="1679520" y="326753"/>
                  </a:moveTo>
                  <a:cubicBezTo>
                    <a:pt x="1651327" y="424271"/>
                    <a:pt x="1459528" y="413641"/>
                    <a:pt x="1351380" y="444606"/>
                  </a:cubicBezTo>
                  <a:cubicBezTo>
                    <a:pt x="1298693" y="459858"/>
                    <a:pt x="1257098" y="485277"/>
                    <a:pt x="1211805" y="509772"/>
                  </a:cubicBezTo>
                  <a:cubicBezTo>
                    <a:pt x="1183151" y="535191"/>
                    <a:pt x="1111053" y="545821"/>
                    <a:pt x="1064836" y="538426"/>
                  </a:cubicBezTo>
                  <a:cubicBezTo>
                    <a:pt x="986267" y="526410"/>
                    <a:pt x="992738" y="478806"/>
                    <a:pt x="998746" y="434900"/>
                  </a:cubicBezTo>
                  <a:cubicBezTo>
                    <a:pt x="1013997" y="314737"/>
                    <a:pt x="1092104" y="181170"/>
                    <a:pt x="1294996" y="164532"/>
                  </a:cubicBezTo>
                  <a:cubicBezTo>
                    <a:pt x="1431797" y="153440"/>
                    <a:pt x="1714182" y="205665"/>
                    <a:pt x="1679520" y="326753"/>
                  </a:cubicBezTo>
                  <a:close/>
                  <a:moveTo>
                    <a:pt x="2370461" y="389608"/>
                  </a:moveTo>
                  <a:cubicBezTo>
                    <a:pt x="2353361" y="463555"/>
                    <a:pt x="2272019" y="499142"/>
                    <a:pt x="2272019" y="578173"/>
                  </a:cubicBezTo>
                  <a:cubicBezTo>
                    <a:pt x="2272019" y="609600"/>
                    <a:pt x="2295590" y="644725"/>
                    <a:pt x="2292817" y="675228"/>
                  </a:cubicBezTo>
                  <a:cubicBezTo>
                    <a:pt x="2288195" y="726067"/>
                    <a:pt x="2248911" y="709428"/>
                    <a:pt x="2215635" y="679388"/>
                  </a:cubicBezTo>
                  <a:cubicBezTo>
                    <a:pt x="2127823" y="657666"/>
                    <a:pt x="2145848" y="556913"/>
                    <a:pt x="2094547" y="506074"/>
                  </a:cubicBezTo>
                  <a:cubicBezTo>
                    <a:pt x="2051565" y="463555"/>
                    <a:pt x="1948502" y="467714"/>
                    <a:pt x="1951737" y="385448"/>
                  </a:cubicBezTo>
                  <a:cubicBezTo>
                    <a:pt x="1954048" y="323056"/>
                    <a:pt x="2027995" y="300872"/>
                    <a:pt x="2078833" y="299947"/>
                  </a:cubicBezTo>
                  <a:cubicBezTo>
                    <a:pt x="2130596" y="299485"/>
                    <a:pt x="2158326" y="335996"/>
                    <a:pt x="2205005" y="340156"/>
                  </a:cubicBezTo>
                  <a:cubicBezTo>
                    <a:pt x="2261852" y="345240"/>
                    <a:pt x="2399116" y="268520"/>
                    <a:pt x="2370461" y="389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 flipH="1" rot="10800000">
              <a:off x="5642475" y="4321454"/>
              <a:ext cx="2808063" cy="1266696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3"/>
          <p:cNvSpPr txBox="1"/>
          <p:nvPr>
            <p:ph type="title"/>
          </p:nvPr>
        </p:nvSpPr>
        <p:spPr>
          <a:xfrm>
            <a:off x="5037975" y="2279075"/>
            <a:ext cx="3152100" cy="12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3" name="Google Shape;153;p13"/>
          <p:cNvSpPr txBox="1"/>
          <p:nvPr>
            <p:ph idx="1" type="subTitle"/>
          </p:nvPr>
        </p:nvSpPr>
        <p:spPr>
          <a:xfrm>
            <a:off x="5642475" y="3677325"/>
            <a:ext cx="2547600" cy="6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4" name="Google Shape;154;p13"/>
          <p:cNvSpPr txBox="1"/>
          <p:nvPr>
            <p:ph hasCustomPrompt="1" idx="2" type="title"/>
          </p:nvPr>
        </p:nvSpPr>
        <p:spPr>
          <a:xfrm>
            <a:off x="7144625" y="918750"/>
            <a:ext cx="1045500" cy="6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grpSp>
        <p:nvGrpSpPr>
          <p:cNvPr id="155" name="Google Shape;155;p13"/>
          <p:cNvGrpSpPr/>
          <p:nvPr/>
        </p:nvGrpSpPr>
        <p:grpSpPr>
          <a:xfrm>
            <a:off x="298500" y="253775"/>
            <a:ext cx="8516950" cy="4666100"/>
            <a:chOff x="298500" y="253775"/>
            <a:chExt cx="8516950" cy="4666100"/>
          </a:xfrm>
        </p:grpSpPr>
        <p:grpSp>
          <p:nvGrpSpPr>
            <p:cNvPr id="156" name="Google Shape;156;p13"/>
            <p:cNvGrpSpPr/>
            <p:nvPr/>
          </p:nvGrpSpPr>
          <p:grpSpPr>
            <a:xfrm>
              <a:off x="298500" y="471100"/>
              <a:ext cx="8516950" cy="4448775"/>
              <a:chOff x="298500" y="471100"/>
              <a:chExt cx="8516950" cy="4448775"/>
            </a:xfrm>
          </p:grpSpPr>
          <p:sp>
            <p:nvSpPr>
              <p:cNvPr id="157" name="Google Shape;157;p13"/>
              <p:cNvSpPr/>
              <p:nvPr/>
            </p:nvSpPr>
            <p:spPr>
              <a:xfrm>
                <a:off x="298500" y="401640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6101525" y="53950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>
                <a:off x="8708950" y="363065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8362363" y="471100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>
                <a:off x="4724000" y="4813375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  <p:sp>
          <p:nvSpPr>
            <p:cNvPr id="162" name="Google Shape;162;p13"/>
            <p:cNvSpPr/>
            <p:nvPr/>
          </p:nvSpPr>
          <p:spPr>
            <a:xfrm>
              <a:off x="2726250" y="2537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5" name="Google Shape;165;p14"/>
          <p:cNvSpPr txBox="1"/>
          <p:nvPr>
            <p:ph hasCustomPrompt="1" idx="2" type="title"/>
          </p:nvPr>
        </p:nvSpPr>
        <p:spPr>
          <a:xfrm>
            <a:off x="2551313" y="1232875"/>
            <a:ext cx="832200" cy="4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66" name="Google Shape;166;p14"/>
          <p:cNvSpPr txBox="1"/>
          <p:nvPr>
            <p:ph idx="1" type="subTitle"/>
          </p:nvPr>
        </p:nvSpPr>
        <p:spPr>
          <a:xfrm>
            <a:off x="1568975" y="1735100"/>
            <a:ext cx="27969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7" name="Google Shape;167;p14"/>
          <p:cNvSpPr txBox="1"/>
          <p:nvPr>
            <p:ph idx="3" type="subTitle"/>
          </p:nvPr>
        </p:nvSpPr>
        <p:spPr>
          <a:xfrm>
            <a:off x="1568963" y="2181225"/>
            <a:ext cx="27969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8" name="Google Shape;168;p14"/>
          <p:cNvSpPr txBox="1"/>
          <p:nvPr>
            <p:ph hasCustomPrompt="1" idx="4" type="title"/>
          </p:nvPr>
        </p:nvSpPr>
        <p:spPr>
          <a:xfrm>
            <a:off x="5760488" y="1232875"/>
            <a:ext cx="832200" cy="4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69" name="Google Shape;169;p14"/>
          <p:cNvSpPr txBox="1"/>
          <p:nvPr>
            <p:ph idx="5" type="subTitle"/>
          </p:nvPr>
        </p:nvSpPr>
        <p:spPr>
          <a:xfrm>
            <a:off x="4778150" y="1735100"/>
            <a:ext cx="27969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0" name="Google Shape;170;p14"/>
          <p:cNvSpPr txBox="1"/>
          <p:nvPr>
            <p:ph idx="6" type="subTitle"/>
          </p:nvPr>
        </p:nvSpPr>
        <p:spPr>
          <a:xfrm>
            <a:off x="4778138" y="2181225"/>
            <a:ext cx="27969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1" name="Google Shape;171;p14"/>
          <p:cNvSpPr txBox="1"/>
          <p:nvPr>
            <p:ph hasCustomPrompt="1" idx="7" type="title"/>
          </p:nvPr>
        </p:nvSpPr>
        <p:spPr>
          <a:xfrm>
            <a:off x="2551313" y="2968018"/>
            <a:ext cx="832200" cy="4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72" name="Google Shape;172;p14"/>
          <p:cNvSpPr txBox="1"/>
          <p:nvPr>
            <p:ph idx="8" type="subTitle"/>
          </p:nvPr>
        </p:nvSpPr>
        <p:spPr>
          <a:xfrm>
            <a:off x="1568975" y="3470218"/>
            <a:ext cx="27969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3" name="Google Shape;173;p14"/>
          <p:cNvSpPr txBox="1"/>
          <p:nvPr>
            <p:ph idx="9" type="subTitle"/>
          </p:nvPr>
        </p:nvSpPr>
        <p:spPr>
          <a:xfrm>
            <a:off x="1568963" y="3916368"/>
            <a:ext cx="27969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4" name="Google Shape;174;p14"/>
          <p:cNvSpPr txBox="1"/>
          <p:nvPr>
            <p:ph hasCustomPrompt="1" idx="13" type="title"/>
          </p:nvPr>
        </p:nvSpPr>
        <p:spPr>
          <a:xfrm>
            <a:off x="5760488" y="2968018"/>
            <a:ext cx="832200" cy="4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75" name="Google Shape;175;p14"/>
          <p:cNvSpPr txBox="1"/>
          <p:nvPr>
            <p:ph idx="14" type="subTitle"/>
          </p:nvPr>
        </p:nvSpPr>
        <p:spPr>
          <a:xfrm>
            <a:off x="4778150" y="3470218"/>
            <a:ext cx="27969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p14"/>
          <p:cNvSpPr txBox="1"/>
          <p:nvPr>
            <p:ph idx="15" type="subTitle"/>
          </p:nvPr>
        </p:nvSpPr>
        <p:spPr>
          <a:xfrm>
            <a:off x="4778138" y="3916368"/>
            <a:ext cx="27969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77" name="Google Shape;177;p14"/>
          <p:cNvGrpSpPr/>
          <p:nvPr/>
        </p:nvGrpSpPr>
        <p:grpSpPr>
          <a:xfrm>
            <a:off x="-367501" y="-153043"/>
            <a:ext cx="10727260" cy="5700600"/>
            <a:chOff x="-448001" y="-225493"/>
            <a:chExt cx="10727260" cy="5700600"/>
          </a:xfrm>
        </p:grpSpPr>
        <p:sp>
          <p:nvSpPr>
            <p:cNvPr id="178" name="Google Shape;178;p14"/>
            <p:cNvSpPr/>
            <p:nvPr/>
          </p:nvSpPr>
          <p:spPr>
            <a:xfrm>
              <a:off x="-448001" y="3241545"/>
              <a:ext cx="2894489" cy="2233562"/>
            </a:xfrm>
            <a:custGeom>
              <a:rect b="b" l="l" r="r" t="t"/>
              <a:pathLst>
                <a:path extrusionOk="0" h="1406968" w="1823300">
                  <a:moveTo>
                    <a:pt x="1503018" y="1160478"/>
                  </a:moveTo>
                  <a:cubicBezTo>
                    <a:pt x="1463272" y="1086069"/>
                    <a:pt x="1451255" y="990862"/>
                    <a:pt x="1382854" y="941410"/>
                  </a:cubicBezTo>
                  <a:cubicBezTo>
                    <a:pt x="1319076" y="895194"/>
                    <a:pt x="1231264" y="907210"/>
                    <a:pt x="1156391" y="883177"/>
                  </a:cubicBezTo>
                  <a:cubicBezTo>
                    <a:pt x="1063958" y="853598"/>
                    <a:pt x="994171" y="763938"/>
                    <a:pt x="988625" y="667344"/>
                  </a:cubicBezTo>
                  <a:cubicBezTo>
                    <a:pt x="981230" y="543483"/>
                    <a:pt x="1068579" y="416387"/>
                    <a:pt x="1021901" y="301307"/>
                  </a:cubicBezTo>
                  <a:cubicBezTo>
                    <a:pt x="990473" y="223201"/>
                    <a:pt x="906359" y="180219"/>
                    <a:pt x="825480" y="157111"/>
                  </a:cubicBezTo>
                  <a:cubicBezTo>
                    <a:pt x="705316" y="123372"/>
                    <a:pt x="577295" y="119675"/>
                    <a:pt x="455745" y="147405"/>
                  </a:cubicBezTo>
                  <a:cubicBezTo>
                    <a:pt x="387344" y="162657"/>
                    <a:pt x="320329" y="188076"/>
                    <a:pt x="250541" y="187152"/>
                  </a:cubicBezTo>
                  <a:cubicBezTo>
                    <a:pt x="199241" y="186689"/>
                    <a:pt x="130840" y="166816"/>
                    <a:pt x="101723" y="120137"/>
                  </a:cubicBezTo>
                  <a:cubicBezTo>
                    <a:pt x="97102" y="113205"/>
                    <a:pt x="47650" y="-25446"/>
                    <a:pt x="22693" y="4133"/>
                  </a:cubicBezTo>
                  <a:cubicBezTo>
                    <a:pt x="-15667" y="50350"/>
                    <a:pt x="-1802" y="123372"/>
                    <a:pt x="37483" y="168665"/>
                  </a:cubicBezTo>
                  <a:cubicBezTo>
                    <a:pt x="76767" y="213957"/>
                    <a:pt x="134999" y="237528"/>
                    <a:pt x="191385" y="258325"/>
                  </a:cubicBezTo>
                  <a:cubicBezTo>
                    <a:pt x="247769" y="279123"/>
                    <a:pt x="306002" y="299921"/>
                    <a:pt x="348984" y="341978"/>
                  </a:cubicBezTo>
                  <a:cubicBezTo>
                    <a:pt x="403520" y="395589"/>
                    <a:pt x="423855" y="473696"/>
                    <a:pt x="448350" y="546256"/>
                  </a:cubicBezTo>
                  <a:cubicBezTo>
                    <a:pt x="472845" y="618817"/>
                    <a:pt x="509818" y="695537"/>
                    <a:pt x="580068" y="726502"/>
                  </a:cubicBezTo>
                  <a:cubicBezTo>
                    <a:pt x="651242" y="757929"/>
                    <a:pt x="739054" y="733435"/>
                    <a:pt x="808841" y="767635"/>
                  </a:cubicBezTo>
                  <a:cubicBezTo>
                    <a:pt x="872158" y="798600"/>
                    <a:pt x="905435" y="870236"/>
                    <a:pt x="961819" y="913218"/>
                  </a:cubicBezTo>
                  <a:cubicBezTo>
                    <a:pt x="1041775" y="974224"/>
                    <a:pt x="1155006" y="969140"/>
                    <a:pt x="1243279" y="1017206"/>
                  </a:cubicBezTo>
                  <a:cubicBezTo>
                    <a:pt x="1330167" y="1064809"/>
                    <a:pt x="1381468" y="1156781"/>
                    <a:pt x="1427685" y="1244593"/>
                  </a:cubicBezTo>
                  <a:cubicBezTo>
                    <a:pt x="1440163" y="1268163"/>
                    <a:pt x="1452179" y="1299591"/>
                    <a:pt x="1433692" y="1319002"/>
                  </a:cubicBezTo>
                  <a:cubicBezTo>
                    <a:pt x="1423988" y="1329169"/>
                    <a:pt x="1409660" y="1331943"/>
                    <a:pt x="1395795" y="1334253"/>
                  </a:cubicBezTo>
                  <a:cubicBezTo>
                    <a:pt x="1309832" y="1349043"/>
                    <a:pt x="1223406" y="1363832"/>
                    <a:pt x="1137443" y="1379084"/>
                  </a:cubicBezTo>
                  <a:cubicBezTo>
                    <a:pt x="1364830" y="1407738"/>
                    <a:pt x="1594990" y="1414209"/>
                    <a:pt x="1823300" y="1398957"/>
                  </a:cubicBezTo>
                  <a:cubicBezTo>
                    <a:pt x="1699439" y="1343959"/>
                    <a:pt x="1566336" y="1280642"/>
                    <a:pt x="1503018" y="1160478"/>
                  </a:cubicBezTo>
                  <a:close/>
                  <a:moveTo>
                    <a:pt x="933165" y="450125"/>
                  </a:moveTo>
                  <a:cubicBezTo>
                    <a:pt x="922072" y="515291"/>
                    <a:pt x="896653" y="611422"/>
                    <a:pt x="832412" y="635917"/>
                  </a:cubicBezTo>
                  <a:cubicBezTo>
                    <a:pt x="768170" y="660874"/>
                    <a:pt x="658636" y="646085"/>
                    <a:pt x="605950" y="601717"/>
                  </a:cubicBezTo>
                  <a:cubicBezTo>
                    <a:pt x="570363" y="571213"/>
                    <a:pt x="551414" y="526383"/>
                    <a:pt x="533851" y="482939"/>
                  </a:cubicBezTo>
                  <a:cubicBezTo>
                    <a:pt x="513516" y="433487"/>
                    <a:pt x="493642" y="383573"/>
                    <a:pt x="473307" y="334121"/>
                  </a:cubicBezTo>
                  <a:cubicBezTo>
                    <a:pt x="464988" y="313786"/>
                    <a:pt x="456669" y="291601"/>
                    <a:pt x="463602" y="270804"/>
                  </a:cubicBezTo>
                  <a:cubicBezTo>
                    <a:pt x="472845" y="242612"/>
                    <a:pt x="504734" y="230133"/>
                    <a:pt x="533389" y="223201"/>
                  </a:cubicBezTo>
                  <a:cubicBezTo>
                    <a:pt x="616580" y="203327"/>
                    <a:pt x="704392" y="203790"/>
                    <a:pt x="787119" y="224125"/>
                  </a:cubicBezTo>
                  <a:cubicBezTo>
                    <a:pt x="830101" y="234755"/>
                    <a:pt x="874007" y="252317"/>
                    <a:pt x="902661" y="286518"/>
                  </a:cubicBezTo>
                  <a:cubicBezTo>
                    <a:pt x="938711" y="330886"/>
                    <a:pt x="942408" y="393741"/>
                    <a:pt x="933165" y="4501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541711" y="-225493"/>
              <a:ext cx="2737549" cy="1750384"/>
            </a:xfrm>
            <a:custGeom>
              <a:rect b="b" l="l" r="r" t="t"/>
              <a:pathLst>
                <a:path extrusionOk="0" h="1102604" w="1724440">
                  <a:moveTo>
                    <a:pt x="90" y="196101"/>
                  </a:moveTo>
                  <a:cubicBezTo>
                    <a:pt x="-1758" y="249250"/>
                    <a:pt x="25048" y="302399"/>
                    <a:pt x="68954" y="332440"/>
                  </a:cubicBezTo>
                  <a:cubicBezTo>
                    <a:pt x="135968" y="378195"/>
                    <a:pt x="235334" y="371725"/>
                    <a:pt x="285710" y="435042"/>
                  </a:cubicBezTo>
                  <a:cubicBezTo>
                    <a:pt x="319910" y="478023"/>
                    <a:pt x="318524" y="538105"/>
                    <a:pt x="334700" y="590330"/>
                  </a:cubicBezTo>
                  <a:cubicBezTo>
                    <a:pt x="373059" y="711418"/>
                    <a:pt x="504777" y="779819"/>
                    <a:pt x="630950" y="796919"/>
                  </a:cubicBezTo>
                  <a:cubicBezTo>
                    <a:pt x="757122" y="814020"/>
                    <a:pt x="885142" y="793684"/>
                    <a:pt x="1011777" y="803390"/>
                  </a:cubicBezTo>
                  <a:cubicBezTo>
                    <a:pt x="1213282" y="818641"/>
                    <a:pt x="1407855" y="913386"/>
                    <a:pt x="1543732" y="1062666"/>
                  </a:cubicBezTo>
                  <a:cubicBezTo>
                    <a:pt x="1557597" y="1077918"/>
                    <a:pt x="1571925" y="1094094"/>
                    <a:pt x="1591336" y="1100564"/>
                  </a:cubicBezTo>
                  <a:cubicBezTo>
                    <a:pt x="1610746" y="1107034"/>
                    <a:pt x="1636628" y="1097791"/>
                    <a:pt x="1640326" y="1077456"/>
                  </a:cubicBezTo>
                  <a:cubicBezTo>
                    <a:pt x="1642637" y="1062204"/>
                    <a:pt x="1632468" y="1048339"/>
                    <a:pt x="1622301" y="1037247"/>
                  </a:cubicBezTo>
                  <a:cubicBezTo>
                    <a:pt x="1524321" y="925864"/>
                    <a:pt x="1397688" y="839901"/>
                    <a:pt x="1258112" y="789525"/>
                  </a:cubicBezTo>
                  <a:cubicBezTo>
                    <a:pt x="1239625" y="782592"/>
                    <a:pt x="1219753" y="776122"/>
                    <a:pt x="1206812" y="761332"/>
                  </a:cubicBezTo>
                  <a:cubicBezTo>
                    <a:pt x="1180468" y="732216"/>
                    <a:pt x="1192947" y="681840"/>
                    <a:pt x="1223449" y="656883"/>
                  </a:cubicBezTo>
                  <a:cubicBezTo>
                    <a:pt x="1253953" y="631925"/>
                    <a:pt x="1295548" y="625455"/>
                    <a:pt x="1334832" y="624069"/>
                  </a:cubicBezTo>
                  <a:cubicBezTo>
                    <a:pt x="1470248" y="618060"/>
                    <a:pt x="1607049" y="651336"/>
                    <a:pt x="1724440" y="719275"/>
                  </a:cubicBezTo>
                  <a:cubicBezTo>
                    <a:pt x="1709188" y="630077"/>
                    <a:pt x="1635242" y="557054"/>
                    <a:pt x="1548816" y="528862"/>
                  </a:cubicBezTo>
                  <a:cubicBezTo>
                    <a:pt x="1462391" y="501132"/>
                    <a:pt x="1366721" y="513610"/>
                    <a:pt x="1283531" y="549659"/>
                  </a:cubicBezTo>
                  <a:cubicBezTo>
                    <a:pt x="1207736" y="582473"/>
                    <a:pt x="1141646" y="633312"/>
                    <a:pt x="1070472" y="674445"/>
                  </a:cubicBezTo>
                  <a:cubicBezTo>
                    <a:pt x="998836" y="715578"/>
                    <a:pt x="917957" y="747930"/>
                    <a:pt x="836153" y="737762"/>
                  </a:cubicBezTo>
                  <a:cubicBezTo>
                    <a:pt x="754348" y="727594"/>
                    <a:pt x="674856" y="663815"/>
                    <a:pt x="671158" y="581087"/>
                  </a:cubicBezTo>
                  <a:cubicBezTo>
                    <a:pt x="666999" y="482645"/>
                    <a:pt x="760819" y="412858"/>
                    <a:pt x="818590" y="332903"/>
                  </a:cubicBezTo>
                  <a:cubicBezTo>
                    <a:pt x="868966" y="262653"/>
                    <a:pt x="893924" y="174841"/>
                    <a:pt x="887453" y="88415"/>
                  </a:cubicBezTo>
                  <a:cubicBezTo>
                    <a:pt x="885605" y="66231"/>
                    <a:pt x="881907" y="43585"/>
                    <a:pt x="868966" y="25098"/>
                  </a:cubicBezTo>
                  <a:cubicBezTo>
                    <a:pt x="856025" y="7074"/>
                    <a:pt x="832455" y="-4943"/>
                    <a:pt x="811195" y="1990"/>
                  </a:cubicBezTo>
                  <a:cubicBezTo>
                    <a:pt x="789936" y="8922"/>
                    <a:pt x="777457" y="32493"/>
                    <a:pt x="775608" y="55139"/>
                  </a:cubicBezTo>
                  <a:cubicBezTo>
                    <a:pt x="773760" y="77786"/>
                    <a:pt x="779306" y="99970"/>
                    <a:pt x="781154" y="122616"/>
                  </a:cubicBezTo>
                  <a:cubicBezTo>
                    <a:pt x="791784" y="236771"/>
                    <a:pt x="714140" y="337524"/>
                    <a:pt x="640656" y="425798"/>
                  </a:cubicBezTo>
                  <a:cubicBezTo>
                    <a:pt x="594900" y="480796"/>
                    <a:pt x="530197" y="541803"/>
                    <a:pt x="462258" y="519156"/>
                  </a:cubicBezTo>
                  <a:cubicBezTo>
                    <a:pt x="393395" y="496048"/>
                    <a:pt x="379068" y="400379"/>
                    <a:pt x="407722" y="333365"/>
                  </a:cubicBezTo>
                  <a:cubicBezTo>
                    <a:pt x="435915" y="266350"/>
                    <a:pt x="491838" y="214587"/>
                    <a:pt x="525113" y="150346"/>
                  </a:cubicBezTo>
                  <a:cubicBezTo>
                    <a:pt x="541289" y="118456"/>
                    <a:pt x="550070" y="75475"/>
                    <a:pt x="524651" y="50980"/>
                  </a:cubicBezTo>
                  <a:cubicBezTo>
                    <a:pt x="495073" y="22788"/>
                    <a:pt x="443310" y="43585"/>
                    <a:pt x="421587" y="78248"/>
                  </a:cubicBezTo>
                  <a:cubicBezTo>
                    <a:pt x="399865" y="112448"/>
                    <a:pt x="396168" y="154968"/>
                    <a:pt x="382303" y="193328"/>
                  </a:cubicBezTo>
                  <a:cubicBezTo>
                    <a:pt x="354573" y="268661"/>
                    <a:pt x="276467" y="327819"/>
                    <a:pt x="196974" y="316727"/>
                  </a:cubicBezTo>
                  <a:cubicBezTo>
                    <a:pt x="117481" y="305172"/>
                    <a:pt x="56937" y="209503"/>
                    <a:pt x="94373" y="138330"/>
                  </a:cubicBezTo>
                  <a:cubicBezTo>
                    <a:pt x="101767" y="124002"/>
                    <a:pt x="112860" y="111062"/>
                    <a:pt x="118405" y="95810"/>
                  </a:cubicBezTo>
                  <a:cubicBezTo>
                    <a:pt x="123951" y="80559"/>
                    <a:pt x="123027" y="61148"/>
                    <a:pt x="110549" y="50980"/>
                  </a:cubicBezTo>
                  <a:cubicBezTo>
                    <a:pt x="67104" y="16779"/>
                    <a:pt x="1477" y="165135"/>
                    <a:pt x="90" y="1961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14"/>
          <p:cNvGrpSpPr/>
          <p:nvPr/>
        </p:nvGrpSpPr>
        <p:grpSpPr>
          <a:xfrm>
            <a:off x="329150" y="218475"/>
            <a:ext cx="8476950" cy="4693525"/>
            <a:chOff x="329150" y="218475"/>
            <a:chExt cx="8476950" cy="4693525"/>
          </a:xfrm>
        </p:grpSpPr>
        <p:grpSp>
          <p:nvGrpSpPr>
            <p:cNvPr id="181" name="Google Shape;181;p14"/>
            <p:cNvGrpSpPr/>
            <p:nvPr/>
          </p:nvGrpSpPr>
          <p:grpSpPr>
            <a:xfrm>
              <a:off x="329150" y="218475"/>
              <a:ext cx="8476950" cy="4693525"/>
              <a:chOff x="329150" y="218475"/>
              <a:chExt cx="8476950" cy="4693525"/>
            </a:xfrm>
          </p:grpSpPr>
          <p:sp>
            <p:nvSpPr>
              <p:cNvPr id="182" name="Google Shape;182;p14"/>
              <p:cNvSpPr/>
              <p:nvPr/>
            </p:nvSpPr>
            <p:spPr>
              <a:xfrm>
                <a:off x="329150" y="3123800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83" name="Google Shape;183;p14"/>
              <p:cNvSpPr/>
              <p:nvPr/>
            </p:nvSpPr>
            <p:spPr>
              <a:xfrm>
                <a:off x="6608100" y="218475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84" name="Google Shape;184;p14"/>
              <p:cNvSpPr/>
              <p:nvPr/>
            </p:nvSpPr>
            <p:spPr>
              <a:xfrm>
                <a:off x="8669300" y="1420175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85" name="Google Shape;185;p14"/>
              <p:cNvSpPr/>
              <p:nvPr/>
            </p:nvSpPr>
            <p:spPr>
              <a:xfrm>
                <a:off x="618875" y="480550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  <p:grpSp>
          <p:nvGrpSpPr>
            <p:cNvPr id="186" name="Google Shape;186;p14"/>
            <p:cNvGrpSpPr/>
            <p:nvPr/>
          </p:nvGrpSpPr>
          <p:grpSpPr>
            <a:xfrm>
              <a:off x="1194188" y="1005788"/>
              <a:ext cx="6964525" cy="3131925"/>
              <a:chOff x="1295025" y="958475"/>
              <a:chExt cx="6964525" cy="3131925"/>
            </a:xfrm>
          </p:grpSpPr>
          <p:sp>
            <p:nvSpPr>
              <p:cNvPr id="187" name="Google Shape;187;p14"/>
              <p:cNvSpPr/>
              <p:nvPr/>
            </p:nvSpPr>
            <p:spPr>
              <a:xfrm>
                <a:off x="1295025" y="958475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188" name="Google Shape;188;p14"/>
              <p:cNvSpPr/>
              <p:nvPr/>
            </p:nvSpPr>
            <p:spPr>
              <a:xfrm>
                <a:off x="8153050" y="398390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" name="Google Shape;191;p15"/>
          <p:cNvSpPr txBox="1"/>
          <p:nvPr>
            <p:ph idx="1" type="subTitle"/>
          </p:nvPr>
        </p:nvSpPr>
        <p:spPr>
          <a:xfrm>
            <a:off x="1576206" y="1796700"/>
            <a:ext cx="25482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2" name="Google Shape;192;p15"/>
          <p:cNvSpPr txBox="1"/>
          <p:nvPr>
            <p:ph idx="2" type="subTitle"/>
          </p:nvPr>
        </p:nvSpPr>
        <p:spPr>
          <a:xfrm>
            <a:off x="1576210" y="2305200"/>
            <a:ext cx="2548200" cy="10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93" name="Google Shape;193;p15"/>
          <p:cNvGrpSpPr/>
          <p:nvPr/>
        </p:nvGrpSpPr>
        <p:grpSpPr>
          <a:xfrm>
            <a:off x="-116332" y="3099276"/>
            <a:ext cx="9278812" cy="2218405"/>
            <a:chOff x="-116332" y="3099276"/>
            <a:chExt cx="9278812" cy="2218405"/>
          </a:xfrm>
        </p:grpSpPr>
        <p:grpSp>
          <p:nvGrpSpPr>
            <p:cNvPr id="194" name="Google Shape;194;p15"/>
            <p:cNvGrpSpPr/>
            <p:nvPr/>
          </p:nvGrpSpPr>
          <p:grpSpPr>
            <a:xfrm flipH="1" rot="129989">
              <a:off x="-97019" y="4151560"/>
              <a:ext cx="3827351" cy="1094168"/>
              <a:chOff x="5413340" y="4131450"/>
              <a:chExt cx="3827678" cy="1094262"/>
            </a:xfrm>
          </p:grpSpPr>
          <p:sp>
            <p:nvSpPr>
              <p:cNvPr id="195" name="Google Shape;195;p15"/>
              <p:cNvSpPr/>
              <p:nvPr/>
            </p:nvSpPr>
            <p:spPr>
              <a:xfrm>
                <a:off x="5413340" y="4131450"/>
                <a:ext cx="3827678" cy="1094262"/>
              </a:xfrm>
              <a:custGeom>
                <a:rect b="b" l="l" r="r" t="t"/>
                <a:pathLst>
                  <a:path extrusionOk="0" h="433371" w="1515912">
                    <a:moveTo>
                      <a:pt x="1515912" y="0"/>
                    </a:moveTo>
                    <a:cubicBezTo>
                      <a:pt x="1503434" y="5084"/>
                      <a:pt x="1407303" y="11092"/>
                      <a:pt x="1370791" y="18949"/>
                    </a:cubicBezTo>
                    <a:cubicBezTo>
                      <a:pt x="1292685" y="36049"/>
                      <a:pt x="1194243" y="62393"/>
                      <a:pt x="1128615" y="108147"/>
                    </a:cubicBezTo>
                    <a:cubicBezTo>
                      <a:pt x="1059290" y="156213"/>
                      <a:pt x="1006603" y="207513"/>
                      <a:pt x="923874" y="234319"/>
                    </a:cubicBezTo>
                    <a:cubicBezTo>
                      <a:pt x="849927" y="257890"/>
                      <a:pt x="787073" y="244949"/>
                      <a:pt x="712664" y="247260"/>
                    </a:cubicBezTo>
                    <a:cubicBezTo>
                      <a:pt x="672455" y="248647"/>
                      <a:pt x="638254" y="270368"/>
                      <a:pt x="599894" y="273604"/>
                    </a:cubicBezTo>
                    <a:cubicBezTo>
                      <a:pt x="561072" y="276839"/>
                      <a:pt x="517629" y="255579"/>
                      <a:pt x="480193" y="248647"/>
                    </a:cubicBezTo>
                    <a:cubicBezTo>
                      <a:pt x="409481" y="235244"/>
                      <a:pt x="357256" y="253268"/>
                      <a:pt x="294863" y="284696"/>
                    </a:cubicBezTo>
                    <a:cubicBezTo>
                      <a:pt x="210749" y="326753"/>
                      <a:pt x="97980" y="432590"/>
                      <a:pt x="0" y="390070"/>
                    </a:cubicBezTo>
                    <a:cubicBezTo>
                      <a:pt x="0" y="390070"/>
                      <a:pt x="52225" y="426581"/>
                      <a:pt x="149742" y="432127"/>
                    </a:cubicBezTo>
                    <a:cubicBezTo>
                      <a:pt x="247260" y="437673"/>
                      <a:pt x="1479863" y="422884"/>
                      <a:pt x="1479863" y="422884"/>
                    </a:cubicBezTo>
                    <a:lnTo>
                      <a:pt x="15159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5"/>
              <p:cNvSpPr/>
              <p:nvPr/>
            </p:nvSpPr>
            <p:spPr>
              <a:xfrm>
                <a:off x="7121200" y="4163649"/>
                <a:ext cx="701704" cy="744128"/>
              </a:xfrm>
              <a:custGeom>
                <a:rect b="b" l="l" r="r" t="t"/>
                <a:pathLst>
                  <a:path extrusionOk="0" h="742272" w="699954">
                    <a:moveTo>
                      <a:pt x="280250" y="717813"/>
                    </a:moveTo>
                    <a:cubicBezTo>
                      <a:pt x="291805" y="682688"/>
                      <a:pt x="304284" y="645715"/>
                      <a:pt x="332014" y="620757"/>
                    </a:cubicBezTo>
                    <a:cubicBezTo>
                      <a:pt x="359282" y="595800"/>
                      <a:pt x="406885" y="588406"/>
                      <a:pt x="432304" y="615674"/>
                    </a:cubicBezTo>
                    <a:cubicBezTo>
                      <a:pt x="437850" y="621220"/>
                      <a:pt x="442009" y="628152"/>
                      <a:pt x="448480" y="632774"/>
                    </a:cubicBezTo>
                    <a:cubicBezTo>
                      <a:pt x="465118" y="643404"/>
                      <a:pt x="486840" y="632312"/>
                      <a:pt x="506251" y="634160"/>
                    </a:cubicBezTo>
                    <a:cubicBezTo>
                      <a:pt x="526125" y="636009"/>
                      <a:pt x="542762" y="652185"/>
                      <a:pt x="550619" y="670672"/>
                    </a:cubicBezTo>
                    <a:cubicBezTo>
                      <a:pt x="558477" y="689158"/>
                      <a:pt x="559401" y="709956"/>
                      <a:pt x="559862" y="729829"/>
                    </a:cubicBezTo>
                    <a:cubicBezTo>
                      <a:pt x="566795" y="733527"/>
                      <a:pt x="573727" y="736762"/>
                      <a:pt x="580660" y="740459"/>
                    </a:cubicBezTo>
                    <a:cubicBezTo>
                      <a:pt x="589442" y="745081"/>
                      <a:pt x="600996" y="740459"/>
                      <a:pt x="605155" y="731216"/>
                    </a:cubicBezTo>
                    <a:cubicBezTo>
                      <a:pt x="609315" y="722434"/>
                      <a:pt x="608390" y="711805"/>
                      <a:pt x="607004" y="702099"/>
                    </a:cubicBezTo>
                    <a:cubicBezTo>
                      <a:pt x="603768" y="679915"/>
                      <a:pt x="600533" y="656344"/>
                      <a:pt x="587131" y="638320"/>
                    </a:cubicBezTo>
                    <a:cubicBezTo>
                      <a:pt x="575577" y="622606"/>
                      <a:pt x="556627" y="612438"/>
                      <a:pt x="537216" y="608741"/>
                    </a:cubicBezTo>
                    <a:cubicBezTo>
                      <a:pt x="528436" y="607355"/>
                      <a:pt x="519654" y="606892"/>
                      <a:pt x="511797" y="603195"/>
                    </a:cubicBezTo>
                    <a:cubicBezTo>
                      <a:pt x="503940" y="599498"/>
                      <a:pt x="497008" y="591641"/>
                      <a:pt x="497932" y="582860"/>
                    </a:cubicBezTo>
                    <a:cubicBezTo>
                      <a:pt x="499319" y="572692"/>
                      <a:pt x="510873" y="567146"/>
                      <a:pt x="521040" y="564835"/>
                    </a:cubicBezTo>
                    <a:cubicBezTo>
                      <a:pt x="552468" y="558365"/>
                      <a:pt x="586207" y="567146"/>
                      <a:pt x="610701" y="587944"/>
                    </a:cubicBezTo>
                    <a:cubicBezTo>
                      <a:pt x="617633" y="593952"/>
                      <a:pt x="624104" y="601346"/>
                      <a:pt x="632423" y="605968"/>
                    </a:cubicBezTo>
                    <a:cubicBezTo>
                      <a:pt x="640742" y="610590"/>
                      <a:pt x="651372" y="611976"/>
                      <a:pt x="658767" y="606892"/>
                    </a:cubicBezTo>
                    <a:cubicBezTo>
                      <a:pt x="668010" y="600422"/>
                      <a:pt x="668472" y="585633"/>
                      <a:pt x="662926" y="575927"/>
                    </a:cubicBezTo>
                    <a:cubicBezTo>
                      <a:pt x="657380" y="566222"/>
                      <a:pt x="647213" y="559751"/>
                      <a:pt x="637045" y="553743"/>
                    </a:cubicBezTo>
                    <a:cubicBezTo>
                      <a:pt x="627339" y="547735"/>
                      <a:pt x="617172" y="541727"/>
                      <a:pt x="611163" y="532021"/>
                    </a:cubicBezTo>
                    <a:cubicBezTo>
                      <a:pt x="604693" y="521854"/>
                      <a:pt x="622717" y="510299"/>
                      <a:pt x="634734" y="507064"/>
                    </a:cubicBezTo>
                    <a:cubicBezTo>
                      <a:pt x="646289" y="503367"/>
                      <a:pt x="659228" y="505678"/>
                      <a:pt x="671245" y="504291"/>
                    </a:cubicBezTo>
                    <a:cubicBezTo>
                      <a:pt x="683262" y="502904"/>
                      <a:pt x="696664" y="496896"/>
                      <a:pt x="699438" y="484880"/>
                    </a:cubicBezTo>
                    <a:cubicBezTo>
                      <a:pt x="702673" y="471939"/>
                      <a:pt x="690195" y="458998"/>
                      <a:pt x="676791" y="457150"/>
                    </a:cubicBezTo>
                    <a:cubicBezTo>
                      <a:pt x="663389" y="455301"/>
                      <a:pt x="650448" y="461772"/>
                      <a:pt x="639356" y="469166"/>
                    </a:cubicBezTo>
                    <a:cubicBezTo>
                      <a:pt x="628263" y="476561"/>
                      <a:pt x="618096" y="485804"/>
                      <a:pt x="605617" y="490888"/>
                    </a:cubicBezTo>
                    <a:cubicBezTo>
                      <a:pt x="587592" y="498283"/>
                      <a:pt x="567257" y="496896"/>
                      <a:pt x="547384" y="496896"/>
                    </a:cubicBezTo>
                    <a:cubicBezTo>
                      <a:pt x="527973" y="497358"/>
                      <a:pt x="506251" y="500594"/>
                      <a:pt x="493310" y="515383"/>
                    </a:cubicBezTo>
                    <a:cubicBezTo>
                      <a:pt x="486840" y="522316"/>
                      <a:pt x="478983" y="532945"/>
                      <a:pt x="470665" y="527862"/>
                    </a:cubicBezTo>
                    <a:cubicBezTo>
                      <a:pt x="464656" y="524164"/>
                      <a:pt x="466043" y="514921"/>
                      <a:pt x="467891" y="507988"/>
                    </a:cubicBezTo>
                    <a:cubicBezTo>
                      <a:pt x="478983" y="473326"/>
                      <a:pt x="493773" y="434042"/>
                      <a:pt x="527973" y="422025"/>
                    </a:cubicBezTo>
                    <a:cubicBezTo>
                      <a:pt x="542301" y="416941"/>
                      <a:pt x="558014" y="417403"/>
                      <a:pt x="570955" y="410009"/>
                    </a:cubicBezTo>
                    <a:cubicBezTo>
                      <a:pt x="588979" y="399379"/>
                      <a:pt x="595912" y="377195"/>
                      <a:pt x="601457" y="356859"/>
                    </a:cubicBezTo>
                    <a:cubicBezTo>
                      <a:pt x="603307" y="349927"/>
                      <a:pt x="605155" y="342994"/>
                      <a:pt x="603768" y="336524"/>
                    </a:cubicBezTo>
                    <a:cubicBezTo>
                      <a:pt x="602844" y="329591"/>
                      <a:pt x="597761" y="322659"/>
                      <a:pt x="590828" y="321734"/>
                    </a:cubicBezTo>
                    <a:cubicBezTo>
                      <a:pt x="579274" y="319886"/>
                      <a:pt x="571879" y="333751"/>
                      <a:pt x="567720" y="344843"/>
                    </a:cubicBezTo>
                    <a:cubicBezTo>
                      <a:pt x="564022" y="355935"/>
                      <a:pt x="555703" y="369800"/>
                      <a:pt x="544149" y="367027"/>
                    </a:cubicBezTo>
                    <a:cubicBezTo>
                      <a:pt x="534906" y="364716"/>
                      <a:pt x="531671" y="353162"/>
                      <a:pt x="532132" y="343456"/>
                    </a:cubicBezTo>
                    <a:cubicBezTo>
                      <a:pt x="533057" y="333751"/>
                      <a:pt x="535830" y="323583"/>
                      <a:pt x="531671" y="314802"/>
                    </a:cubicBezTo>
                    <a:cubicBezTo>
                      <a:pt x="526586" y="303710"/>
                      <a:pt x="511334" y="299550"/>
                      <a:pt x="500243" y="304634"/>
                    </a:cubicBezTo>
                    <a:cubicBezTo>
                      <a:pt x="489151" y="309718"/>
                      <a:pt x="482680" y="321734"/>
                      <a:pt x="481294" y="334213"/>
                    </a:cubicBezTo>
                    <a:cubicBezTo>
                      <a:pt x="480369" y="346230"/>
                      <a:pt x="484067" y="358246"/>
                      <a:pt x="489151" y="369338"/>
                    </a:cubicBezTo>
                    <a:cubicBezTo>
                      <a:pt x="472975" y="390598"/>
                      <a:pt x="460496" y="415092"/>
                      <a:pt x="443859" y="436352"/>
                    </a:cubicBezTo>
                    <a:cubicBezTo>
                      <a:pt x="436002" y="446982"/>
                      <a:pt x="426759" y="458074"/>
                      <a:pt x="413818" y="461772"/>
                    </a:cubicBezTo>
                    <a:cubicBezTo>
                      <a:pt x="398566" y="465931"/>
                      <a:pt x="382390" y="457150"/>
                      <a:pt x="373609" y="444209"/>
                    </a:cubicBezTo>
                    <a:cubicBezTo>
                      <a:pt x="364827" y="431268"/>
                      <a:pt x="362516" y="415092"/>
                      <a:pt x="362979" y="399379"/>
                    </a:cubicBezTo>
                    <a:cubicBezTo>
                      <a:pt x="363903" y="346230"/>
                      <a:pt x="392096" y="297702"/>
                      <a:pt x="419826" y="251485"/>
                    </a:cubicBezTo>
                    <a:cubicBezTo>
                      <a:pt x="429994" y="234385"/>
                      <a:pt x="440624" y="217284"/>
                      <a:pt x="455413" y="204344"/>
                    </a:cubicBezTo>
                    <a:cubicBezTo>
                      <a:pt x="470202" y="191403"/>
                      <a:pt x="491000" y="183546"/>
                      <a:pt x="510410" y="188168"/>
                    </a:cubicBezTo>
                    <a:cubicBezTo>
                      <a:pt x="529821" y="193252"/>
                      <a:pt x="544149" y="209890"/>
                      <a:pt x="560787" y="220982"/>
                    </a:cubicBezTo>
                    <a:cubicBezTo>
                      <a:pt x="577887" y="232074"/>
                      <a:pt x="604693" y="234385"/>
                      <a:pt x="614398" y="216822"/>
                    </a:cubicBezTo>
                    <a:cubicBezTo>
                      <a:pt x="624104" y="198798"/>
                      <a:pt x="607004" y="178000"/>
                      <a:pt x="589903" y="166908"/>
                    </a:cubicBezTo>
                    <a:cubicBezTo>
                      <a:pt x="555240" y="144724"/>
                      <a:pt x="513184" y="134094"/>
                      <a:pt x="471589" y="137329"/>
                    </a:cubicBezTo>
                    <a:cubicBezTo>
                      <a:pt x="468815" y="115607"/>
                      <a:pt x="488226" y="98507"/>
                      <a:pt x="501167" y="81407"/>
                    </a:cubicBezTo>
                    <a:cubicBezTo>
                      <a:pt x="514108" y="63845"/>
                      <a:pt x="518267" y="32879"/>
                      <a:pt x="497932" y="25485"/>
                    </a:cubicBezTo>
                    <a:cubicBezTo>
                      <a:pt x="478059" y="18552"/>
                      <a:pt x="462345" y="41661"/>
                      <a:pt x="453563" y="61072"/>
                    </a:cubicBezTo>
                    <a:cubicBezTo>
                      <a:pt x="444783" y="80020"/>
                      <a:pt x="425833" y="102204"/>
                      <a:pt x="407347" y="92037"/>
                    </a:cubicBezTo>
                    <a:cubicBezTo>
                      <a:pt x="394407" y="84642"/>
                      <a:pt x="393944" y="66155"/>
                      <a:pt x="396718" y="51828"/>
                    </a:cubicBezTo>
                    <a:cubicBezTo>
                      <a:pt x="399490" y="37039"/>
                      <a:pt x="403188" y="20401"/>
                      <a:pt x="393944" y="8847"/>
                    </a:cubicBezTo>
                    <a:cubicBezTo>
                      <a:pt x="384238" y="-3632"/>
                      <a:pt x="362979" y="-2245"/>
                      <a:pt x="351425" y="8847"/>
                    </a:cubicBezTo>
                    <a:cubicBezTo>
                      <a:pt x="339871" y="19939"/>
                      <a:pt x="336636" y="37501"/>
                      <a:pt x="338484" y="53215"/>
                    </a:cubicBezTo>
                    <a:cubicBezTo>
                      <a:pt x="343106" y="96196"/>
                      <a:pt x="377768" y="134556"/>
                      <a:pt x="371760" y="177076"/>
                    </a:cubicBezTo>
                    <a:cubicBezTo>
                      <a:pt x="368525" y="201109"/>
                      <a:pt x="352349" y="221444"/>
                      <a:pt x="339871" y="242242"/>
                    </a:cubicBezTo>
                    <a:cubicBezTo>
                      <a:pt x="299200" y="309256"/>
                      <a:pt x="289032" y="393833"/>
                      <a:pt x="313065" y="468242"/>
                    </a:cubicBezTo>
                    <a:cubicBezTo>
                      <a:pt x="278402" y="480258"/>
                      <a:pt x="240042" y="451142"/>
                      <a:pt x="229412" y="416017"/>
                    </a:cubicBezTo>
                    <a:cubicBezTo>
                      <a:pt x="218783" y="380892"/>
                      <a:pt x="229412" y="342994"/>
                      <a:pt x="243277" y="309256"/>
                    </a:cubicBezTo>
                    <a:cubicBezTo>
                      <a:pt x="257142" y="275518"/>
                      <a:pt x="275167" y="242704"/>
                      <a:pt x="281176" y="206192"/>
                    </a:cubicBezTo>
                    <a:cubicBezTo>
                      <a:pt x="283486" y="192790"/>
                      <a:pt x="283486" y="178925"/>
                      <a:pt x="277939" y="166446"/>
                    </a:cubicBezTo>
                    <a:cubicBezTo>
                      <a:pt x="271932" y="154430"/>
                      <a:pt x="258991" y="144724"/>
                      <a:pt x="245588" y="147035"/>
                    </a:cubicBezTo>
                    <a:cubicBezTo>
                      <a:pt x="228488" y="149808"/>
                      <a:pt x="219244" y="169219"/>
                      <a:pt x="218320" y="186781"/>
                    </a:cubicBezTo>
                    <a:cubicBezTo>
                      <a:pt x="217396" y="204344"/>
                      <a:pt x="222018" y="221906"/>
                      <a:pt x="219244" y="239006"/>
                    </a:cubicBezTo>
                    <a:cubicBezTo>
                      <a:pt x="216472" y="256107"/>
                      <a:pt x="201220" y="273669"/>
                      <a:pt x="184120" y="269972"/>
                    </a:cubicBezTo>
                    <a:cubicBezTo>
                      <a:pt x="156390" y="263963"/>
                      <a:pt x="158238" y="214049"/>
                      <a:pt x="130508" y="207579"/>
                    </a:cubicBezTo>
                    <a:cubicBezTo>
                      <a:pt x="108787" y="202495"/>
                      <a:pt x="92611" y="232536"/>
                      <a:pt x="100467" y="253334"/>
                    </a:cubicBezTo>
                    <a:cubicBezTo>
                      <a:pt x="108324" y="274131"/>
                      <a:pt x="128660" y="287534"/>
                      <a:pt x="145760" y="301399"/>
                    </a:cubicBezTo>
                    <a:cubicBezTo>
                      <a:pt x="162860" y="315726"/>
                      <a:pt x="179499" y="336062"/>
                      <a:pt x="174877" y="358246"/>
                    </a:cubicBezTo>
                    <a:cubicBezTo>
                      <a:pt x="170717" y="378581"/>
                      <a:pt x="148995" y="394295"/>
                      <a:pt x="152230" y="414630"/>
                    </a:cubicBezTo>
                    <a:cubicBezTo>
                      <a:pt x="155465" y="434504"/>
                      <a:pt x="182271" y="448369"/>
                      <a:pt x="177649" y="467780"/>
                    </a:cubicBezTo>
                    <a:cubicBezTo>
                      <a:pt x="173952" y="484418"/>
                      <a:pt x="149919" y="487191"/>
                      <a:pt x="135130" y="479334"/>
                    </a:cubicBezTo>
                    <a:cubicBezTo>
                      <a:pt x="120341" y="471015"/>
                      <a:pt x="110173" y="456226"/>
                      <a:pt x="95846" y="447444"/>
                    </a:cubicBezTo>
                    <a:cubicBezTo>
                      <a:pt x="61183" y="425260"/>
                      <a:pt x="7109" y="449293"/>
                      <a:pt x="638" y="489964"/>
                    </a:cubicBezTo>
                    <a:cubicBezTo>
                      <a:pt x="-5831" y="530635"/>
                      <a:pt x="38075" y="570381"/>
                      <a:pt x="77821" y="559751"/>
                    </a:cubicBezTo>
                    <a:cubicBezTo>
                      <a:pt x="94459" y="555592"/>
                      <a:pt x="114332" y="544962"/>
                      <a:pt x="126811" y="556516"/>
                    </a:cubicBezTo>
                    <a:cubicBezTo>
                      <a:pt x="137903" y="566684"/>
                      <a:pt x="132356" y="585633"/>
                      <a:pt x="121265" y="596263"/>
                    </a:cubicBezTo>
                    <a:cubicBezTo>
                      <a:pt x="110635" y="606430"/>
                      <a:pt x="95846" y="611976"/>
                      <a:pt x="85215" y="622606"/>
                    </a:cubicBezTo>
                    <a:cubicBezTo>
                      <a:pt x="74585" y="633236"/>
                      <a:pt x="69502" y="652647"/>
                      <a:pt x="81056" y="662353"/>
                    </a:cubicBezTo>
                    <a:cubicBezTo>
                      <a:pt x="87526" y="667899"/>
                      <a:pt x="96770" y="667899"/>
                      <a:pt x="104626" y="666050"/>
                    </a:cubicBezTo>
                    <a:cubicBezTo>
                      <a:pt x="127273" y="660966"/>
                      <a:pt x="143449" y="641555"/>
                      <a:pt x="163323" y="629539"/>
                    </a:cubicBezTo>
                    <a:cubicBezTo>
                      <a:pt x="183195" y="617522"/>
                      <a:pt x="214623" y="615674"/>
                      <a:pt x="224329" y="636471"/>
                    </a:cubicBezTo>
                    <a:cubicBezTo>
                      <a:pt x="231261" y="651261"/>
                      <a:pt x="222942" y="668823"/>
                      <a:pt x="216009" y="683612"/>
                    </a:cubicBezTo>
                    <a:cubicBezTo>
                      <a:pt x="209077" y="698864"/>
                      <a:pt x="204455" y="718275"/>
                      <a:pt x="216009" y="729829"/>
                    </a:cubicBezTo>
                    <a:cubicBezTo>
                      <a:pt x="234496" y="745081"/>
                      <a:pt x="273318" y="739073"/>
                      <a:pt x="280250" y="71781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" name="Google Shape;197;p15"/>
            <p:cNvGrpSpPr/>
            <p:nvPr/>
          </p:nvGrpSpPr>
          <p:grpSpPr>
            <a:xfrm flipH="1">
              <a:off x="5584535" y="3099276"/>
              <a:ext cx="3577945" cy="2100327"/>
              <a:chOff x="-60075" y="3099276"/>
              <a:chExt cx="3577945" cy="2100327"/>
            </a:xfrm>
          </p:grpSpPr>
          <p:sp>
            <p:nvSpPr>
              <p:cNvPr id="198" name="Google Shape;198;p15"/>
              <p:cNvSpPr/>
              <p:nvPr/>
            </p:nvSpPr>
            <p:spPr>
              <a:xfrm>
                <a:off x="-60075" y="4223721"/>
                <a:ext cx="3577945" cy="975882"/>
              </a:xfrm>
              <a:custGeom>
                <a:rect b="b" l="l" r="r" t="t"/>
                <a:pathLst>
                  <a:path extrusionOk="0" h="386488" w="1417008">
                    <a:moveTo>
                      <a:pt x="1417008" y="367077"/>
                    </a:moveTo>
                    <a:cubicBezTo>
                      <a:pt x="1417008" y="372623"/>
                      <a:pt x="1327810" y="337960"/>
                      <a:pt x="1280668" y="328717"/>
                    </a:cubicBezTo>
                    <a:cubicBezTo>
                      <a:pt x="1203948" y="313465"/>
                      <a:pt x="1121220" y="276954"/>
                      <a:pt x="1043114" y="272794"/>
                    </a:cubicBezTo>
                    <a:cubicBezTo>
                      <a:pt x="968243" y="269097"/>
                      <a:pt x="903077" y="272794"/>
                      <a:pt x="828206" y="254770"/>
                    </a:cubicBezTo>
                    <a:cubicBezTo>
                      <a:pt x="771359" y="240905"/>
                      <a:pt x="734385" y="206704"/>
                      <a:pt x="682160" y="187756"/>
                    </a:cubicBezTo>
                    <a:cubicBezTo>
                      <a:pt x="614684" y="163260"/>
                      <a:pt x="543048" y="182672"/>
                      <a:pt x="475109" y="165571"/>
                    </a:cubicBezTo>
                    <a:cubicBezTo>
                      <a:pt x="421035" y="151706"/>
                      <a:pt x="406246" y="118430"/>
                      <a:pt x="368810" y="80995"/>
                    </a:cubicBezTo>
                    <a:cubicBezTo>
                      <a:pt x="269444" y="-17909"/>
                      <a:pt x="128945" y="115"/>
                      <a:pt x="0" y="3350"/>
                    </a:cubicBezTo>
                    <a:lnTo>
                      <a:pt x="0" y="386488"/>
                    </a:lnTo>
                    <a:lnTo>
                      <a:pt x="1417008" y="36707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5"/>
              <p:cNvSpPr/>
              <p:nvPr/>
            </p:nvSpPr>
            <p:spPr>
              <a:xfrm>
                <a:off x="163323" y="3099276"/>
                <a:ext cx="265222" cy="1356095"/>
              </a:xfrm>
              <a:custGeom>
                <a:rect b="b" l="l" r="r" t="t"/>
                <a:pathLst>
                  <a:path extrusionOk="0" h="1307080" w="255636">
                    <a:moveTo>
                      <a:pt x="96728" y="1301004"/>
                    </a:moveTo>
                    <a:cubicBezTo>
                      <a:pt x="51898" y="1288525"/>
                      <a:pt x="24168" y="1241846"/>
                      <a:pt x="18159" y="1195629"/>
                    </a:cubicBezTo>
                    <a:cubicBezTo>
                      <a:pt x="12613" y="1149412"/>
                      <a:pt x="24629" y="1103196"/>
                      <a:pt x="35722" y="1058366"/>
                    </a:cubicBezTo>
                    <a:cubicBezTo>
                      <a:pt x="46813" y="1013535"/>
                      <a:pt x="57444" y="966394"/>
                      <a:pt x="48200" y="921101"/>
                    </a:cubicBezTo>
                    <a:cubicBezTo>
                      <a:pt x="38033" y="868876"/>
                      <a:pt x="2446" y="822660"/>
                      <a:pt x="135" y="769048"/>
                    </a:cubicBezTo>
                    <a:cubicBezTo>
                      <a:pt x="-3562" y="687706"/>
                      <a:pt x="69922" y="616995"/>
                      <a:pt x="62065" y="536115"/>
                    </a:cubicBezTo>
                    <a:cubicBezTo>
                      <a:pt x="57906" y="495907"/>
                      <a:pt x="34335" y="460320"/>
                      <a:pt x="26016" y="421035"/>
                    </a:cubicBezTo>
                    <a:cubicBezTo>
                      <a:pt x="15848" y="372046"/>
                      <a:pt x="30638" y="322131"/>
                      <a:pt x="38957" y="273141"/>
                    </a:cubicBezTo>
                    <a:cubicBezTo>
                      <a:pt x="47738" y="221841"/>
                      <a:pt x="50511" y="169616"/>
                      <a:pt x="65300" y="119701"/>
                    </a:cubicBezTo>
                    <a:cubicBezTo>
                      <a:pt x="80089" y="69787"/>
                      <a:pt x="110130" y="21722"/>
                      <a:pt x="157272" y="0"/>
                    </a:cubicBezTo>
                    <a:cubicBezTo>
                      <a:pt x="105509" y="96131"/>
                      <a:pt x="100887" y="214908"/>
                      <a:pt x="143869" y="315199"/>
                    </a:cubicBezTo>
                    <a:cubicBezTo>
                      <a:pt x="166053" y="366961"/>
                      <a:pt x="201178" y="417800"/>
                      <a:pt x="195631" y="473723"/>
                    </a:cubicBezTo>
                    <a:cubicBezTo>
                      <a:pt x="190548" y="526872"/>
                      <a:pt x="148490" y="574937"/>
                      <a:pt x="156810" y="627625"/>
                    </a:cubicBezTo>
                    <a:cubicBezTo>
                      <a:pt x="161894" y="662287"/>
                      <a:pt x="187313" y="689555"/>
                      <a:pt x="202102" y="721445"/>
                    </a:cubicBezTo>
                    <a:cubicBezTo>
                      <a:pt x="256639" y="842070"/>
                      <a:pt x="143869" y="991813"/>
                      <a:pt x="201178" y="1111515"/>
                    </a:cubicBezTo>
                    <a:cubicBezTo>
                      <a:pt x="221513" y="1154034"/>
                      <a:pt x="263571" y="1192856"/>
                      <a:pt x="254328" y="1239535"/>
                    </a:cubicBezTo>
                    <a:cubicBezTo>
                      <a:pt x="248319" y="1270963"/>
                      <a:pt x="218278" y="1294071"/>
                      <a:pt x="187313" y="1301004"/>
                    </a:cubicBezTo>
                    <a:cubicBezTo>
                      <a:pt x="156810" y="1308398"/>
                      <a:pt x="127693" y="1309785"/>
                      <a:pt x="96728" y="130100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417036" y="3428896"/>
                <a:ext cx="190756" cy="1074101"/>
              </a:xfrm>
              <a:custGeom>
                <a:rect b="b" l="l" r="r" t="t"/>
                <a:pathLst>
                  <a:path extrusionOk="0" h="1035278" w="183861">
                    <a:moveTo>
                      <a:pt x="105036" y="1034333"/>
                    </a:moveTo>
                    <a:cubicBezTo>
                      <a:pt x="60667" y="1025552"/>
                      <a:pt x="29240" y="974713"/>
                      <a:pt x="40794" y="931269"/>
                    </a:cubicBezTo>
                    <a:cubicBezTo>
                      <a:pt x="49576" y="899379"/>
                      <a:pt x="76843" y="869339"/>
                      <a:pt x="66676" y="837449"/>
                    </a:cubicBezTo>
                    <a:cubicBezTo>
                      <a:pt x="60667" y="818500"/>
                      <a:pt x="42643" y="806484"/>
                      <a:pt x="31089" y="789846"/>
                    </a:cubicBezTo>
                    <a:cubicBezTo>
                      <a:pt x="5207" y="752410"/>
                      <a:pt x="19072" y="701571"/>
                      <a:pt x="36635" y="659976"/>
                    </a:cubicBezTo>
                    <a:cubicBezTo>
                      <a:pt x="54659" y="618381"/>
                      <a:pt x="75919" y="573089"/>
                      <a:pt x="62978" y="529645"/>
                    </a:cubicBezTo>
                    <a:cubicBezTo>
                      <a:pt x="50037" y="485277"/>
                      <a:pt x="2896" y="453387"/>
                      <a:pt x="123" y="407170"/>
                    </a:cubicBezTo>
                    <a:cubicBezTo>
                      <a:pt x="-2188" y="367886"/>
                      <a:pt x="28778" y="333686"/>
                      <a:pt x="34786" y="294863"/>
                    </a:cubicBezTo>
                    <a:cubicBezTo>
                      <a:pt x="39870" y="262050"/>
                      <a:pt x="26005" y="229235"/>
                      <a:pt x="23694" y="195959"/>
                    </a:cubicBezTo>
                    <a:cubicBezTo>
                      <a:pt x="18148" y="123399"/>
                      <a:pt x="63441" y="58233"/>
                      <a:pt x="106422" y="0"/>
                    </a:cubicBezTo>
                    <a:cubicBezTo>
                      <a:pt x="66676" y="64704"/>
                      <a:pt x="63902" y="151129"/>
                      <a:pt x="95330" y="219992"/>
                    </a:cubicBezTo>
                    <a:cubicBezTo>
                      <a:pt x="109658" y="250957"/>
                      <a:pt x="130917" y="280998"/>
                      <a:pt x="129993" y="315199"/>
                    </a:cubicBezTo>
                    <a:cubicBezTo>
                      <a:pt x="129069" y="349399"/>
                      <a:pt x="105498" y="380364"/>
                      <a:pt x="106884" y="414565"/>
                    </a:cubicBezTo>
                    <a:cubicBezTo>
                      <a:pt x="109195" y="468176"/>
                      <a:pt x="170664" y="503763"/>
                      <a:pt x="175747" y="556913"/>
                    </a:cubicBezTo>
                    <a:cubicBezTo>
                      <a:pt x="180369" y="602668"/>
                      <a:pt x="142009" y="641028"/>
                      <a:pt x="130455" y="685396"/>
                    </a:cubicBezTo>
                    <a:cubicBezTo>
                      <a:pt x="119363" y="728840"/>
                      <a:pt x="135077" y="774132"/>
                      <a:pt x="152177" y="815265"/>
                    </a:cubicBezTo>
                    <a:cubicBezTo>
                      <a:pt x="169277" y="856860"/>
                      <a:pt x="187764" y="899842"/>
                      <a:pt x="183142" y="944210"/>
                    </a:cubicBezTo>
                    <a:cubicBezTo>
                      <a:pt x="179907" y="989040"/>
                      <a:pt x="148942" y="1043114"/>
                      <a:pt x="105036" y="103433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>
                <a:off x="612135" y="3346731"/>
                <a:ext cx="185394" cy="1064725"/>
              </a:xfrm>
              <a:custGeom>
                <a:rect b="b" l="l" r="r" t="t"/>
                <a:pathLst>
                  <a:path extrusionOk="0" h="1026241" w="178693">
                    <a:moveTo>
                      <a:pt x="60189" y="980721"/>
                    </a:moveTo>
                    <a:cubicBezTo>
                      <a:pt x="80986" y="963159"/>
                      <a:pt x="84684" y="931269"/>
                      <a:pt x="77752" y="904926"/>
                    </a:cubicBezTo>
                    <a:cubicBezTo>
                      <a:pt x="70356" y="878582"/>
                      <a:pt x="54181" y="855473"/>
                      <a:pt x="39854" y="831903"/>
                    </a:cubicBezTo>
                    <a:cubicBezTo>
                      <a:pt x="25526" y="808332"/>
                      <a:pt x="13048" y="782451"/>
                      <a:pt x="13972" y="755183"/>
                    </a:cubicBezTo>
                    <a:cubicBezTo>
                      <a:pt x="15359" y="718672"/>
                      <a:pt x="40315" y="687706"/>
                      <a:pt x="54181" y="653968"/>
                    </a:cubicBezTo>
                    <a:cubicBezTo>
                      <a:pt x="72667" y="608675"/>
                      <a:pt x="69432" y="555064"/>
                      <a:pt x="46324" y="512082"/>
                    </a:cubicBezTo>
                    <a:cubicBezTo>
                      <a:pt x="30611" y="482966"/>
                      <a:pt x="5653" y="456622"/>
                      <a:pt x="2881" y="423808"/>
                    </a:cubicBezTo>
                    <a:cubicBezTo>
                      <a:pt x="-356" y="384062"/>
                      <a:pt x="31072" y="348013"/>
                      <a:pt x="31535" y="308266"/>
                    </a:cubicBezTo>
                    <a:cubicBezTo>
                      <a:pt x="31996" y="275452"/>
                      <a:pt x="12585" y="245873"/>
                      <a:pt x="4729" y="214446"/>
                    </a:cubicBezTo>
                    <a:cubicBezTo>
                      <a:pt x="-14682" y="139575"/>
                      <a:pt x="29224" y="64704"/>
                      <a:pt x="71743" y="0"/>
                    </a:cubicBezTo>
                    <a:cubicBezTo>
                      <a:pt x="48172" y="61930"/>
                      <a:pt x="52794" y="136802"/>
                      <a:pt x="85146" y="194573"/>
                    </a:cubicBezTo>
                    <a:cubicBezTo>
                      <a:pt x="104095" y="228311"/>
                      <a:pt x="132749" y="260663"/>
                      <a:pt x="130438" y="299023"/>
                    </a:cubicBezTo>
                    <a:cubicBezTo>
                      <a:pt x="128127" y="336921"/>
                      <a:pt x="95314" y="370197"/>
                      <a:pt x="101321" y="408095"/>
                    </a:cubicBezTo>
                    <a:cubicBezTo>
                      <a:pt x="105943" y="438136"/>
                      <a:pt x="133673" y="458471"/>
                      <a:pt x="152160" y="482966"/>
                    </a:cubicBezTo>
                    <a:cubicBezTo>
                      <a:pt x="178504" y="518553"/>
                      <a:pt x="185898" y="567543"/>
                      <a:pt x="170647" y="608675"/>
                    </a:cubicBezTo>
                    <a:cubicBezTo>
                      <a:pt x="154009" y="653506"/>
                      <a:pt x="113338" y="691866"/>
                      <a:pt x="117036" y="739469"/>
                    </a:cubicBezTo>
                    <a:cubicBezTo>
                      <a:pt x="119808" y="777829"/>
                      <a:pt x="150774" y="806946"/>
                      <a:pt x="166950" y="842070"/>
                    </a:cubicBezTo>
                    <a:cubicBezTo>
                      <a:pt x="193294" y="899379"/>
                      <a:pt x="173883" y="974251"/>
                      <a:pt x="123044" y="1011224"/>
                    </a:cubicBezTo>
                    <a:cubicBezTo>
                      <a:pt x="107792" y="1022316"/>
                      <a:pt x="87919" y="1030173"/>
                      <a:pt x="70356" y="1024165"/>
                    </a:cubicBezTo>
                    <a:cubicBezTo>
                      <a:pt x="51870" y="1017694"/>
                      <a:pt x="45861" y="992738"/>
                      <a:pt x="60189" y="98072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2" name="Google Shape;202;p15"/>
          <p:cNvSpPr txBox="1"/>
          <p:nvPr>
            <p:ph idx="3" type="subTitle"/>
          </p:nvPr>
        </p:nvSpPr>
        <p:spPr>
          <a:xfrm>
            <a:off x="5019540" y="1796700"/>
            <a:ext cx="25482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3" name="Google Shape;203;p15"/>
          <p:cNvSpPr txBox="1"/>
          <p:nvPr>
            <p:ph idx="4" type="subTitle"/>
          </p:nvPr>
        </p:nvSpPr>
        <p:spPr>
          <a:xfrm>
            <a:off x="5019544" y="2305200"/>
            <a:ext cx="2548200" cy="10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04" name="Google Shape;204;p15"/>
          <p:cNvGrpSpPr/>
          <p:nvPr/>
        </p:nvGrpSpPr>
        <p:grpSpPr>
          <a:xfrm>
            <a:off x="-774808" y="-625844"/>
            <a:ext cx="10196004" cy="3972644"/>
            <a:chOff x="-774808" y="-625844"/>
            <a:chExt cx="10196004" cy="3972644"/>
          </a:xfrm>
        </p:grpSpPr>
        <p:sp>
          <p:nvSpPr>
            <p:cNvPr id="205" name="Google Shape;205;p15"/>
            <p:cNvSpPr/>
            <p:nvPr/>
          </p:nvSpPr>
          <p:spPr>
            <a:xfrm rot="5400000">
              <a:off x="7608248" y="1533852"/>
              <a:ext cx="2498734" cy="1127160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 rot="-5726682">
              <a:off x="-1134824" y="-67248"/>
              <a:ext cx="2680665" cy="1714013"/>
            </a:xfrm>
            <a:custGeom>
              <a:rect b="b" l="l" r="r" t="t"/>
              <a:pathLst>
                <a:path extrusionOk="0" h="1102604" w="1724440">
                  <a:moveTo>
                    <a:pt x="90" y="196101"/>
                  </a:moveTo>
                  <a:cubicBezTo>
                    <a:pt x="-1758" y="249250"/>
                    <a:pt x="25048" y="302399"/>
                    <a:pt x="68954" y="332440"/>
                  </a:cubicBezTo>
                  <a:cubicBezTo>
                    <a:pt x="135968" y="378195"/>
                    <a:pt x="235334" y="371725"/>
                    <a:pt x="285710" y="435042"/>
                  </a:cubicBezTo>
                  <a:cubicBezTo>
                    <a:pt x="319910" y="478023"/>
                    <a:pt x="318524" y="538105"/>
                    <a:pt x="334700" y="590330"/>
                  </a:cubicBezTo>
                  <a:cubicBezTo>
                    <a:pt x="373059" y="711418"/>
                    <a:pt x="504777" y="779819"/>
                    <a:pt x="630950" y="796919"/>
                  </a:cubicBezTo>
                  <a:cubicBezTo>
                    <a:pt x="757122" y="814020"/>
                    <a:pt x="885142" y="793684"/>
                    <a:pt x="1011777" y="803390"/>
                  </a:cubicBezTo>
                  <a:cubicBezTo>
                    <a:pt x="1213282" y="818641"/>
                    <a:pt x="1407855" y="913386"/>
                    <a:pt x="1543732" y="1062666"/>
                  </a:cubicBezTo>
                  <a:cubicBezTo>
                    <a:pt x="1557597" y="1077918"/>
                    <a:pt x="1571925" y="1094094"/>
                    <a:pt x="1591336" y="1100564"/>
                  </a:cubicBezTo>
                  <a:cubicBezTo>
                    <a:pt x="1610746" y="1107034"/>
                    <a:pt x="1636628" y="1097791"/>
                    <a:pt x="1640326" y="1077456"/>
                  </a:cubicBezTo>
                  <a:cubicBezTo>
                    <a:pt x="1642637" y="1062204"/>
                    <a:pt x="1632468" y="1048339"/>
                    <a:pt x="1622301" y="1037247"/>
                  </a:cubicBezTo>
                  <a:cubicBezTo>
                    <a:pt x="1524321" y="925864"/>
                    <a:pt x="1397688" y="839901"/>
                    <a:pt x="1258112" y="789525"/>
                  </a:cubicBezTo>
                  <a:cubicBezTo>
                    <a:pt x="1239625" y="782592"/>
                    <a:pt x="1219753" y="776122"/>
                    <a:pt x="1206812" y="761332"/>
                  </a:cubicBezTo>
                  <a:cubicBezTo>
                    <a:pt x="1180468" y="732216"/>
                    <a:pt x="1192947" y="681840"/>
                    <a:pt x="1223449" y="656883"/>
                  </a:cubicBezTo>
                  <a:cubicBezTo>
                    <a:pt x="1253953" y="631925"/>
                    <a:pt x="1295548" y="625455"/>
                    <a:pt x="1334832" y="624069"/>
                  </a:cubicBezTo>
                  <a:cubicBezTo>
                    <a:pt x="1470248" y="618060"/>
                    <a:pt x="1607049" y="651336"/>
                    <a:pt x="1724440" y="719275"/>
                  </a:cubicBezTo>
                  <a:cubicBezTo>
                    <a:pt x="1709188" y="630077"/>
                    <a:pt x="1635242" y="557054"/>
                    <a:pt x="1548816" y="528862"/>
                  </a:cubicBezTo>
                  <a:cubicBezTo>
                    <a:pt x="1462391" y="501132"/>
                    <a:pt x="1366721" y="513610"/>
                    <a:pt x="1283531" y="549659"/>
                  </a:cubicBezTo>
                  <a:cubicBezTo>
                    <a:pt x="1207736" y="582473"/>
                    <a:pt x="1141646" y="633312"/>
                    <a:pt x="1070472" y="674445"/>
                  </a:cubicBezTo>
                  <a:cubicBezTo>
                    <a:pt x="998836" y="715578"/>
                    <a:pt x="917957" y="747930"/>
                    <a:pt x="836153" y="737762"/>
                  </a:cubicBezTo>
                  <a:cubicBezTo>
                    <a:pt x="754348" y="727594"/>
                    <a:pt x="674856" y="663815"/>
                    <a:pt x="671158" y="581087"/>
                  </a:cubicBezTo>
                  <a:cubicBezTo>
                    <a:pt x="666999" y="482645"/>
                    <a:pt x="760819" y="412858"/>
                    <a:pt x="818590" y="332903"/>
                  </a:cubicBezTo>
                  <a:cubicBezTo>
                    <a:pt x="868966" y="262653"/>
                    <a:pt x="893924" y="174841"/>
                    <a:pt x="887453" y="88415"/>
                  </a:cubicBezTo>
                  <a:cubicBezTo>
                    <a:pt x="885605" y="66231"/>
                    <a:pt x="881907" y="43585"/>
                    <a:pt x="868966" y="25098"/>
                  </a:cubicBezTo>
                  <a:cubicBezTo>
                    <a:pt x="856025" y="7074"/>
                    <a:pt x="832455" y="-4943"/>
                    <a:pt x="811195" y="1990"/>
                  </a:cubicBezTo>
                  <a:cubicBezTo>
                    <a:pt x="789936" y="8922"/>
                    <a:pt x="777457" y="32493"/>
                    <a:pt x="775608" y="55139"/>
                  </a:cubicBezTo>
                  <a:cubicBezTo>
                    <a:pt x="773760" y="77786"/>
                    <a:pt x="779306" y="99970"/>
                    <a:pt x="781154" y="122616"/>
                  </a:cubicBezTo>
                  <a:cubicBezTo>
                    <a:pt x="791784" y="236771"/>
                    <a:pt x="714140" y="337524"/>
                    <a:pt x="640656" y="425798"/>
                  </a:cubicBezTo>
                  <a:cubicBezTo>
                    <a:pt x="594900" y="480796"/>
                    <a:pt x="530197" y="541803"/>
                    <a:pt x="462258" y="519156"/>
                  </a:cubicBezTo>
                  <a:cubicBezTo>
                    <a:pt x="393395" y="496048"/>
                    <a:pt x="379068" y="400379"/>
                    <a:pt x="407722" y="333365"/>
                  </a:cubicBezTo>
                  <a:cubicBezTo>
                    <a:pt x="435915" y="266350"/>
                    <a:pt x="491838" y="214587"/>
                    <a:pt x="525113" y="150346"/>
                  </a:cubicBezTo>
                  <a:cubicBezTo>
                    <a:pt x="541289" y="118456"/>
                    <a:pt x="550070" y="75475"/>
                    <a:pt x="524651" y="50980"/>
                  </a:cubicBezTo>
                  <a:cubicBezTo>
                    <a:pt x="495073" y="22788"/>
                    <a:pt x="443310" y="43585"/>
                    <a:pt x="421587" y="78248"/>
                  </a:cubicBezTo>
                  <a:cubicBezTo>
                    <a:pt x="399865" y="112448"/>
                    <a:pt x="396168" y="154968"/>
                    <a:pt x="382303" y="193328"/>
                  </a:cubicBezTo>
                  <a:cubicBezTo>
                    <a:pt x="354573" y="268661"/>
                    <a:pt x="276467" y="327819"/>
                    <a:pt x="196974" y="316727"/>
                  </a:cubicBezTo>
                  <a:cubicBezTo>
                    <a:pt x="117481" y="305172"/>
                    <a:pt x="56937" y="209503"/>
                    <a:pt x="94373" y="138330"/>
                  </a:cubicBezTo>
                  <a:cubicBezTo>
                    <a:pt x="101767" y="124002"/>
                    <a:pt x="112860" y="111062"/>
                    <a:pt x="118405" y="95810"/>
                  </a:cubicBezTo>
                  <a:cubicBezTo>
                    <a:pt x="123951" y="80559"/>
                    <a:pt x="123027" y="61148"/>
                    <a:pt x="110549" y="50980"/>
                  </a:cubicBezTo>
                  <a:cubicBezTo>
                    <a:pt x="67104" y="16779"/>
                    <a:pt x="1477" y="165135"/>
                    <a:pt x="90" y="1961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5"/>
          <p:cNvGrpSpPr/>
          <p:nvPr/>
        </p:nvGrpSpPr>
        <p:grpSpPr>
          <a:xfrm>
            <a:off x="3660487" y="4128189"/>
            <a:ext cx="970363" cy="1189497"/>
            <a:chOff x="3885921" y="3323431"/>
            <a:chExt cx="1243259" cy="1524019"/>
          </a:xfrm>
        </p:grpSpPr>
        <p:sp>
          <p:nvSpPr>
            <p:cNvPr id="208" name="Google Shape;208;p15"/>
            <p:cNvSpPr/>
            <p:nvPr/>
          </p:nvSpPr>
          <p:spPr>
            <a:xfrm>
              <a:off x="3885921" y="3323801"/>
              <a:ext cx="1243259" cy="1523649"/>
            </a:xfrm>
            <a:custGeom>
              <a:rect b="b" l="l" r="r" t="t"/>
              <a:pathLst>
                <a:path extrusionOk="0" h="695730" w="567698">
                  <a:moveTo>
                    <a:pt x="204380" y="682445"/>
                  </a:moveTo>
                  <a:cubicBezTo>
                    <a:pt x="209037" y="665212"/>
                    <a:pt x="195996" y="640527"/>
                    <a:pt x="189010" y="625623"/>
                  </a:cubicBezTo>
                  <a:cubicBezTo>
                    <a:pt x="180626" y="606992"/>
                    <a:pt x="169448" y="589759"/>
                    <a:pt x="152681" y="578115"/>
                  </a:cubicBezTo>
                  <a:cubicBezTo>
                    <a:pt x="121475" y="556225"/>
                    <a:pt x="81885" y="548773"/>
                    <a:pt x="50680" y="526882"/>
                  </a:cubicBezTo>
                  <a:cubicBezTo>
                    <a:pt x="32049" y="513841"/>
                    <a:pt x="13885" y="494745"/>
                    <a:pt x="6433" y="472854"/>
                  </a:cubicBezTo>
                  <a:cubicBezTo>
                    <a:pt x="1309" y="458415"/>
                    <a:pt x="-7540" y="421155"/>
                    <a:pt x="12488" y="414634"/>
                  </a:cubicBezTo>
                  <a:cubicBezTo>
                    <a:pt x="48817" y="402990"/>
                    <a:pt x="66515" y="493813"/>
                    <a:pt x="103776" y="497539"/>
                  </a:cubicBezTo>
                  <a:cubicBezTo>
                    <a:pt x="130324" y="500334"/>
                    <a:pt x="142434" y="464936"/>
                    <a:pt x="140105" y="443977"/>
                  </a:cubicBezTo>
                  <a:cubicBezTo>
                    <a:pt x="136379" y="413237"/>
                    <a:pt x="117283" y="383428"/>
                    <a:pt x="93995" y="363867"/>
                  </a:cubicBezTo>
                  <a:cubicBezTo>
                    <a:pt x="67447" y="341510"/>
                    <a:pt x="45091" y="324277"/>
                    <a:pt x="31118" y="291208"/>
                  </a:cubicBezTo>
                  <a:cubicBezTo>
                    <a:pt x="20405" y="265126"/>
                    <a:pt x="24597" y="240906"/>
                    <a:pt x="57666" y="240441"/>
                  </a:cubicBezTo>
                  <a:cubicBezTo>
                    <a:pt x="116352" y="239975"/>
                    <a:pt x="168051" y="320085"/>
                    <a:pt x="177832" y="370387"/>
                  </a:cubicBezTo>
                  <a:cubicBezTo>
                    <a:pt x="184352" y="406250"/>
                    <a:pt x="183887" y="442580"/>
                    <a:pt x="190407" y="478443"/>
                  </a:cubicBezTo>
                  <a:cubicBezTo>
                    <a:pt x="193202" y="493347"/>
                    <a:pt x="194599" y="511046"/>
                    <a:pt x="209503" y="518032"/>
                  </a:cubicBezTo>
                  <a:cubicBezTo>
                    <a:pt x="224408" y="525019"/>
                    <a:pt x="243038" y="517101"/>
                    <a:pt x="254682" y="507320"/>
                  </a:cubicBezTo>
                  <a:cubicBezTo>
                    <a:pt x="281230" y="484964"/>
                    <a:pt x="287285" y="440251"/>
                    <a:pt x="290079" y="408114"/>
                  </a:cubicBezTo>
                  <a:cubicBezTo>
                    <a:pt x="293340" y="372716"/>
                    <a:pt x="292408" y="332195"/>
                    <a:pt x="284956" y="297729"/>
                  </a:cubicBezTo>
                  <a:cubicBezTo>
                    <a:pt x="277038" y="260468"/>
                    <a:pt x="261668" y="227865"/>
                    <a:pt x="240243" y="197125"/>
                  </a:cubicBezTo>
                  <a:cubicBezTo>
                    <a:pt x="218353" y="165919"/>
                    <a:pt x="184818" y="139837"/>
                    <a:pt x="171311" y="103974"/>
                  </a:cubicBezTo>
                  <a:cubicBezTo>
                    <a:pt x="157804" y="67644"/>
                    <a:pt x="164790" y="28055"/>
                    <a:pt x="200654" y="7561"/>
                  </a:cubicBezTo>
                  <a:cubicBezTo>
                    <a:pt x="234654" y="-12000"/>
                    <a:pt x="259340" y="8959"/>
                    <a:pt x="270983" y="41096"/>
                  </a:cubicBezTo>
                  <a:cubicBezTo>
                    <a:pt x="276107" y="54603"/>
                    <a:pt x="277038" y="68576"/>
                    <a:pt x="291477" y="75096"/>
                  </a:cubicBezTo>
                  <a:cubicBezTo>
                    <a:pt x="304984" y="81617"/>
                    <a:pt x="313833" y="76494"/>
                    <a:pt x="325011" y="68576"/>
                  </a:cubicBezTo>
                  <a:cubicBezTo>
                    <a:pt x="337587" y="60192"/>
                    <a:pt x="348765" y="50877"/>
                    <a:pt x="357614" y="38301"/>
                  </a:cubicBezTo>
                  <a:cubicBezTo>
                    <a:pt x="365066" y="28055"/>
                    <a:pt x="372984" y="9890"/>
                    <a:pt x="388820" y="12219"/>
                  </a:cubicBezTo>
                  <a:cubicBezTo>
                    <a:pt x="417231" y="16411"/>
                    <a:pt x="411177" y="62521"/>
                    <a:pt x="403259" y="79754"/>
                  </a:cubicBezTo>
                  <a:cubicBezTo>
                    <a:pt x="388354" y="113754"/>
                    <a:pt x="355286" y="139371"/>
                    <a:pt x="353888" y="178960"/>
                  </a:cubicBezTo>
                  <a:cubicBezTo>
                    <a:pt x="352957" y="206440"/>
                    <a:pt x="373916" y="220879"/>
                    <a:pt x="379505" y="245564"/>
                  </a:cubicBezTo>
                  <a:cubicBezTo>
                    <a:pt x="385094" y="270715"/>
                    <a:pt x="366930" y="293071"/>
                    <a:pt x="357149" y="315428"/>
                  </a:cubicBezTo>
                  <a:cubicBezTo>
                    <a:pt x="347834" y="336853"/>
                    <a:pt x="334792" y="375511"/>
                    <a:pt x="364601" y="386223"/>
                  </a:cubicBezTo>
                  <a:cubicBezTo>
                    <a:pt x="400464" y="398798"/>
                    <a:pt x="429807" y="373647"/>
                    <a:pt x="447506" y="346633"/>
                  </a:cubicBezTo>
                  <a:cubicBezTo>
                    <a:pt x="464273" y="321017"/>
                    <a:pt x="471725" y="289811"/>
                    <a:pt x="495479" y="269318"/>
                  </a:cubicBezTo>
                  <a:cubicBezTo>
                    <a:pt x="513178" y="254413"/>
                    <a:pt x="541589" y="242304"/>
                    <a:pt x="557890" y="266057"/>
                  </a:cubicBezTo>
                  <a:cubicBezTo>
                    <a:pt x="576521" y="293537"/>
                    <a:pt x="565342" y="338716"/>
                    <a:pt x="551370" y="364798"/>
                  </a:cubicBezTo>
                  <a:cubicBezTo>
                    <a:pt x="533205" y="398798"/>
                    <a:pt x="510383" y="421155"/>
                    <a:pt x="474520" y="435128"/>
                  </a:cubicBezTo>
                  <a:cubicBezTo>
                    <a:pt x="444711" y="446771"/>
                    <a:pt x="405122" y="451429"/>
                    <a:pt x="382765" y="476580"/>
                  </a:cubicBezTo>
                  <a:cubicBezTo>
                    <a:pt x="362738" y="499402"/>
                    <a:pt x="355751" y="533403"/>
                    <a:pt x="358546" y="562745"/>
                  </a:cubicBezTo>
                  <a:cubicBezTo>
                    <a:pt x="361806" y="593485"/>
                    <a:pt x="374382" y="620034"/>
                    <a:pt x="353422" y="647048"/>
                  </a:cubicBezTo>
                  <a:cubicBezTo>
                    <a:pt x="332463" y="674061"/>
                    <a:pt x="297997" y="688500"/>
                    <a:pt x="265394" y="694555"/>
                  </a:cubicBezTo>
                  <a:cubicBezTo>
                    <a:pt x="239778" y="699213"/>
                    <a:pt x="227202" y="688966"/>
                    <a:pt x="204380" y="68244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3917351" y="3323431"/>
              <a:ext cx="1166223" cy="1429643"/>
            </a:xfrm>
            <a:custGeom>
              <a:rect b="b" l="l" r="r" t="t"/>
              <a:pathLst>
                <a:path extrusionOk="0" h="652805" w="532522">
                  <a:moveTo>
                    <a:pt x="95480" y="330035"/>
                  </a:moveTo>
                  <a:cubicBezTo>
                    <a:pt x="92220" y="317460"/>
                    <a:pt x="82905" y="305816"/>
                    <a:pt x="70330" y="301624"/>
                  </a:cubicBezTo>
                  <a:cubicBezTo>
                    <a:pt x="57754" y="297432"/>
                    <a:pt x="44713" y="303022"/>
                    <a:pt x="37261" y="313268"/>
                  </a:cubicBezTo>
                  <a:cubicBezTo>
                    <a:pt x="35863" y="315597"/>
                    <a:pt x="34466" y="317926"/>
                    <a:pt x="33535" y="320254"/>
                  </a:cubicBezTo>
                  <a:cubicBezTo>
                    <a:pt x="35398" y="322583"/>
                    <a:pt x="36795" y="324446"/>
                    <a:pt x="38658" y="326309"/>
                  </a:cubicBezTo>
                  <a:cubicBezTo>
                    <a:pt x="39124" y="324912"/>
                    <a:pt x="39589" y="323049"/>
                    <a:pt x="40521" y="321652"/>
                  </a:cubicBezTo>
                  <a:cubicBezTo>
                    <a:pt x="45179" y="312802"/>
                    <a:pt x="55425" y="305816"/>
                    <a:pt x="65672" y="309076"/>
                  </a:cubicBezTo>
                  <a:cubicBezTo>
                    <a:pt x="85700" y="315131"/>
                    <a:pt x="90357" y="343077"/>
                    <a:pt x="80576" y="359378"/>
                  </a:cubicBezTo>
                  <a:cubicBezTo>
                    <a:pt x="79645" y="360775"/>
                    <a:pt x="79179" y="361707"/>
                    <a:pt x="78247" y="362639"/>
                  </a:cubicBezTo>
                  <a:cubicBezTo>
                    <a:pt x="78713" y="363104"/>
                    <a:pt x="78713" y="363104"/>
                    <a:pt x="79179" y="363570"/>
                  </a:cubicBezTo>
                  <a:cubicBezTo>
                    <a:pt x="81508" y="365433"/>
                    <a:pt x="83836" y="367762"/>
                    <a:pt x="86165" y="370091"/>
                  </a:cubicBezTo>
                  <a:cubicBezTo>
                    <a:pt x="86631" y="369159"/>
                    <a:pt x="87563" y="368693"/>
                    <a:pt x="88028" y="367762"/>
                  </a:cubicBezTo>
                  <a:cubicBezTo>
                    <a:pt x="96878" y="357049"/>
                    <a:pt x="98741" y="343542"/>
                    <a:pt x="95480" y="330035"/>
                  </a:cubicBezTo>
                  <a:close/>
                  <a:moveTo>
                    <a:pt x="147180" y="452530"/>
                  </a:moveTo>
                  <a:cubicBezTo>
                    <a:pt x="143453" y="445543"/>
                    <a:pt x="137399" y="439023"/>
                    <a:pt x="129947" y="434831"/>
                  </a:cubicBezTo>
                  <a:cubicBezTo>
                    <a:pt x="128084" y="433900"/>
                    <a:pt x="125755" y="432968"/>
                    <a:pt x="123426" y="432036"/>
                  </a:cubicBezTo>
                  <a:cubicBezTo>
                    <a:pt x="124358" y="435297"/>
                    <a:pt x="124823" y="438557"/>
                    <a:pt x="125289" y="441817"/>
                  </a:cubicBezTo>
                  <a:cubicBezTo>
                    <a:pt x="130412" y="444146"/>
                    <a:pt x="134604" y="447407"/>
                    <a:pt x="137399" y="452064"/>
                  </a:cubicBezTo>
                  <a:cubicBezTo>
                    <a:pt x="143453" y="461379"/>
                    <a:pt x="146714" y="473489"/>
                    <a:pt x="144385" y="484667"/>
                  </a:cubicBezTo>
                  <a:cubicBezTo>
                    <a:pt x="142522" y="493051"/>
                    <a:pt x="135070" y="507024"/>
                    <a:pt x="124358" y="505160"/>
                  </a:cubicBezTo>
                  <a:cubicBezTo>
                    <a:pt x="117371" y="503763"/>
                    <a:pt x="113179" y="496311"/>
                    <a:pt x="110850" y="489325"/>
                  </a:cubicBezTo>
                  <a:cubicBezTo>
                    <a:pt x="107590" y="492585"/>
                    <a:pt x="103398" y="495380"/>
                    <a:pt x="98741" y="496777"/>
                  </a:cubicBezTo>
                  <a:cubicBezTo>
                    <a:pt x="101535" y="506092"/>
                    <a:pt x="107590" y="514010"/>
                    <a:pt x="116905" y="517270"/>
                  </a:cubicBezTo>
                  <a:cubicBezTo>
                    <a:pt x="133207" y="522859"/>
                    <a:pt x="147180" y="509352"/>
                    <a:pt x="151371" y="494448"/>
                  </a:cubicBezTo>
                  <a:cubicBezTo>
                    <a:pt x="156029" y="480941"/>
                    <a:pt x="153700" y="465105"/>
                    <a:pt x="147180" y="452530"/>
                  </a:cubicBezTo>
                  <a:close/>
                  <a:moveTo>
                    <a:pt x="0" y="490256"/>
                  </a:moveTo>
                  <a:cubicBezTo>
                    <a:pt x="1863" y="493051"/>
                    <a:pt x="3726" y="495845"/>
                    <a:pt x="6055" y="498640"/>
                  </a:cubicBezTo>
                  <a:cubicBezTo>
                    <a:pt x="8850" y="495380"/>
                    <a:pt x="12576" y="492585"/>
                    <a:pt x="17699" y="491654"/>
                  </a:cubicBezTo>
                  <a:cubicBezTo>
                    <a:pt x="25151" y="490256"/>
                    <a:pt x="31672" y="492585"/>
                    <a:pt x="35863" y="498640"/>
                  </a:cubicBezTo>
                  <a:cubicBezTo>
                    <a:pt x="40521" y="506092"/>
                    <a:pt x="40521" y="515873"/>
                    <a:pt x="38192" y="523791"/>
                  </a:cubicBezTo>
                  <a:cubicBezTo>
                    <a:pt x="37727" y="524722"/>
                    <a:pt x="37261" y="526120"/>
                    <a:pt x="36795" y="527051"/>
                  </a:cubicBezTo>
                  <a:cubicBezTo>
                    <a:pt x="40987" y="529846"/>
                    <a:pt x="45179" y="532640"/>
                    <a:pt x="49371" y="534969"/>
                  </a:cubicBezTo>
                  <a:cubicBezTo>
                    <a:pt x="49836" y="534503"/>
                    <a:pt x="49836" y="534038"/>
                    <a:pt x="50302" y="533572"/>
                  </a:cubicBezTo>
                  <a:cubicBezTo>
                    <a:pt x="55425" y="521462"/>
                    <a:pt x="55891" y="507024"/>
                    <a:pt x="49371" y="495380"/>
                  </a:cubicBezTo>
                  <a:cubicBezTo>
                    <a:pt x="39124" y="477215"/>
                    <a:pt x="13507" y="476749"/>
                    <a:pt x="0" y="490256"/>
                  </a:cubicBezTo>
                  <a:close/>
                  <a:moveTo>
                    <a:pt x="518855" y="304884"/>
                  </a:moveTo>
                  <a:cubicBezTo>
                    <a:pt x="511868" y="302090"/>
                    <a:pt x="504416" y="303022"/>
                    <a:pt x="497430" y="306748"/>
                  </a:cubicBezTo>
                  <a:cubicBezTo>
                    <a:pt x="490443" y="310474"/>
                    <a:pt x="486252" y="316994"/>
                    <a:pt x="483923" y="323981"/>
                  </a:cubicBezTo>
                  <a:cubicBezTo>
                    <a:pt x="482526" y="328638"/>
                    <a:pt x="482060" y="333296"/>
                    <a:pt x="482060" y="337953"/>
                  </a:cubicBezTo>
                  <a:cubicBezTo>
                    <a:pt x="481594" y="346337"/>
                    <a:pt x="483457" y="353789"/>
                    <a:pt x="489046" y="359844"/>
                  </a:cubicBezTo>
                  <a:cubicBezTo>
                    <a:pt x="494635" y="365899"/>
                    <a:pt x="503019" y="368228"/>
                    <a:pt x="510471" y="364967"/>
                  </a:cubicBezTo>
                  <a:cubicBezTo>
                    <a:pt x="517923" y="362173"/>
                    <a:pt x="522581" y="355186"/>
                    <a:pt x="526307" y="348200"/>
                  </a:cubicBezTo>
                  <a:cubicBezTo>
                    <a:pt x="530033" y="340748"/>
                    <a:pt x="533293" y="331898"/>
                    <a:pt x="532362" y="323515"/>
                  </a:cubicBezTo>
                  <a:cubicBezTo>
                    <a:pt x="531430" y="315597"/>
                    <a:pt x="526773" y="308145"/>
                    <a:pt x="518855" y="304884"/>
                  </a:cubicBezTo>
                  <a:close/>
                  <a:moveTo>
                    <a:pt x="520252" y="329104"/>
                  </a:moveTo>
                  <a:cubicBezTo>
                    <a:pt x="519786" y="332364"/>
                    <a:pt x="518855" y="335625"/>
                    <a:pt x="517458" y="338419"/>
                  </a:cubicBezTo>
                  <a:cubicBezTo>
                    <a:pt x="515129" y="343077"/>
                    <a:pt x="512800" y="348666"/>
                    <a:pt x="509074" y="351460"/>
                  </a:cubicBezTo>
                  <a:cubicBezTo>
                    <a:pt x="508142" y="352392"/>
                    <a:pt x="507211" y="352857"/>
                    <a:pt x="506279" y="352857"/>
                  </a:cubicBezTo>
                  <a:cubicBezTo>
                    <a:pt x="504882" y="353323"/>
                    <a:pt x="504882" y="353323"/>
                    <a:pt x="503485" y="353323"/>
                  </a:cubicBezTo>
                  <a:cubicBezTo>
                    <a:pt x="503485" y="353323"/>
                    <a:pt x="503019" y="353323"/>
                    <a:pt x="503019" y="353323"/>
                  </a:cubicBezTo>
                  <a:cubicBezTo>
                    <a:pt x="503019" y="353323"/>
                    <a:pt x="503019" y="353323"/>
                    <a:pt x="502553" y="353323"/>
                  </a:cubicBezTo>
                  <a:cubicBezTo>
                    <a:pt x="502087" y="353323"/>
                    <a:pt x="501622" y="353323"/>
                    <a:pt x="501156" y="352857"/>
                  </a:cubicBezTo>
                  <a:cubicBezTo>
                    <a:pt x="501156" y="352857"/>
                    <a:pt x="500690" y="352857"/>
                    <a:pt x="500690" y="352857"/>
                  </a:cubicBezTo>
                  <a:cubicBezTo>
                    <a:pt x="500690" y="352857"/>
                    <a:pt x="500690" y="352857"/>
                    <a:pt x="500225" y="352857"/>
                  </a:cubicBezTo>
                  <a:cubicBezTo>
                    <a:pt x="499759" y="352392"/>
                    <a:pt x="498827" y="352392"/>
                    <a:pt x="498361" y="351926"/>
                  </a:cubicBezTo>
                  <a:cubicBezTo>
                    <a:pt x="498361" y="351926"/>
                    <a:pt x="497430" y="350995"/>
                    <a:pt x="497430" y="350995"/>
                  </a:cubicBezTo>
                  <a:cubicBezTo>
                    <a:pt x="496964" y="350995"/>
                    <a:pt x="496033" y="349597"/>
                    <a:pt x="496033" y="349597"/>
                  </a:cubicBezTo>
                  <a:cubicBezTo>
                    <a:pt x="495101" y="348666"/>
                    <a:pt x="494170" y="347269"/>
                    <a:pt x="493704" y="346337"/>
                  </a:cubicBezTo>
                  <a:cubicBezTo>
                    <a:pt x="492307" y="343542"/>
                    <a:pt x="491841" y="341214"/>
                    <a:pt x="491841" y="337953"/>
                  </a:cubicBezTo>
                  <a:cubicBezTo>
                    <a:pt x="491841" y="334227"/>
                    <a:pt x="493238" y="330501"/>
                    <a:pt x="494170" y="327241"/>
                  </a:cubicBezTo>
                  <a:cubicBezTo>
                    <a:pt x="494635" y="325378"/>
                    <a:pt x="495101" y="323515"/>
                    <a:pt x="495101" y="321652"/>
                  </a:cubicBezTo>
                  <a:cubicBezTo>
                    <a:pt x="495101" y="321186"/>
                    <a:pt x="495101" y="320720"/>
                    <a:pt x="495101" y="320720"/>
                  </a:cubicBezTo>
                  <a:cubicBezTo>
                    <a:pt x="498827" y="316063"/>
                    <a:pt x="503951" y="312802"/>
                    <a:pt x="510005" y="313734"/>
                  </a:cubicBezTo>
                  <a:cubicBezTo>
                    <a:pt x="512334" y="314200"/>
                    <a:pt x="514197" y="314666"/>
                    <a:pt x="515594" y="315597"/>
                  </a:cubicBezTo>
                  <a:cubicBezTo>
                    <a:pt x="517458" y="316994"/>
                    <a:pt x="518855" y="319323"/>
                    <a:pt x="519320" y="322118"/>
                  </a:cubicBezTo>
                  <a:cubicBezTo>
                    <a:pt x="520252" y="324446"/>
                    <a:pt x="520718" y="327241"/>
                    <a:pt x="520252" y="329104"/>
                  </a:cubicBezTo>
                  <a:close/>
                  <a:moveTo>
                    <a:pt x="231016" y="55238"/>
                  </a:moveTo>
                  <a:cubicBezTo>
                    <a:pt x="240797" y="53841"/>
                    <a:pt x="249647" y="49183"/>
                    <a:pt x="256633" y="41731"/>
                  </a:cubicBezTo>
                  <a:cubicBezTo>
                    <a:pt x="256633" y="41265"/>
                    <a:pt x="256633" y="41265"/>
                    <a:pt x="256167" y="40799"/>
                  </a:cubicBezTo>
                  <a:cubicBezTo>
                    <a:pt x="254304" y="35676"/>
                    <a:pt x="251975" y="31019"/>
                    <a:pt x="249181" y="26361"/>
                  </a:cubicBezTo>
                  <a:cubicBezTo>
                    <a:pt x="245455" y="33347"/>
                    <a:pt x="240331" y="38471"/>
                    <a:pt x="232879" y="41265"/>
                  </a:cubicBezTo>
                  <a:cubicBezTo>
                    <a:pt x="225427" y="44060"/>
                    <a:pt x="217509" y="42663"/>
                    <a:pt x="211454" y="37539"/>
                  </a:cubicBezTo>
                  <a:cubicBezTo>
                    <a:pt x="205400" y="32416"/>
                    <a:pt x="202605" y="24032"/>
                    <a:pt x="204934" y="16114"/>
                  </a:cubicBezTo>
                  <a:cubicBezTo>
                    <a:pt x="206797" y="9594"/>
                    <a:pt x="210988" y="4936"/>
                    <a:pt x="215646" y="279"/>
                  </a:cubicBezTo>
                  <a:cubicBezTo>
                    <a:pt x="210988" y="-187"/>
                    <a:pt x="206331" y="-187"/>
                    <a:pt x="201673" y="1210"/>
                  </a:cubicBezTo>
                  <a:cubicBezTo>
                    <a:pt x="199344" y="4005"/>
                    <a:pt x="197482" y="7265"/>
                    <a:pt x="195618" y="10525"/>
                  </a:cubicBezTo>
                  <a:cubicBezTo>
                    <a:pt x="190495" y="21703"/>
                    <a:pt x="191892" y="34279"/>
                    <a:pt x="199810" y="43594"/>
                  </a:cubicBezTo>
                  <a:cubicBezTo>
                    <a:pt x="207728" y="51978"/>
                    <a:pt x="218906" y="56635"/>
                    <a:pt x="231016" y="55238"/>
                  </a:cubicBezTo>
                  <a:close/>
                  <a:moveTo>
                    <a:pt x="435484" y="412009"/>
                  </a:moveTo>
                  <a:cubicBezTo>
                    <a:pt x="412662" y="408748"/>
                    <a:pt x="386579" y="426913"/>
                    <a:pt x="390305" y="451598"/>
                  </a:cubicBezTo>
                  <a:cubicBezTo>
                    <a:pt x="390771" y="453927"/>
                    <a:pt x="391237" y="456256"/>
                    <a:pt x="392169" y="458119"/>
                  </a:cubicBezTo>
                  <a:cubicBezTo>
                    <a:pt x="394963" y="456722"/>
                    <a:pt x="398223" y="455324"/>
                    <a:pt x="401018" y="453927"/>
                  </a:cubicBezTo>
                  <a:cubicBezTo>
                    <a:pt x="401018" y="453927"/>
                    <a:pt x="401018" y="453461"/>
                    <a:pt x="401018" y="453461"/>
                  </a:cubicBezTo>
                  <a:cubicBezTo>
                    <a:pt x="401018" y="450201"/>
                    <a:pt x="401484" y="446475"/>
                    <a:pt x="402881" y="443680"/>
                  </a:cubicBezTo>
                  <a:cubicBezTo>
                    <a:pt x="404744" y="439954"/>
                    <a:pt x="406607" y="437626"/>
                    <a:pt x="409867" y="434365"/>
                  </a:cubicBezTo>
                  <a:cubicBezTo>
                    <a:pt x="409402" y="434831"/>
                    <a:pt x="411265" y="433434"/>
                    <a:pt x="411265" y="432968"/>
                  </a:cubicBezTo>
                  <a:cubicBezTo>
                    <a:pt x="412196" y="432502"/>
                    <a:pt x="413128" y="431571"/>
                    <a:pt x="413593" y="431105"/>
                  </a:cubicBezTo>
                  <a:cubicBezTo>
                    <a:pt x="414059" y="430639"/>
                    <a:pt x="414525" y="430639"/>
                    <a:pt x="414991" y="430174"/>
                  </a:cubicBezTo>
                  <a:cubicBezTo>
                    <a:pt x="414991" y="430174"/>
                    <a:pt x="415456" y="430174"/>
                    <a:pt x="415456" y="429708"/>
                  </a:cubicBezTo>
                  <a:cubicBezTo>
                    <a:pt x="416388" y="429242"/>
                    <a:pt x="417320" y="428776"/>
                    <a:pt x="418251" y="428310"/>
                  </a:cubicBezTo>
                  <a:cubicBezTo>
                    <a:pt x="419182" y="427845"/>
                    <a:pt x="420114" y="427845"/>
                    <a:pt x="421046" y="427379"/>
                  </a:cubicBezTo>
                  <a:cubicBezTo>
                    <a:pt x="421511" y="427379"/>
                    <a:pt x="421977" y="427379"/>
                    <a:pt x="421977" y="426913"/>
                  </a:cubicBezTo>
                  <a:cubicBezTo>
                    <a:pt x="421977" y="426913"/>
                    <a:pt x="422443" y="426913"/>
                    <a:pt x="422443" y="426913"/>
                  </a:cubicBezTo>
                  <a:cubicBezTo>
                    <a:pt x="423374" y="426913"/>
                    <a:pt x="424306" y="426448"/>
                    <a:pt x="425703" y="426448"/>
                  </a:cubicBezTo>
                  <a:cubicBezTo>
                    <a:pt x="426169" y="426448"/>
                    <a:pt x="426635" y="426448"/>
                    <a:pt x="427100" y="426448"/>
                  </a:cubicBezTo>
                  <a:cubicBezTo>
                    <a:pt x="427100" y="426448"/>
                    <a:pt x="428032" y="426448"/>
                    <a:pt x="428498" y="426448"/>
                  </a:cubicBezTo>
                  <a:cubicBezTo>
                    <a:pt x="430361" y="426448"/>
                    <a:pt x="432224" y="426913"/>
                    <a:pt x="433621" y="427379"/>
                  </a:cubicBezTo>
                  <a:cubicBezTo>
                    <a:pt x="433621" y="427379"/>
                    <a:pt x="435018" y="427845"/>
                    <a:pt x="435018" y="427845"/>
                  </a:cubicBezTo>
                  <a:cubicBezTo>
                    <a:pt x="435484" y="427845"/>
                    <a:pt x="435950" y="428310"/>
                    <a:pt x="436416" y="428310"/>
                  </a:cubicBezTo>
                  <a:cubicBezTo>
                    <a:pt x="436881" y="428310"/>
                    <a:pt x="436881" y="428776"/>
                    <a:pt x="436881" y="428776"/>
                  </a:cubicBezTo>
                  <a:cubicBezTo>
                    <a:pt x="437813" y="429242"/>
                    <a:pt x="438279" y="429708"/>
                    <a:pt x="438744" y="430639"/>
                  </a:cubicBezTo>
                  <a:cubicBezTo>
                    <a:pt x="438744" y="430639"/>
                    <a:pt x="438744" y="430639"/>
                    <a:pt x="439210" y="431105"/>
                  </a:cubicBezTo>
                  <a:cubicBezTo>
                    <a:pt x="439676" y="431571"/>
                    <a:pt x="439676" y="432036"/>
                    <a:pt x="440142" y="432036"/>
                  </a:cubicBezTo>
                  <a:cubicBezTo>
                    <a:pt x="440608" y="432502"/>
                    <a:pt x="440608" y="432968"/>
                    <a:pt x="441073" y="432968"/>
                  </a:cubicBezTo>
                  <a:cubicBezTo>
                    <a:pt x="441073" y="432968"/>
                    <a:pt x="441539" y="433434"/>
                    <a:pt x="441539" y="433434"/>
                  </a:cubicBezTo>
                  <a:cubicBezTo>
                    <a:pt x="441539" y="433900"/>
                    <a:pt x="442005" y="434365"/>
                    <a:pt x="442005" y="434831"/>
                  </a:cubicBezTo>
                  <a:cubicBezTo>
                    <a:pt x="442005" y="435297"/>
                    <a:pt x="442005" y="435297"/>
                    <a:pt x="442005" y="435297"/>
                  </a:cubicBezTo>
                  <a:cubicBezTo>
                    <a:pt x="442005" y="435297"/>
                    <a:pt x="442005" y="435763"/>
                    <a:pt x="442005" y="435763"/>
                  </a:cubicBezTo>
                  <a:cubicBezTo>
                    <a:pt x="442005" y="436694"/>
                    <a:pt x="442005" y="437626"/>
                    <a:pt x="442005" y="438557"/>
                  </a:cubicBezTo>
                  <a:cubicBezTo>
                    <a:pt x="447594" y="436694"/>
                    <a:pt x="452717" y="435297"/>
                    <a:pt x="457840" y="432968"/>
                  </a:cubicBezTo>
                  <a:cubicBezTo>
                    <a:pt x="457840" y="432968"/>
                    <a:pt x="457840" y="432968"/>
                    <a:pt x="457840" y="432968"/>
                  </a:cubicBezTo>
                  <a:cubicBezTo>
                    <a:pt x="456909" y="426913"/>
                    <a:pt x="454114" y="421790"/>
                    <a:pt x="449923" y="417598"/>
                  </a:cubicBezTo>
                  <a:cubicBezTo>
                    <a:pt x="447594" y="415269"/>
                    <a:pt x="441539" y="412940"/>
                    <a:pt x="435484" y="412009"/>
                  </a:cubicBezTo>
                  <a:close/>
                  <a:moveTo>
                    <a:pt x="318579" y="507489"/>
                  </a:moveTo>
                  <a:cubicBezTo>
                    <a:pt x="309264" y="517270"/>
                    <a:pt x="307400" y="532640"/>
                    <a:pt x="313921" y="544284"/>
                  </a:cubicBezTo>
                  <a:cubicBezTo>
                    <a:pt x="317647" y="550805"/>
                    <a:pt x="323702" y="555928"/>
                    <a:pt x="330688" y="558723"/>
                  </a:cubicBezTo>
                  <a:cubicBezTo>
                    <a:pt x="334414" y="560586"/>
                    <a:pt x="338606" y="561517"/>
                    <a:pt x="342798" y="561983"/>
                  </a:cubicBezTo>
                  <a:cubicBezTo>
                    <a:pt x="343264" y="561983"/>
                    <a:pt x="343264" y="561983"/>
                    <a:pt x="343730" y="561983"/>
                  </a:cubicBezTo>
                  <a:cubicBezTo>
                    <a:pt x="343264" y="559654"/>
                    <a:pt x="343264" y="556860"/>
                    <a:pt x="343264" y="554065"/>
                  </a:cubicBezTo>
                  <a:cubicBezTo>
                    <a:pt x="341867" y="553599"/>
                    <a:pt x="340469" y="553134"/>
                    <a:pt x="339072" y="552202"/>
                  </a:cubicBezTo>
                  <a:cubicBezTo>
                    <a:pt x="333949" y="550339"/>
                    <a:pt x="329291" y="547079"/>
                    <a:pt x="326031" y="543353"/>
                  </a:cubicBezTo>
                  <a:cubicBezTo>
                    <a:pt x="319510" y="535901"/>
                    <a:pt x="318579" y="525654"/>
                    <a:pt x="324168" y="517736"/>
                  </a:cubicBezTo>
                  <a:cubicBezTo>
                    <a:pt x="329757" y="509818"/>
                    <a:pt x="339538" y="507024"/>
                    <a:pt x="348853" y="509818"/>
                  </a:cubicBezTo>
                  <a:cubicBezTo>
                    <a:pt x="348853" y="509818"/>
                    <a:pt x="348853" y="509818"/>
                    <a:pt x="349319" y="509818"/>
                  </a:cubicBezTo>
                  <a:cubicBezTo>
                    <a:pt x="350250" y="506092"/>
                    <a:pt x="351648" y="502832"/>
                    <a:pt x="353511" y="499571"/>
                  </a:cubicBezTo>
                  <a:cubicBezTo>
                    <a:pt x="341401" y="495380"/>
                    <a:pt x="326962" y="498640"/>
                    <a:pt x="318579" y="507489"/>
                  </a:cubicBezTo>
                  <a:close/>
                  <a:moveTo>
                    <a:pt x="339538" y="274145"/>
                  </a:moveTo>
                  <a:cubicBezTo>
                    <a:pt x="329291" y="277871"/>
                    <a:pt x="320908" y="286720"/>
                    <a:pt x="317182" y="297432"/>
                  </a:cubicBezTo>
                  <a:cubicBezTo>
                    <a:pt x="313455" y="308145"/>
                    <a:pt x="314853" y="321652"/>
                    <a:pt x="323236" y="330035"/>
                  </a:cubicBezTo>
                  <a:cubicBezTo>
                    <a:pt x="326497" y="333296"/>
                    <a:pt x="330223" y="335159"/>
                    <a:pt x="334414" y="335625"/>
                  </a:cubicBezTo>
                  <a:cubicBezTo>
                    <a:pt x="335812" y="330967"/>
                    <a:pt x="337209" y="326309"/>
                    <a:pt x="339072" y="322118"/>
                  </a:cubicBezTo>
                  <a:cubicBezTo>
                    <a:pt x="337209" y="321652"/>
                    <a:pt x="336278" y="321652"/>
                    <a:pt x="334414" y="320720"/>
                  </a:cubicBezTo>
                  <a:cubicBezTo>
                    <a:pt x="332086" y="319323"/>
                    <a:pt x="330223" y="316528"/>
                    <a:pt x="328826" y="313734"/>
                  </a:cubicBezTo>
                  <a:cubicBezTo>
                    <a:pt x="327894" y="310474"/>
                    <a:pt x="327428" y="306748"/>
                    <a:pt x="327894" y="303487"/>
                  </a:cubicBezTo>
                  <a:cubicBezTo>
                    <a:pt x="329291" y="296035"/>
                    <a:pt x="334414" y="289514"/>
                    <a:pt x="340935" y="284857"/>
                  </a:cubicBezTo>
                  <a:cubicBezTo>
                    <a:pt x="345127" y="282062"/>
                    <a:pt x="349785" y="280665"/>
                    <a:pt x="354442" y="280665"/>
                  </a:cubicBezTo>
                  <a:cubicBezTo>
                    <a:pt x="355839" y="280665"/>
                    <a:pt x="357702" y="280665"/>
                    <a:pt x="359100" y="280665"/>
                  </a:cubicBezTo>
                  <a:cubicBezTo>
                    <a:pt x="360031" y="278336"/>
                    <a:pt x="360963" y="276007"/>
                    <a:pt x="361894" y="273679"/>
                  </a:cubicBezTo>
                  <a:cubicBezTo>
                    <a:pt x="360031" y="273213"/>
                    <a:pt x="358168" y="272747"/>
                    <a:pt x="356771" y="272281"/>
                  </a:cubicBezTo>
                  <a:cubicBezTo>
                    <a:pt x="351648" y="270884"/>
                    <a:pt x="345127" y="271816"/>
                    <a:pt x="339538" y="274145"/>
                  </a:cubicBezTo>
                  <a:close/>
                  <a:moveTo>
                    <a:pt x="141125" y="391981"/>
                  </a:moveTo>
                  <a:cubicBezTo>
                    <a:pt x="149043" y="397105"/>
                    <a:pt x="158358" y="396173"/>
                    <a:pt x="166276" y="392447"/>
                  </a:cubicBezTo>
                  <a:cubicBezTo>
                    <a:pt x="165810" y="388255"/>
                    <a:pt x="165344" y="383598"/>
                    <a:pt x="164413" y="379406"/>
                  </a:cubicBezTo>
                  <a:cubicBezTo>
                    <a:pt x="159755" y="382666"/>
                    <a:pt x="154166" y="384529"/>
                    <a:pt x="148577" y="382200"/>
                  </a:cubicBezTo>
                  <a:cubicBezTo>
                    <a:pt x="139727" y="378474"/>
                    <a:pt x="136933" y="368693"/>
                    <a:pt x="137865" y="359844"/>
                  </a:cubicBezTo>
                  <a:cubicBezTo>
                    <a:pt x="138796" y="350995"/>
                    <a:pt x="142988" y="343077"/>
                    <a:pt x="149043" y="336556"/>
                  </a:cubicBezTo>
                  <a:cubicBezTo>
                    <a:pt x="149509" y="335625"/>
                    <a:pt x="150440" y="335159"/>
                    <a:pt x="150906" y="334693"/>
                  </a:cubicBezTo>
                  <a:cubicBezTo>
                    <a:pt x="149509" y="330967"/>
                    <a:pt x="147645" y="327707"/>
                    <a:pt x="145782" y="323981"/>
                  </a:cubicBezTo>
                  <a:cubicBezTo>
                    <a:pt x="144385" y="324912"/>
                    <a:pt x="142988" y="326309"/>
                    <a:pt x="141591" y="327707"/>
                  </a:cubicBezTo>
                  <a:cubicBezTo>
                    <a:pt x="132741" y="335625"/>
                    <a:pt x="127152" y="346803"/>
                    <a:pt x="125755" y="358913"/>
                  </a:cubicBezTo>
                  <a:cubicBezTo>
                    <a:pt x="124823" y="371954"/>
                    <a:pt x="129481" y="384995"/>
                    <a:pt x="141125" y="391981"/>
                  </a:cubicBezTo>
                  <a:close/>
                  <a:moveTo>
                    <a:pt x="211454" y="608093"/>
                  </a:moveTo>
                  <a:cubicBezTo>
                    <a:pt x="210057" y="605764"/>
                    <a:pt x="210057" y="605299"/>
                    <a:pt x="210523" y="606230"/>
                  </a:cubicBezTo>
                  <a:cubicBezTo>
                    <a:pt x="209591" y="603901"/>
                    <a:pt x="209591" y="604367"/>
                    <a:pt x="208660" y="601573"/>
                  </a:cubicBezTo>
                  <a:cubicBezTo>
                    <a:pt x="208194" y="599709"/>
                    <a:pt x="207262" y="597847"/>
                    <a:pt x="206331" y="595983"/>
                  </a:cubicBezTo>
                  <a:cubicBezTo>
                    <a:pt x="204468" y="592723"/>
                    <a:pt x="202139" y="589463"/>
                    <a:pt x="199344" y="586668"/>
                  </a:cubicBezTo>
                  <a:cubicBezTo>
                    <a:pt x="194687" y="581545"/>
                    <a:pt x="188166" y="578285"/>
                    <a:pt x="181180" y="576887"/>
                  </a:cubicBezTo>
                  <a:cubicBezTo>
                    <a:pt x="174194" y="575490"/>
                    <a:pt x="167207" y="576887"/>
                    <a:pt x="160221" y="579216"/>
                  </a:cubicBezTo>
                  <a:cubicBezTo>
                    <a:pt x="155563" y="580613"/>
                    <a:pt x="151837" y="583408"/>
                    <a:pt x="148577" y="586668"/>
                  </a:cubicBezTo>
                  <a:cubicBezTo>
                    <a:pt x="150906" y="588997"/>
                    <a:pt x="152769" y="590860"/>
                    <a:pt x="154632" y="593189"/>
                  </a:cubicBezTo>
                  <a:cubicBezTo>
                    <a:pt x="156029" y="591326"/>
                    <a:pt x="157892" y="589929"/>
                    <a:pt x="160221" y="588997"/>
                  </a:cubicBezTo>
                  <a:cubicBezTo>
                    <a:pt x="168605" y="584339"/>
                    <a:pt x="180714" y="588065"/>
                    <a:pt x="186769" y="595052"/>
                  </a:cubicBezTo>
                  <a:cubicBezTo>
                    <a:pt x="189564" y="598312"/>
                    <a:pt x="191427" y="602504"/>
                    <a:pt x="192824" y="607162"/>
                  </a:cubicBezTo>
                  <a:cubicBezTo>
                    <a:pt x="192824" y="606696"/>
                    <a:pt x="192824" y="606696"/>
                    <a:pt x="192824" y="607627"/>
                  </a:cubicBezTo>
                  <a:cubicBezTo>
                    <a:pt x="192824" y="607627"/>
                    <a:pt x="192824" y="608093"/>
                    <a:pt x="192824" y="608093"/>
                  </a:cubicBezTo>
                  <a:cubicBezTo>
                    <a:pt x="192358" y="609490"/>
                    <a:pt x="192358" y="609956"/>
                    <a:pt x="192358" y="611353"/>
                  </a:cubicBezTo>
                  <a:cubicBezTo>
                    <a:pt x="192358" y="611353"/>
                    <a:pt x="192358" y="609956"/>
                    <a:pt x="192358" y="611353"/>
                  </a:cubicBezTo>
                  <a:cubicBezTo>
                    <a:pt x="192358" y="612751"/>
                    <a:pt x="191892" y="613682"/>
                    <a:pt x="191892" y="615080"/>
                  </a:cubicBezTo>
                  <a:cubicBezTo>
                    <a:pt x="191892" y="615545"/>
                    <a:pt x="191427" y="616477"/>
                    <a:pt x="191427" y="616942"/>
                  </a:cubicBezTo>
                  <a:cubicBezTo>
                    <a:pt x="191427" y="616942"/>
                    <a:pt x="191427" y="616942"/>
                    <a:pt x="191427" y="616942"/>
                  </a:cubicBezTo>
                  <a:cubicBezTo>
                    <a:pt x="191427" y="616942"/>
                    <a:pt x="191427" y="616942"/>
                    <a:pt x="191427" y="617408"/>
                  </a:cubicBezTo>
                  <a:cubicBezTo>
                    <a:pt x="190495" y="619737"/>
                    <a:pt x="189564" y="622066"/>
                    <a:pt x="188632" y="624395"/>
                  </a:cubicBezTo>
                  <a:cubicBezTo>
                    <a:pt x="188166" y="625326"/>
                    <a:pt x="187701" y="626258"/>
                    <a:pt x="187701" y="627655"/>
                  </a:cubicBezTo>
                  <a:cubicBezTo>
                    <a:pt x="187701" y="627655"/>
                    <a:pt x="187701" y="627655"/>
                    <a:pt x="187701" y="627655"/>
                  </a:cubicBezTo>
                  <a:cubicBezTo>
                    <a:pt x="186769" y="629052"/>
                    <a:pt x="186303" y="629984"/>
                    <a:pt x="185838" y="631381"/>
                  </a:cubicBezTo>
                  <a:cubicBezTo>
                    <a:pt x="185838" y="631381"/>
                    <a:pt x="185838" y="631847"/>
                    <a:pt x="185372" y="631847"/>
                  </a:cubicBezTo>
                  <a:cubicBezTo>
                    <a:pt x="184906" y="632778"/>
                    <a:pt x="184440" y="633710"/>
                    <a:pt x="183509" y="634176"/>
                  </a:cubicBezTo>
                  <a:cubicBezTo>
                    <a:pt x="183509" y="634176"/>
                    <a:pt x="182577" y="635107"/>
                    <a:pt x="182112" y="635107"/>
                  </a:cubicBezTo>
                  <a:cubicBezTo>
                    <a:pt x="181646" y="635573"/>
                    <a:pt x="180714" y="636039"/>
                    <a:pt x="179783" y="636504"/>
                  </a:cubicBezTo>
                  <a:cubicBezTo>
                    <a:pt x="182112" y="641628"/>
                    <a:pt x="184440" y="647217"/>
                    <a:pt x="186303" y="652806"/>
                  </a:cubicBezTo>
                  <a:cubicBezTo>
                    <a:pt x="189098" y="651409"/>
                    <a:pt x="192358" y="649546"/>
                    <a:pt x="195153" y="647683"/>
                  </a:cubicBezTo>
                  <a:cubicBezTo>
                    <a:pt x="201208" y="643025"/>
                    <a:pt x="207262" y="637902"/>
                    <a:pt x="210057" y="630450"/>
                  </a:cubicBezTo>
                  <a:cubicBezTo>
                    <a:pt x="211920" y="626258"/>
                    <a:pt x="212386" y="622066"/>
                    <a:pt x="212386" y="617408"/>
                  </a:cubicBezTo>
                  <a:cubicBezTo>
                    <a:pt x="212386" y="616011"/>
                    <a:pt x="212386" y="614148"/>
                    <a:pt x="212386" y="612751"/>
                  </a:cubicBezTo>
                  <a:cubicBezTo>
                    <a:pt x="212386" y="611819"/>
                    <a:pt x="211920" y="610888"/>
                    <a:pt x="211920" y="609956"/>
                  </a:cubicBezTo>
                  <a:cubicBezTo>
                    <a:pt x="211920" y="609956"/>
                    <a:pt x="211920" y="609025"/>
                    <a:pt x="211454" y="608093"/>
                  </a:cubicBezTo>
                  <a:close/>
                  <a:moveTo>
                    <a:pt x="340935" y="81320"/>
                  </a:moveTo>
                  <a:cubicBezTo>
                    <a:pt x="336278" y="78526"/>
                    <a:pt x="331154" y="78060"/>
                    <a:pt x="325565" y="78992"/>
                  </a:cubicBezTo>
                  <a:cubicBezTo>
                    <a:pt x="315318" y="81320"/>
                    <a:pt x="307866" y="91567"/>
                    <a:pt x="304606" y="100882"/>
                  </a:cubicBezTo>
                  <a:cubicBezTo>
                    <a:pt x="302743" y="106472"/>
                    <a:pt x="302743" y="112061"/>
                    <a:pt x="306003" y="117184"/>
                  </a:cubicBezTo>
                  <a:cubicBezTo>
                    <a:pt x="306469" y="117650"/>
                    <a:pt x="306935" y="118115"/>
                    <a:pt x="306935" y="118581"/>
                  </a:cubicBezTo>
                  <a:cubicBezTo>
                    <a:pt x="306935" y="119513"/>
                    <a:pt x="306935" y="120910"/>
                    <a:pt x="306935" y="122307"/>
                  </a:cubicBezTo>
                  <a:cubicBezTo>
                    <a:pt x="306935" y="124170"/>
                    <a:pt x="308798" y="126499"/>
                    <a:pt x="310661" y="126965"/>
                  </a:cubicBezTo>
                  <a:cubicBezTo>
                    <a:pt x="320908" y="128362"/>
                    <a:pt x="332552" y="126965"/>
                    <a:pt x="340935" y="119978"/>
                  </a:cubicBezTo>
                  <a:cubicBezTo>
                    <a:pt x="348387" y="113458"/>
                    <a:pt x="353511" y="102746"/>
                    <a:pt x="350250" y="92964"/>
                  </a:cubicBezTo>
                  <a:cubicBezTo>
                    <a:pt x="349319" y="87841"/>
                    <a:pt x="345127" y="83649"/>
                    <a:pt x="340935" y="81320"/>
                  </a:cubicBezTo>
                  <a:close/>
                  <a:moveTo>
                    <a:pt x="340004" y="102746"/>
                  </a:moveTo>
                  <a:cubicBezTo>
                    <a:pt x="340004" y="103211"/>
                    <a:pt x="340004" y="103677"/>
                    <a:pt x="340004" y="104143"/>
                  </a:cubicBezTo>
                  <a:cubicBezTo>
                    <a:pt x="339538" y="106006"/>
                    <a:pt x="339538" y="106472"/>
                    <a:pt x="338606" y="107869"/>
                  </a:cubicBezTo>
                  <a:cubicBezTo>
                    <a:pt x="337675" y="109266"/>
                    <a:pt x="337209" y="110198"/>
                    <a:pt x="335812" y="111595"/>
                  </a:cubicBezTo>
                  <a:cubicBezTo>
                    <a:pt x="333483" y="113924"/>
                    <a:pt x="329757" y="115787"/>
                    <a:pt x="326031" y="117184"/>
                  </a:cubicBezTo>
                  <a:cubicBezTo>
                    <a:pt x="322770" y="118115"/>
                    <a:pt x="319044" y="118115"/>
                    <a:pt x="315318" y="117650"/>
                  </a:cubicBezTo>
                  <a:cubicBezTo>
                    <a:pt x="314853" y="117184"/>
                    <a:pt x="314387" y="116252"/>
                    <a:pt x="313921" y="115787"/>
                  </a:cubicBezTo>
                  <a:cubicBezTo>
                    <a:pt x="313921" y="115321"/>
                    <a:pt x="313455" y="114855"/>
                    <a:pt x="313455" y="114389"/>
                  </a:cubicBezTo>
                  <a:cubicBezTo>
                    <a:pt x="312524" y="111595"/>
                    <a:pt x="313455" y="108334"/>
                    <a:pt x="314387" y="105540"/>
                  </a:cubicBezTo>
                  <a:cubicBezTo>
                    <a:pt x="315784" y="101814"/>
                    <a:pt x="317647" y="99019"/>
                    <a:pt x="319976" y="96225"/>
                  </a:cubicBezTo>
                  <a:cubicBezTo>
                    <a:pt x="321373" y="94828"/>
                    <a:pt x="322305" y="93896"/>
                    <a:pt x="323236" y="92964"/>
                  </a:cubicBezTo>
                  <a:cubicBezTo>
                    <a:pt x="324168" y="92499"/>
                    <a:pt x="324634" y="92033"/>
                    <a:pt x="325565" y="91102"/>
                  </a:cubicBezTo>
                  <a:cubicBezTo>
                    <a:pt x="325565" y="91102"/>
                    <a:pt x="326031" y="91102"/>
                    <a:pt x="326031" y="90636"/>
                  </a:cubicBezTo>
                  <a:cubicBezTo>
                    <a:pt x="326497" y="90636"/>
                    <a:pt x="326962" y="90170"/>
                    <a:pt x="327428" y="90170"/>
                  </a:cubicBezTo>
                  <a:cubicBezTo>
                    <a:pt x="327894" y="90170"/>
                    <a:pt x="328360" y="89704"/>
                    <a:pt x="328360" y="89704"/>
                  </a:cubicBezTo>
                  <a:cubicBezTo>
                    <a:pt x="328360" y="89704"/>
                    <a:pt x="328360" y="89704"/>
                    <a:pt x="328826" y="89704"/>
                  </a:cubicBezTo>
                  <a:cubicBezTo>
                    <a:pt x="328826" y="89704"/>
                    <a:pt x="328826" y="89704"/>
                    <a:pt x="328826" y="89704"/>
                  </a:cubicBezTo>
                  <a:cubicBezTo>
                    <a:pt x="329291" y="89704"/>
                    <a:pt x="329757" y="89704"/>
                    <a:pt x="330223" y="89704"/>
                  </a:cubicBezTo>
                  <a:cubicBezTo>
                    <a:pt x="330223" y="89704"/>
                    <a:pt x="330223" y="89704"/>
                    <a:pt x="330688" y="89704"/>
                  </a:cubicBezTo>
                  <a:cubicBezTo>
                    <a:pt x="331154" y="89704"/>
                    <a:pt x="332086" y="90170"/>
                    <a:pt x="332552" y="90170"/>
                  </a:cubicBezTo>
                  <a:cubicBezTo>
                    <a:pt x="332552" y="90170"/>
                    <a:pt x="332552" y="90170"/>
                    <a:pt x="332552" y="90170"/>
                  </a:cubicBezTo>
                  <a:cubicBezTo>
                    <a:pt x="332552" y="90170"/>
                    <a:pt x="332552" y="90170"/>
                    <a:pt x="332552" y="90170"/>
                  </a:cubicBezTo>
                  <a:cubicBezTo>
                    <a:pt x="333017" y="90170"/>
                    <a:pt x="333483" y="90636"/>
                    <a:pt x="333949" y="90636"/>
                  </a:cubicBezTo>
                  <a:cubicBezTo>
                    <a:pt x="333949" y="90636"/>
                    <a:pt x="333949" y="90636"/>
                    <a:pt x="334414" y="90636"/>
                  </a:cubicBezTo>
                  <a:cubicBezTo>
                    <a:pt x="334414" y="90636"/>
                    <a:pt x="334880" y="91102"/>
                    <a:pt x="334880" y="91102"/>
                  </a:cubicBezTo>
                  <a:cubicBezTo>
                    <a:pt x="335346" y="91102"/>
                    <a:pt x="335346" y="91567"/>
                    <a:pt x="335812" y="91567"/>
                  </a:cubicBezTo>
                  <a:cubicBezTo>
                    <a:pt x="335812" y="91567"/>
                    <a:pt x="336278" y="92033"/>
                    <a:pt x="336278" y="92033"/>
                  </a:cubicBezTo>
                  <a:cubicBezTo>
                    <a:pt x="336278" y="92033"/>
                    <a:pt x="336743" y="92499"/>
                    <a:pt x="336743" y="92499"/>
                  </a:cubicBezTo>
                  <a:cubicBezTo>
                    <a:pt x="336743" y="92964"/>
                    <a:pt x="337209" y="92964"/>
                    <a:pt x="337209" y="93430"/>
                  </a:cubicBezTo>
                  <a:cubicBezTo>
                    <a:pt x="337209" y="93896"/>
                    <a:pt x="337675" y="93896"/>
                    <a:pt x="337675" y="94362"/>
                  </a:cubicBezTo>
                  <a:cubicBezTo>
                    <a:pt x="337675" y="94362"/>
                    <a:pt x="337675" y="94362"/>
                    <a:pt x="337675" y="94362"/>
                  </a:cubicBezTo>
                  <a:cubicBezTo>
                    <a:pt x="337675" y="94362"/>
                    <a:pt x="337675" y="94362"/>
                    <a:pt x="337675" y="94828"/>
                  </a:cubicBezTo>
                  <a:cubicBezTo>
                    <a:pt x="338141" y="95759"/>
                    <a:pt x="338606" y="96690"/>
                    <a:pt x="338606" y="97156"/>
                  </a:cubicBezTo>
                  <a:cubicBezTo>
                    <a:pt x="338606" y="97622"/>
                    <a:pt x="339072" y="98554"/>
                    <a:pt x="339072" y="98554"/>
                  </a:cubicBezTo>
                  <a:cubicBezTo>
                    <a:pt x="340004" y="100882"/>
                    <a:pt x="340004" y="101348"/>
                    <a:pt x="340004" y="102746"/>
                  </a:cubicBezTo>
                  <a:cubicBezTo>
                    <a:pt x="340004" y="102280"/>
                    <a:pt x="340004" y="102280"/>
                    <a:pt x="340004" y="102746"/>
                  </a:cubicBezTo>
                  <a:close/>
                  <a:moveTo>
                    <a:pt x="275263" y="590860"/>
                  </a:moveTo>
                  <a:cubicBezTo>
                    <a:pt x="260359" y="591792"/>
                    <a:pt x="247783" y="603436"/>
                    <a:pt x="245920" y="618806"/>
                  </a:cubicBezTo>
                  <a:cubicBezTo>
                    <a:pt x="244989" y="626724"/>
                    <a:pt x="246852" y="635107"/>
                    <a:pt x="251975" y="641162"/>
                  </a:cubicBezTo>
                  <a:cubicBezTo>
                    <a:pt x="252441" y="641628"/>
                    <a:pt x="252907" y="642094"/>
                    <a:pt x="253838" y="643025"/>
                  </a:cubicBezTo>
                  <a:cubicBezTo>
                    <a:pt x="255701" y="645820"/>
                    <a:pt x="258496" y="648148"/>
                    <a:pt x="261291" y="649546"/>
                  </a:cubicBezTo>
                  <a:cubicBezTo>
                    <a:pt x="268743" y="652806"/>
                    <a:pt x="277592" y="652806"/>
                    <a:pt x="285044" y="650011"/>
                  </a:cubicBezTo>
                  <a:cubicBezTo>
                    <a:pt x="298085" y="644888"/>
                    <a:pt x="308332" y="631847"/>
                    <a:pt x="307400" y="617408"/>
                  </a:cubicBezTo>
                  <a:cubicBezTo>
                    <a:pt x="306469" y="601107"/>
                    <a:pt x="290633" y="589929"/>
                    <a:pt x="275263" y="590860"/>
                  </a:cubicBezTo>
                  <a:close/>
                  <a:moveTo>
                    <a:pt x="285510" y="638368"/>
                  </a:moveTo>
                  <a:cubicBezTo>
                    <a:pt x="280387" y="642094"/>
                    <a:pt x="273400" y="643491"/>
                    <a:pt x="266879" y="642094"/>
                  </a:cubicBezTo>
                  <a:cubicBezTo>
                    <a:pt x="265482" y="641628"/>
                    <a:pt x="264551" y="641162"/>
                    <a:pt x="263619" y="641162"/>
                  </a:cubicBezTo>
                  <a:cubicBezTo>
                    <a:pt x="262688" y="640230"/>
                    <a:pt x="261291" y="638833"/>
                    <a:pt x="260359" y="637902"/>
                  </a:cubicBezTo>
                  <a:cubicBezTo>
                    <a:pt x="257099" y="634176"/>
                    <a:pt x="255235" y="629518"/>
                    <a:pt x="254770" y="624395"/>
                  </a:cubicBezTo>
                  <a:cubicBezTo>
                    <a:pt x="254304" y="614148"/>
                    <a:pt x="261291" y="604833"/>
                    <a:pt x="271071" y="602504"/>
                  </a:cubicBezTo>
                  <a:cubicBezTo>
                    <a:pt x="280852" y="600175"/>
                    <a:pt x="291565" y="604833"/>
                    <a:pt x="295291" y="614614"/>
                  </a:cubicBezTo>
                  <a:cubicBezTo>
                    <a:pt x="298551" y="622997"/>
                    <a:pt x="293428" y="633244"/>
                    <a:pt x="285510" y="638368"/>
                  </a:cubicBezTo>
                  <a:close/>
                  <a:moveTo>
                    <a:pt x="268277" y="226171"/>
                  </a:moveTo>
                  <a:cubicBezTo>
                    <a:pt x="268743" y="227103"/>
                    <a:pt x="269208" y="227569"/>
                    <a:pt x="269674" y="228500"/>
                  </a:cubicBezTo>
                  <a:cubicBezTo>
                    <a:pt x="272935" y="234089"/>
                    <a:pt x="278523" y="238281"/>
                    <a:pt x="285044" y="239213"/>
                  </a:cubicBezTo>
                  <a:cubicBezTo>
                    <a:pt x="299948" y="241541"/>
                    <a:pt x="312990" y="229432"/>
                    <a:pt x="316250" y="215459"/>
                  </a:cubicBezTo>
                  <a:cubicBezTo>
                    <a:pt x="319044" y="202418"/>
                    <a:pt x="315318" y="184253"/>
                    <a:pt x="300414" y="180061"/>
                  </a:cubicBezTo>
                  <a:cubicBezTo>
                    <a:pt x="285510" y="175869"/>
                    <a:pt x="271071" y="190774"/>
                    <a:pt x="266414" y="203815"/>
                  </a:cubicBezTo>
                  <a:cubicBezTo>
                    <a:pt x="264085" y="211267"/>
                    <a:pt x="264085" y="219185"/>
                    <a:pt x="268277" y="226171"/>
                  </a:cubicBezTo>
                  <a:close/>
                  <a:moveTo>
                    <a:pt x="274797" y="210801"/>
                  </a:moveTo>
                  <a:cubicBezTo>
                    <a:pt x="276195" y="206144"/>
                    <a:pt x="278989" y="201952"/>
                    <a:pt x="282250" y="198226"/>
                  </a:cubicBezTo>
                  <a:cubicBezTo>
                    <a:pt x="285510" y="194966"/>
                    <a:pt x="289702" y="191705"/>
                    <a:pt x="293894" y="191240"/>
                  </a:cubicBezTo>
                  <a:cubicBezTo>
                    <a:pt x="296222" y="191240"/>
                    <a:pt x="297620" y="191240"/>
                    <a:pt x="299017" y="192637"/>
                  </a:cubicBezTo>
                  <a:cubicBezTo>
                    <a:pt x="299017" y="192637"/>
                    <a:pt x="299483" y="193102"/>
                    <a:pt x="299483" y="193102"/>
                  </a:cubicBezTo>
                  <a:cubicBezTo>
                    <a:pt x="299948" y="193568"/>
                    <a:pt x="300414" y="194034"/>
                    <a:pt x="300880" y="194500"/>
                  </a:cubicBezTo>
                  <a:cubicBezTo>
                    <a:pt x="301346" y="194966"/>
                    <a:pt x="302277" y="195897"/>
                    <a:pt x="302743" y="196828"/>
                  </a:cubicBezTo>
                  <a:cubicBezTo>
                    <a:pt x="305072" y="200089"/>
                    <a:pt x="306003" y="204746"/>
                    <a:pt x="306003" y="209404"/>
                  </a:cubicBezTo>
                  <a:cubicBezTo>
                    <a:pt x="306003" y="218254"/>
                    <a:pt x="299948" y="227569"/>
                    <a:pt x="290633" y="229432"/>
                  </a:cubicBezTo>
                  <a:cubicBezTo>
                    <a:pt x="285976" y="230363"/>
                    <a:pt x="281318" y="228966"/>
                    <a:pt x="278058" y="225706"/>
                  </a:cubicBezTo>
                  <a:cubicBezTo>
                    <a:pt x="276195" y="223843"/>
                    <a:pt x="274332" y="221048"/>
                    <a:pt x="273400" y="218254"/>
                  </a:cubicBezTo>
                  <a:cubicBezTo>
                    <a:pt x="273866" y="215459"/>
                    <a:pt x="274332" y="213130"/>
                    <a:pt x="274797" y="210801"/>
                  </a:cubicBezTo>
                  <a:close/>
                  <a:moveTo>
                    <a:pt x="285976" y="394776"/>
                  </a:moveTo>
                  <a:cubicBezTo>
                    <a:pt x="282715" y="394310"/>
                    <a:pt x="279455" y="394310"/>
                    <a:pt x="276195" y="394776"/>
                  </a:cubicBezTo>
                  <a:cubicBezTo>
                    <a:pt x="275729" y="399433"/>
                    <a:pt x="275729" y="403625"/>
                    <a:pt x="275263" y="407817"/>
                  </a:cubicBezTo>
                  <a:cubicBezTo>
                    <a:pt x="277126" y="406886"/>
                    <a:pt x="278989" y="406420"/>
                    <a:pt x="281318" y="406420"/>
                  </a:cubicBezTo>
                  <a:cubicBezTo>
                    <a:pt x="290633" y="406886"/>
                    <a:pt x="298085" y="414804"/>
                    <a:pt x="301346" y="423187"/>
                  </a:cubicBezTo>
                  <a:cubicBezTo>
                    <a:pt x="304606" y="432502"/>
                    <a:pt x="304606" y="444146"/>
                    <a:pt x="300414" y="453461"/>
                  </a:cubicBezTo>
                  <a:cubicBezTo>
                    <a:pt x="296222" y="462777"/>
                    <a:pt x="287373" y="469763"/>
                    <a:pt x="276661" y="467900"/>
                  </a:cubicBezTo>
                  <a:cubicBezTo>
                    <a:pt x="272469" y="466968"/>
                    <a:pt x="268743" y="465105"/>
                    <a:pt x="265482" y="462777"/>
                  </a:cubicBezTo>
                  <a:cubicBezTo>
                    <a:pt x="265017" y="465105"/>
                    <a:pt x="264085" y="466968"/>
                    <a:pt x="263619" y="469297"/>
                  </a:cubicBezTo>
                  <a:cubicBezTo>
                    <a:pt x="266414" y="471626"/>
                    <a:pt x="269208" y="473489"/>
                    <a:pt x="272469" y="474421"/>
                  </a:cubicBezTo>
                  <a:cubicBezTo>
                    <a:pt x="285044" y="479078"/>
                    <a:pt x="299483" y="473955"/>
                    <a:pt x="306935" y="462777"/>
                  </a:cubicBezTo>
                  <a:cubicBezTo>
                    <a:pt x="322770" y="440886"/>
                    <a:pt x="316250" y="400365"/>
                    <a:pt x="285976" y="394776"/>
                  </a:cubicBezTo>
                  <a:close/>
                  <a:moveTo>
                    <a:pt x="209591" y="177267"/>
                  </a:moveTo>
                  <a:cubicBezTo>
                    <a:pt x="211454" y="179596"/>
                    <a:pt x="213783" y="181924"/>
                    <a:pt x="215646" y="184719"/>
                  </a:cubicBezTo>
                  <a:cubicBezTo>
                    <a:pt x="221701" y="183787"/>
                    <a:pt x="227290" y="181458"/>
                    <a:pt x="231948" y="177267"/>
                  </a:cubicBezTo>
                  <a:cubicBezTo>
                    <a:pt x="244523" y="166554"/>
                    <a:pt x="248715" y="148855"/>
                    <a:pt x="243592" y="133485"/>
                  </a:cubicBezTo>
                  <a:cubicBezTo>
                    <a:pt x="240797" y="126033"/>
                    <a:pt x="235674" y="119513"/>
                    <a:pt x="229153" y="114855"/>
                  </a:cubicBezTo>
                  <a:cubicBezTo>
                    <a:pt x="225427" y="112061"/>
                    <a:pt x="221701" y="110198"/>
                    <a:pt x="217509" y="108800"/>
                  </a:cubicBezTo>
                  <a:cubicBezTo>
                    <a:pt x="213317" y="107869"/>
                    <a:pt x="209126" y="107403"/>
                    <a:pt x="204934" y="107403"/>
                  </a:cubicBezTo>
                  <a:cubicBezTo>
                    <a:pt x="190029" y="107869"/>
                    <a:pt x="177920" y="118115"/>
                    <a:pt x="170933" y="130691"/>
                  </a:cubicBezTo>
                  <a:cubicBezTo>
                    <a:pt x="174194" y="135814"/>
                    <a:pt x="177920" y="140472"/>
                    <a:pt x="182112" y="145129"/>
                  </a:cubicBezTo>
                  <a:cubicBezTo>
                    <a:pt x="187235" y="134883"/>
                    <a:pt x="193290" y="126033"/>
                    <a:pt x="204468" y="123239"/>
                  </a:cubicBezTo>
                  <a:cubicBezTo>
                    <a:pt x="204468" y="123239"/>
                    <a:pt x="204934" y="123239"/>
                    <a:pt x="204934" y="123239"/>
                  </a:cubicBezTo>
                  <a:cubicBezTo>
                    <a:pt x="204934" y="123239"/>
                    <a:pt x="204934" y="123239"/>
                    <a:pt x="205400" y="123239"/>
                  </a:cubicBezTo>
                  <a:cubicBezTo>
                    <a:pt x="206331" y="123239"/>
                    <a:pt x="206797" y="123239"/>
                    <a:pt x="207728" y="122773"/>
                  </a:cubicBezTo>
                  <a:cubicBezTo>
                    <a:pt x="208194" y="122773"/>
                    <a:pt x="209126" y="122773"/>
                    <a:pt x="209591" y="122773"/>
                  </a:cubicBezTo>
                  <a:cubicBezTo>
                    <a:pt x="209591" y="122773"/>
                    <a:pt x="210988" y="122773"/>
                    <a:pt x="211454" y="122773"/>
                  </a:cubicBezTo>
                  <a:cubicBezTo>
                    <a:pt x="214249" y="123239"/>
                    <a:pt x="217509" y="123705"/>
                    <a:pt x="220304" y="124636"/>
                  </a:cubicBezTo>
                  <a:cubicBezTo>
                    <a:pt x="225427" y="126033"/>
                    <a:pt x="229619" y="129759"/>
                    <a:pt x="232413" y="134417"/>
                  </a:cubicBezTo>
                  <a:cubicBezTo>
                    <a:pt x="238468" y="144198"/>
                    <a:pt x="236140" y="158171"/>
                    <a:pt x="229153" y="166554"/>
                  </a:cubicBezTo>
                  <a:cubicBezTo>
                    <a:pt x="223564" y="172143"/>
                    <a:pt x="216578" y="175869"/>
                    <a:pt x="209591" y="17726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5"/>
          <p:cNvGrpSpPr/>
          <p:nvPr/>
        </p:nvGrpSpPr>
        <p:grpSpPr>
          <a:xfrm>
            <a:off x="288900" y="216600"/>
            <a:ext cx="8446075" cy="4647225"/>
            <a:chOff x="288900" y="216600"/>
            <a:chExt cx="8446075" cy="4647225"/>
          </a:xfrm>
        </p:grpSpPr>
        <p:grpSp>
          <p:nvGrpSpPr>
            <p:cNvPr id="211" name="Google Shape;211;p15"/>
            <p:cNvGrpSpPr/>
            <p:nvPr/>
          </p:nvGrpSpPr>
          <p:grpSpPr>
            <a:xfrm>
              <a:off x="288900" y="216600"/>
              <a:ext cx="8446075" cy="4647225"/>
              <a:chOff x="288900" y="216600"/>
              <a:chExt cx="8446075" cy="4647225"/>
            </a:xfrm>
          </p:grpSpPr>
          <p:sp>
            <p:nvSpPr>
              <p:cNvPr id="212" name="Google Shape;212;p15"/>
              <p:cNvSpPr/>
              <p:nvPr/>
            </p:nvSpPr>
            <p:spPr>
              <a:xfrm>
                <a:off x="5232250" y="4727025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288900" y="2401350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14" name="Google Shape;214;p15"/>
              <p:cNvSpPr/>
              <p:nvPr/>
            </p:nvSpPr>
            <p:spPr>
              <a:xfrm>
                <a:off x="1980300" y="21660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8628475" y="37140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  <p:sp>
          <p:nvSpPr>
            <p:cNvPr id="216" name="Google Shape;216;p15"/>
            <p:cNvSpPr/>
            <p:nvPr/>
          </p:nvSpPr>
          <p:spPr>
            <a:xfrm>
              <a:off x="2438725" y="43303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4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9" name="Google Shape;219;p16"/>
          <p:cNvSpPr txBox="1"/>
          <p:nvPr>
            <p:ph idx="1" type="subTitle"/>
          </p:nvPr>
        </p:nvSpPr>
        <p:spPr>
          <a:xfrm>
            <a:off x="1576190" y="3359400"/>
            <a:ext cx="23466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0" name="Google Shape;220;p16"/>
          <p:cNvSpPr txBox="1"/>
          <p:nvPr>
            <p:ph idx="2" type="subTitle"/>
          </p:nvPr>
        </p:nvSpPr>
        <p:spPr>
          <a:xfrm>
            <a:off x="1576185" y="3867900"/>
            <a:ext cx="2346600" cy="6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1" name="Google Shape;221;p16"/>
          <p:cNvSpPr txBox="1"/>
          <p:nvPr>
            <p:ph idx="3" type="subTitle"/>
          </p:nvPr>
        </p:nvSpPr>
        <p:spPr>
          <a:xfrm>
            <a:off x="5221213" y="3359400"/>
            <a:ext cx="23466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2" name="Google Shape;222;p16"/>
          <p:cNvSpPr txBox="1"/>
          <p:nvPr>
            <p:ph idx="4" type="subTitle"/>
          </p:nvPr>
        </p:nvSpPr>
        <p:spPr>
          <a:xfrm>
            <a:off x="5221215" y="3867900"/>
            <a:ext cx="2346600" cy="6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23" name="Google Shape;223;p16"/>
          <p:cNvGrpSpPr/>
          <p:nvPr/>
        </p:nvGrpSpPr>
        <p:grpSpPr>
          <a:xfrm flipH="1">
            <a:off x="-280727" y="-173407"/>
            <a:ext cx="9787404" cy="6327994"/>
            <a:chOff x="-353177" y="-173407"/>
            <a:chExt cx="9787404" cy="6327994"/>
          </a:xfrm>
        </p:grpSpPr>
        <p:sp>
          <p:nvSpPr>
            <p:cNvPr id="224" name="Google Shape;224;p16"/>
            <p:cNvSpPr/>
            <p:nvPr/>
          </p:nvSpPr>
          <p:spPr>
            <a:xfrm flipH="1" rot="-2909113">
              <a:off x="6277024" y="3856740"/>
              <a:ext cx="3202192" cy="1321821"/>
            </a:xfrm>
            <a:custGeom>
              <a:rect b="b" l="l" r="r" t="t"/>
              <a:pathLst>
                <a:path extrusionOk="0" h="733155" w="1776113">
                  <a:moveTo>
                    <a:pt x="1386968" y="65954"/>
                  </a:moveTo>
                  <a:cubicBezTo>
                    <a:pt x="1266804" y="130657"/>
                    <a:pt x="1164202" y="224940"/>
                    <a:pt x="1041728" y="285021"/>
                  </a:cubicBezTo>
                  <a:cubicBezTo>
                    <a:pt x="937278" y="336322"/>
                    <a:pt x="822198" y="361741"/>
                    <a:pt x="716361" y="409807"/>
                  </a:cubicBezTo>
                  <a:cubicBezTo>
                    <a:pt x="623465" y="452326"/>
                    <a:pt x="536578" y="512408"/>
                    <a:pt x="436287" y="531357"/>
                  </a:cubicBezTo>
                  <a:cubicBezTo>
                    <a:pt x="360029" y="545684"/>
                    <a:pt x="281923" y="535055"/>
                    <a:pt x="204279" y="539676"/>
                  </a:cubicBezTo>
                  <a:cubicBezTo>
                    <a:pt x="127096" y="544298"/>
                    <a:pt x="43906" y="568331"/>
                    <a:pt x="0" y="632110"/>
                  </a:cubicBezTo>
                  <a:cubicBezTo>
                    <a:pt x="8319" y="638118"/>
                    <a:pt x="24495" y="649210"/>
                    <a:pt x="32352" y="655218"/>
                  </a:cubicBezTo>
                  <a:cubicBezTo>
                    <a:pt x="115542" y="581734"/>
                    <a:pt x="244025" y="595136"/>
                    <a:pt x="348475" y="632572"/>
                  </a:cubicBezTo>
                  <a:cubicBezTo>
                    <a:pt x="452925" y="670008"/>
                    <a:pt x="553216" y="728241"/>
                    <a:pt x="664136" y="732863"/>
                  </a:cubicBezTo>
                  <a:cubicBezTo>
                    <a:pt x="808795" y="738871"/>
                    <a:pt x="941437" y="651521"/>
                    <a:pt x="1043114" y="548457"/>
                  </a:cubicBezTo>
                  <a:cubicBezTo>
                    <a:pt x="1144791" y="445394"/>
                    <a:pt x="1226595" y="322919"/>
                    <a:pt x="1336129" y="228175"/>
                  </a:cubicBezTo>
                  <a:cubicBezTo>
                    <a:pt x="1445663" y="133430"/>
                    <a:pt x="1595405" y="66878"/>
                    <a:pt x="1734518" y="106625"/>
                  </a:cubicBezTo>
                  <a:cubicBezTo>
                    <a:pt x="1745148" y="82130"/>
                    <a:pt x="1765483" y="64567"/>
                    <a:pt x="1776113" y="40072"/>
                  </a:cubicBezTo>
                  <a:cubicBezTo>
                    <a:pt x="1660109" y="-30639"/>
                    <a:pt x="1506669" y="1250"/>
                    <a:pt x="1386968" y="65954"/>
                  </a:cubicBezTo>
                  <a:close/>
                  <a:moveTo>
                    <a:pt x="1058828" y="456948"/>
                  </a:moveTo>
                  <a:cubicBezTo>
                    <a:pt x="1020468" y="523962"/>
                    <a:pt x="961773" y="577112"/>
                    <a:pt x="892910" y="611312"/>
                  </a:cubicBezTo>
                  <a:cubicBezTo>
                    <a:pt x="818963" y="648286"/>
                    <a:pt x="758419" y="685721"/>
                    <a:pt x="670607" y="667697"/>
                  </a:cubicBezTo>
                  <a:cubicBezTo>
                    <a:pt x="633171" y="659840"/>
                    <a:pt x="592500" y="637194"/>
                    <a:pt x="588803" y="598834"/>
                  </a:cubicBezTo>
                  <a:cubicBezTo>
                    <a:pt x="586030" y="570179"/>
                    <a:pt x="605441" y="543836"/>
                    <a:pt x="626238" y="523500"/>
                  </a:cubicBezTo>
                  <a:cubicBezTo>
                    <a:pt x="723293" y="427369"/>
                    <a:pt x="861020" y="382539"/>
                    <a:pt x="996897" y="366825"/>
                  </a:cubicBezTo>
                  <a:cubicBezTo>
                    <a:pt x="1022317" y="364052"/>
                    <a:pt x="1052358" y="364052"/>
                    <a:pt x="1067147" y="384850"/>
                  </a:cubicBezTo>
                  <a:cubicBezTo>
                    <a:pt x="1081937" y="406110"/>
                    <a:pt x="1071768" y="434764"/>
                    <a:pt x="1058828" y="4569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6"/>
            <p:cNvSpPr/>
            <p:nvPr/>
          </p:nvSpPr>
          <p:spPr>
            <a:xfrm rot="-5108635">
              <a:off x="-1027477" y="671152"/>
              <a:ext cx="2894782" cy="1305815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26;p16"/>
          <p:cNvGrpSpPr/>
          <p:nvPr/>
        </p:nvGrpSpPr>
        <p:grpSpPr>
          <a:xfrm flipH="1">
            <a:off x="244750" y="264900"/>
            <a:ext cx="8332325" cy="4567450"/>
            <a:chOff x="576425" y="264900"/>
            <a:chExt cx="8332325" cy="4567450"/>
          </a:xfrm>
        </p:grpSpPr>
        <p:sp>
          <p:nvSpPr>
            <p:cNvPr id="227" name="Google Shape;227;p16"/>
            <p:cNvSpPr/>
            <p:nvPr/>
          </p:nvSpPr>
          <p:spPr>
            <a:xfrm>
              <a:off x="8771950" y="7200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576425" y="3237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939250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8665450" y="33068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4095525" y="47258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  <p:grpSp>
        <p:nvGrpSpPr>
          <p:cNvPr id="232" name="Google Shape;232;p16"/>
          <p:cNvGrpSpPr/>
          <p:nvPr/>
        </p:nvGrpSpPr>
        <p:grpSpPr>
          <a:xfrm flipH="1" rot="10800000">
            <a:off x="7661146" y="4312702"/>
            <a:ext cx="769588" cy="917613"/>
            <a:chOff x="3648782" y="2695947"/>
            <a:chExt cx="490746" cy="585138"/>
          </a:xfrm>
        </p:grpSpPr>
        <p:sp>
          <p:nvSpPr>
            <p:cNvPr id="233" name="Google Shape;233;p16"/>
            <p:cNvSpPr/>
            <p:nvPr/>
          </p:nvSpPr>
          <p:spPr>
            <a:xfrm>
              <a:off x="3648782" y="2695946"/>
              <a:ext cx="490746" cy="585138"/>
            </a:xfrm>
            <a:custGeom>
              <a:rect b="b" l="l" r="r" t="t"/>
              <a:pathLst>
                <a:path extrusionOk="0" h="585138" w="490746">
                  <a:moveTo>
                    <a:pt x="27517" y="206399"/>
                  </a:moveTo>
                  <a:cubicBezTo>
                    <a:pt x="38229" y="221769"/>
                    <a:pt x="52668" y="244125"/>
                    <a:pt x="70832" y="252043"/>
                  </a:cubicBezTo>
                  <a:cubicBezTo>
                    <a:pt x="82011" y="257167"/>
                    <a:pt x="91791" y="255303"/>
                    <a:pt x="102504" y="250646"/>
                  </a:cubicBezTo>
                  <a:cubicBezTo>
                    <a:pt x="99244" y="255303"/>
                    <a:pt x="94586" y="271139"/>
                    <a:pt x="95983" y="277660"/>
                  </a:cubicBezTo>
                  <a:cubicBezTo>
                    <a:pt x="98312" y="286044"/>
                    <a:pt x="103435" y="295359"/>
                    <a:pt x="107627" y="302811"/>
                  </a:cubicBezTo>
                  <a:cubicBezTo>
                    <a:pt x="125326" y="334017"/>
                    <a:pt x="140230" y="390839"/>
                    <a:pt x="184477" y="383853"/>
                  </a:cubicBezTo>
                  <a:cubicBezTo>
                    <a:pt x="164915" y="388510"/>
                    <a:pt x="166313" y="416922"/>
                    <a:pt x="169107" y="433223"/>
                  </a:cubicBezTo>
                  <a:cubicBezTo>
                    <a:pt x="173765" y="462100"/>
                    <a:pt x="182149" y="490511"/>
                    <a:pt x="191464" y="517991"/>
                  </a:cubicBezTo>
                  <a:cubicBezTo>
                    <a:pt x="199847" y="542676"/>
                    <a:pt x="211957" y="577608"/>
                    <a:pt x="240368" y="584129"/>
                  </a:cubicBezTo>
                  <a:cubicBezTo>
                    <a:pt x="257601" y="587855"/>
                    <a:pt x="278561" y="580403"/>
                    <a:pt x="294862" y="575745"/>
                  </a:cubicBezTo>
                  <a:cubicBezTo>
                    <a:pt x="324205" y="566896"/>
                    <a:pt x="332123" y="560375"/>
                    <a:pt x="340506" y="532430"/>
                  </a:cubicBezTo>
                  <a:cubicBezTo>
                    <a:pt x="359137" y="545005"/>
                    <a:pt x="365192" y="549663"/>
                    <a:pt x="388479" y="546868"/>
                  </a:cubicBezTo>
                  <a:cubicBezTo>
                    <a:pt x="415493" y="543142"/>
                    <a:pt x="454617" y="537553"/>
                    <a:pt x="474645" y="517060"/>
                  </a:cubicBezTo>
                  <a:cubicBezTo>
                    <a:pt x="495604" y="496101"/>
                    <a:pt x="491878" y="458374"/>
                    <a:pt x="486755" y="431360"/>
                  </a:cubicBezTo>
                  <a:cubicBezTo>
                    <a:pt x="480700" y="399689"/>
                    <a:pt x="469521" y="364291"/>
                    <a:pt x="456480" y="334948"/>
                  </a:cubicBezTo>
                  <a:cubicBezTo>
                    <a:pt x="449028" y="317715"/>
                    <a:pt x="432261" y="285578"/>
                    <a:pt x="408507" y="293030"/>
                  </a:cubicBezTo>
                  <a:cubicBezTo>
                    <a:pt x="422946" y="259961"/>
                    <a:pt x="406644" y="222700"/>
                    <a:pt x="392671" y="192426"/>
                  </a:cubicBezTo>
                  <a:cubicBezTo>
                    <a:pt x="381027" y="167275"/>
                    <a:pt x="367055" y="140261"/>
                    <a:pt x="351685" y="116973"/>
                  </a:cubicBezTo>
                  <a:cubicBezTo>
                    <a:pt x="339109" y="97877"/>
                    <a:pt x="322808" y="89959"/>
                    <a:pt x="301849" y="92754"/>
                  </a:cubicBezTo>
                  <a:cubicBezTo>
                    <a:pt x="314890" y="78315"/>
                    <a:pt x="309301" y="60151"/>
                    <a:pt x="297191" y="47575"/>
                  </a:cubicBezTo>
                  <a:cubicBezTo>
                    <a:pt x="291602" y="41521"/>
                    <a:pt x="284615" y="38260"/>
                    <a:pt x="278561" y="33137"/>
                  </a:cubicBezTo>
                  <a:cubicBezTo>
                    <a:pt x="269711" y="25685"/>
                    <a:pt x="263656" y="14972"/>
                    <a:pt x="253410" y="8917"/>
                  </a:cubicBezTo>
                  <a:cubicBezTo>
                    <a:pt x="252944" y="10315"/>
                    <a:pt x="251547" y="12643"/>
                    <a:pt x="251081" y="14041"/>
                  </a:cubicBezTo>
                  <a:cubicBezTo>
                    <a:pt x="243163" y="9849"/>
                    <a:pt x="237574" y="15904"/>
                    <a:pt x="239437" y="23822"/>
                  </a:cubicBezTo>
                  <a:cubicBezTo>
                    <a:pt x="254807" y="34068"/>
                    <a:pt x="280889" y="55959"/>
                    <a:pt x="263656" y="75987"/>
                  </a:cubicBezTo>
                  <a:cubicBezTo>
                    <a:pt x="259464" y="81110"/>
                    <a:pt x="250615" y="84836"/>
                    <a:pt x="245026" y="88562"/>
                  </a:cubicBezTo>
                  <a:cubicBezTo>
                    <a:pt x="232916" y="96014"/>
                    <a:pt x="212423" y="112316"/>
                    <a:pt x="197984" y="113247"/>
                  </a:cubicBezTo>
                  <a:cubicBezTo>
                    <a:pt x="188203" y="113713"/>
                    <a:pt x="179820" y="105795"/>
                    <a:pt x="171902" y="101603"/>
                  </a:cubicBezTo>
                  <a:cubicBezTo>
                    <a:pt x="156998" y="93686"/>
                    <a:pt x="133710" y="86699"/>
                    <a:pt x="128121" y="68534"/>
                  </a:cubicBezTo>
                  <a:cubicBezTo>
                    <a:pt x="121600" y="46178"/>
                    <a:pt x="151874" y="19630"/>
                    <a:pt x="171436" y="14041"/>
                  </a:cubicBezTo>
                  <a:cubicBezTo>
                    <a:pt x="168641" y="7986"/>
                    <a:pt x="170039" y="-864"/>
                    <a:pt x="160258" y="68"/>
                  </a:cubicBezTo>
                  <a:cubicBezTo>
                    <a:pt x="134176" y="2863"/>
                    <a:pt x="81545" y="56891"/>
                    <a:pt x="100641" y="81110"/>
                  </a:cubicBezTo>
                  <a:cubicBezTo>
                    <a:pt x="69435" y="59219"/>
                    <a:pt x="1900" y="111384"/>
                    <a:pt x="37" y="146782"/>
                  </a:cubicBezTo>
                  <a:cubicBezTo>
                    <a:pt x="-894" y="167741"/>
                    <a:pt x="15873" y="190097"/>
                    <a:pt x="27517" y="206399"/>
                  </a:cubicBezTo>
                  <a:close/>
                  <a:moveTo>
                    <a:pt x="395000" y="321907"/>
                  </a:moveTo>
                  <a:cubicBezTo>
                    <a:pt x="439247" y="327496"/>
                    <a:pt x="442042" y="376401"/>
                    <a:pt x="449494" y="412264"/>
                  </a:cubicBezTo>
                  <a:cubicBezTo>
                    <a:pt x="456480" y="445799"/>
                    <a:pt x="476508" y="485388"/>
                    <a:pt x="438781" y="504018"/>
                  </a:cubicBezTo>
                  <a:cubicBezTo>
                    <a:pt x="423877" y="511470"/>
                    <a:pt x="406644" y="519388"/>
                    <a:pt x="389877" y="515662"/>
                  </a:cubicBezTo>
                  <a:cubicBezTo>
                    <a:pt x="363794" y="510073"/>
                    <a:pt x="356808" y="480265"/>
                    <a:pt x="351219" y="457443"/>
                  </a:cubicBezTo>
                  <a:cubicBezTo>
                    <a:pt x="345630" y="433689"/>
                    <a:pt x="340506" y="408538"/>
                    <a:pt x="336780" y="384319"/>
                  </a:cubicBezTo>
                  <a:cubicBezTo>
                    <a:pt x="334452" y="370346"/>
                    <a:pt x="335849" y="354510"/>
                    <a:pt x="346096" y="343332"/>
                  </a:cubicBezTo>
                  <a:cubicBezTo>
                    <a:pt x="356808" y="332154"/>
                    <a:pt x="380561" y="320510"/>
                    <a:pt x="395000" y="321907"/>
                  </a:cubicBezTo>
                  <a:close/>
                  <a:moveTo>
                    <a:pt x="299985" y="129549"/>
                  </a:moveTo>
                  <a:cubicBezTo>
                    <a:pt x="331657" y="116508"/>
                    <a:pt x="350753" y="174262"/>
                    <a:pt x="359602" y="194289"/>
                  </a:cubicBezTo>
                  <a:cubicBezTo>
                    <a:pt x="369849" y="217111"/>
                    <a:pt x="390343" y="251577"/>
                    <a:pt x="379164" y="276728"/>
                  </a:cubicBezTo>
                  <a:cubicBezTo>
                    <a:pt x="363329" y="311660"/>
                    <a:pt x="316287" y="318647"/>
                    <a:pt x="294862" y="286975"/>
                  </a:cubicBezTo>
                  <a:cubicBezTo>
                    <a:pt x="280889" y="266482"/>
                    <a:pt x="276697" y="242262"/>
                    <a:pt x="269711" y="218974"/>
                  </a:cubicBezTo>
                  <a:cubicBezTo>
                    <a:pt x="265053" y="203139"/>
                    <a:pt x="256204" y="184508"/>
                    <a:pt x="256204" y="168207"/>
                  </a:cubicBezTo>
                  <a:cubicBezTo>
                    <a:pt x="255738" y="145385"/>
                    <a:pt x="281821" y="132809"/>
                    <a:pt x="299985" y="129549"/>
                  </a:cubicBezTo>
                  <a:close/>
                  <a:moveTo>
                    <a:pt x="281355" y="357305"/>
                  </a:moveTo>
                  <a:cubicBezTo>
                    <a:pt x="269245" y="352647"/>
                    <a:pt x="269245" y="332154"/>
                    <a:pt x="282752" y="331688"/>
                  </a:cubicBezTo>
                  <a:cubicBezTo>
                    <a:pt x="303246" y="325167"/>
                    <a:pt x="303246" y="365688"/>
                    <a:pt x="281355" y="357305"/>
                  </a:cubicBezTo>
                  <a:close/>
                  <a:moveTo>
                    <a:pt x="255738" y="386647"/>
                  </a:moveTo>
                  <a:cubicBezTo>
                    <a:pt x="276232" y="390373"/>
                    <a:pt x="284150" y="431826"/>
                    <a:pt x="290205" y="449525"/>
                  </a:cubicBezTo>
                  <a:cubicBezTo>
                    <a:pt x="296725" y="470018"/>
                    <a:pt x="304177" y="492375"/>
                    <a:pt x="307438" y="513334"/>
                  </a:cubicBezTo>
                  <a:cubicBezTo>
                    <a:pt x="310698" y="534758"/>
                    <a:pt x="295328" y="545005"/>
                    <a:pt x="275766" y="551526"/>
                  </a:cubicBezTo>
                  <a:cubicBezTo>
                    <a:pt x="259464" y="557115"/>
                    <a:pt x="242697" y="559909"/>
                    <a:pt x="230122" y="545005"/>
                  </a:cubicBezTo>
                  <a:cubicBezTo>
                    <a:pt x="211957" y="523114"/>
                    <a:pt x="205436" y="482128"/>
                    <a:pt x="200779" y="454648"/>
                  </a:cubicBezTo>
                  <a:cubicBezTo>
                    <a:pt x="197519" y="435552"/>
                    <a:pt x="195656" y="419250"/>
                    <a:pt x="209628" y="406675"/>
                  </a:cubicBezTo>
                  <a:cubicBezTo>
                    <a:pt x="218478" y="393168"/>
                    <a:pt x="239437" y="383853"/>
                    <a:pt x="255738" y="386647"/>
                  </a:cubicBezTo>
                  <a:close/>
                  <a:moveTo>
                    <a:pt x="190532" y="153768"/>
                  </a:moveTo>
                  <a:cubicBezTo>
                    <a:pt x="209162" y="143056"/>
                    <a:pt x="218012" y="182645"/>
                    <a:pt x="194724" y="178919"/>
                  </a:cubicBezTo>
                  <a:cubicBezTo>
                    <a:pt x="182149" y="177056"/>
                    <a:pt x="177491" y="157029"/>
                    <a:pt x="190532" y="153768"/>
                  </a:cubicBezTo>
                  <a:close/>
                  <a:moveTo>
                    <a:pt x="238971" y="313523"/>
                  </a:moveTo>
                  <a:cubicBezTo>
                    <a:pt x="246889" y="334017"/>
                    <a:pt x="229190" y="344263"/>
                    <a:pt x="211957" y="352647"/>
                  </a:cubicBezTo>
                  <a:cubicBezTo>
                    <a:pt x="199382" y="358702"/>
                    <a:pt x="189135" y="365223"/>
                    <a:pt x="176559" y="356839"/>
                  </a:cubicBezTo>
                  <a:cubicBezTo>
                    <a:pt x="159326" y="345195"/>
                    <a:pt x="146751" y="315386"/>
                    <a:pt x="138367" y="297222"/>
                  </a:cubicBezTo>
                  <a:cubicBezTo>
                    <a:pt x="134641" y="288838"/>
                    <a:pt x="126723" y="276728"/>
                    <a:pt x="127655" y="266482"/>
                  </a:cubicBezTo>
                  <a:cubicBezTo>
                    <a:pt x="128586" y="251577"/>
                    <a:pt x="140230" y="245057"/>
                    <a:pt x="163984" y="232481"/>
                  </a:cubicBezTo>
                  <a:cubicBezTo>
                    <a:pt x="199847" y="218974"/>
                    <a:pt x="232450" y="296290"/>
                    <a:pt x="238971" y="313523"/>
                  </a:cubicBezTo>
                  <a:close/>
                  <a:moveTo>
                    <a:pt x="23791" y="145385"/>
                  </a:moveTo>
                  <a:cubicBezTo>
                    <a:pt x="28448" y="136069"/>
                    <a:pt x="47544" y="116042"/>
                    <a:pt x="73161" y="104398"/>
                  </a:cubicBezTo>
                  <a:cubicBezTo>
                    <a:pt x="92257" y="89028"/>
                    <a:pt x="131381" y="142590"/>
                    <a:pt x="140230" y="155165"/>
                  </a:cubicBezTo>
                  <a:cubicBezTo>
                    <a:pt x="148148" y="165878"/>
                    <a:pt x="158861" y="178919"/>
                    <a:pt x="149080" y="191495"/>
                  </a:cubicBezTo>
                  <a:cubicBezTo>
                    <a:pt x="138367" y="205933"/>
                    <a:pt x="116942" y="215714"/>
                    <a:pt x="100175" y="221303"/>
                  </a:cubicBezTo>
                  <a:cubicBezTo>
                    <a:pt x="90860" y="224564"/>
                    <a:pt x="83408" y="230618"/>
                    <a:pt x="73627" y="225495"/>
                  </a:cubicBezTo>
                  <a:cubicBezTo>
                    <a:pt x="60586" y="218974"/>
                    <a:pt x="51271" y="202673"/>
                    <a:pt x="42887" y="191495"/>
                  </a:cubicBezTo>
                  <a:cubicBezTo>
                    <a:pt x="34503" y="180316"/>
                    <a:pt x="15873" y="161221"/>
                    <a:pt x="23791" y="145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3665502" y="2725358"/>
              <a:ext cx="441156" cy="536573"/>
            </a:xfrm>
            <a:custGeom>
              <a:rect b="b" l="l" r="r" t="t"/>
              <a:pathLst>
                <a:path extrusionOk="0" h="536573" w="441156">
                  <a:moveTo>
                    <a:pt x="239018" y="137865"/>
                  </a:moveTo>
                  <a:cubicBezTo>
                    <a:pt x="239018" y="134139"/>
                    <a:pt x="239949" y="131344"/>
                    <a:pt x="240881" y="128084"/>
                  </a:cubicBezTo>
                  <a:cubicBezTo>
                    <a:pt x="231100" y="144385"/>
                    <a:pt x="236689" y="172331"/>
                    <a:pt x="241812" y="189098"/>
                  </a:cubicBezTo>
                  <a:cubicBezTo>
                    <a:pt x="246936" y="205865"/>
                    <a:pt x="253922" y="222167"/>
                    <a:pt x="259511" y="238934"/>
                  </a:cubicBezTo>
                  <a:cubicBezTo>
                    <a:pt x="264634" y="253373"/>
                    <a:pt x="275347" y="272469"/>
                    <a:pt x="287457" y="282250"/>
                  </a:cubicBezTo>
                  <a:cubicBezTo>
                    <a:pt x="308881" y="299483"/>
                    <a:pt x="352663" y="281784"/>
                    <a:pt x="363841" y="259893"/>
                  </a:cubicBezTo>
                  <a:cubicBezTo>
                    <a:pt x="369430" y="249181"/>
                    <a:pt x="368498" y="233345"/>
                    <a:pt x="364307" y="219372"/>
                  </a:cubicBezTo>
                  <a:cubicBezTo>
                    <a:pt x="366170" y="229153"/>
                    <a:pt x="366170" y="238934"/>
                    <a:pt x="362444" y="247318"/>
                  </a:cubicBezTo>
                  <a:cubicBezTo>
                    <a:pt x="346608" y="282250"/>
                    <a:pt x="299566" y="289236"/>
                    <a:pt x="278141" y="257565"/>
                  </a:cubicBezTo>
                  <a:cubicBezTo>
                    <a:pt x="264169" y="237071"/>
                    <a:pt x="259977" y="212852"/>
                    <a:pt x="252990" y="189564"/>
                  </a:cubicBezTo>
                  <a:cubicBezTo>
                    <a:pt x="247867" y="173262"/>
                    <a:pt x="239018" y="154632"/>
                    <a:pt x="239018" y="137865"/>
                  </a:cubicBezTo>
                  <a:close/>
                  <a:moveTo>
                    <a:pt x="334498" y="428032"/>
                  </a:moveTo>
                  <a:cubicBezTo>
                    <a:pt x="328909" y="404278"/>
                    <a:pt x="323786" y="379127"/>
                    <a:pt x="320060" y="354908"/>
                  </a:cubicBezTo>
                  <a:cubicBezTo>
                    <a:pt x="319128" y="347456"/>
                    <a:pt x="318662" y="339072"/>
                    <a:pt x="320525" y="331620"/>
                  </a:cubicBezTo>
                  <a:cubicBezTo>
                    <a:pt x="318662" y="334880"/>
                    <a:pt x="317265" y="338141"/>
                    <a:pt x="316799" y="342332"/>
                  </a:cubicBezTo>
                  <a:cubicBezTo>
                    <a:pt x="315402" y="351182"/>
                    <a:pt x="314471" y="362360"/>
                    <a:pt x="315402" y="371209"/>
                  </a:cubicBezTo>
                  <a:cubicBezTo>
                    <a:pt x="318197" y="400086"/>
                    <a:pt x="324251" y="432690"/>
                    <a:pt x="334498" y="459703"/>
                  </a:cubicBezTo>
                  <a:cubicBezTo>
                    <a:pt x="347539" y="492772"/>
                    <a:pt x="368498" y="497896"/>
                    <a:pt x="400170" y="490909"/>
                  </a:cubicBezTo>
                  <a:cubicBezTo>
                    <a:pt x="416472" y="487649"/>
                    <a:pt x="439760" y="473211"/>
                    <a:pt x="441157" y="454580"/>
                  </a:cubicBezTo>
                  <a:cubicBezTo>
                    <a:pt x="437896" y="462498"/>
                    <a:pt x="432307" y="469019"/>
                    <a:pt x="421595" y="474142"/>
                  </a:cubicBezTo>
                  <a:cubicBezTo>
                    <a:pt x="406691" y="481594"/>
                    <a:pt x="389457" y="489512"/>
                    <a:pt x="372690" y="485786"/>
                  </a:cubicBezTo>
                  <a:cubicBezTo>
                    <a:pt x="347074" y="480663"/>
                    <a:pt x="340087" y="450854"/>
                    <a:pt x="334498" y="428032"/>
                  </a:cubicBezTo>
                  <a:close/>
                  <a:moveTo>
                    <a:pt x="191045" y="95480"/>
                  </a:moveTo>
                  <a:cubicBezTo>
                    <a:pt x="206415" y="89426"/>
                    <a:pt x="218990" y="79645"/>
                    <a:pt x="232497" y="70330"/>
                  </a:cubicBezTo>
                  <a:cubicBezTo>
                    <a:pt x="244607" y="61480"/>
                    <a:pt x="257182" y="54960"/>
                    <a:pt x="257182" y="38192"/>
                  </a:cubicBezTo>
                  <a:cubicBezTo>
                    <a:pt x="257182" y="32603"/>
                    <a:pt x="254854" y="27014"/>
                    <a:pt x="250662" y="21891"/>
                  </a:cubicBezTo>
                  <a:cubicBezTo>
                    <a:pt x="254388" y="29809"/>
                    <a:pt x="254854" y="38658"/>
                    <a:pt x="247401" y="46576"/>
                  </a:cubicBezTo>
                  <a:cubicBezTo>
                    <a:pt x="243210" y="51699"/>
                    <a:pt x="234360" y="55425"/>
                    <a:pt x="228771" y="59151"/>
                  </a:cubicBezTo>
                  <a:cubicBezTo>
                    <a:pt x="216661" y="66604"/>
                    <a:pt x="196168" y="82905"/>
                    <a:pt x="181729" y="83836"/>
                  </a:cubicBezTo>
                  <a:cubicBezTo>
                    <a:pt x="171949" y="84302"/>
                    <a:pt x="163565" y="76384"/>
                    <a:pt x="155647" y="72193"/>
                  </a:cubicBezTo>
                  <a:cubicBezTo>
                    <a:pt x="140743" y="64275"/>
                    <a:pt x="117455" y="57288"/>
                    <a:pt x="111866" y="39124"/>
                  </a:cubicBezTo>
                  <a:cubicBezTo>
                    <a:pt x="107674" y="25617"/>
                    <a:pt x="116989" y="11178"/>
                    <a:pt x="129099" y="0"/>
                  </a:cubicBezTo>
                  <a:cubicBezTo>
                    <a:pt x="106277" y="12110"/>
                    <a:pt x="96030" y="37727"/>
                    <a:pt x="116989" y="60549"/>
                  </a:cubicBezTo>
                  <a:cubicBezTo>
                    <a:pt x="132825" y="77316"/>
                    <a:pt x="167757" y="104796"/>
                    <a:pt x="191045" y="95480"/>
                  </a:cubicBezTo>
                  <a:close/>
                  <a:moveTo>
                    <a:pt x="14522" y="156495"/>
                  </a:moveTo>
                  <a:cubicBezTo>
                    <a:pt x="26166" y="178386"/>
                    <a:pt x="45728" y="209591"/>
                    <a:pt x="73673" y="206331"/>
                  </a:cubicBezTo>
                  <a:cubicBezTo>
                    <a:pt x="92770" y="204468"/>
                    <a:pt x="137948" y="180714"/>
                    <a:pt x="135154" y="156961"/>
                  </a:cubicBezTo>
                  <a:cubicBezTo>
                    <a:pt x="134688" y="158824"/>
                    <a:pt x="133756" y="160221"/>
                    <a:pt x="132359" y="162084"/>
                  </a:cubicBezTo>
                  <a:cubicBezTo>
                    <a:pt x="121646" y="176522"/>
                    <a:pt x="100222" y="186303"/>
                    <a:pt x="83455" y="191892"/>
                  </a:cubicBezTo>
                  <a:cubicBezTo>
                    <a:pt x="74139" y="195153"/>
                    <a:pt x="66687" y="201208"/>
                    <a:pt x="56906" y="196084"/>
                  </a:cubicBezTo>
                  <a:cubicBezTo>
                    <a:pt x="43865" y="189564"/>
                    <a:pt x="34550" y="173262"/>
                    <a:pt x="26166" y="162084"/>
                  </a:cubicBezTo>
                  <a:cubicBezTo>
                    <a:pt x="17317" y="150440"/>
                    <a:pt x="-1314" y="131810"/>
                    <a:pt x="7070" y="115508"/>
                  </a:cubicBezTo>
                  <a:cubicBezTo>
                    <a:pt x="8467" y="113179"/>
                    <a:pt x="10796" y="109453"/>
                    <a:pt x="14056" y="105727"/>
                  </a:cubicBezTo>
                  <a:cubicBezTo>
                    <a:pt x="6138" y="110385"/>
                    <a:pt x="-848" y="117371"/>
                    <a:pt x="84" y="126221"/>
                  </a:cubicBezTo>
                  <a:cubicBezTo>
                    <a:pt x="1015" y="136467"/>
                    <a:pt x="10330" y="148111"/>
                    <a:pt x="14522" y="156495"/>
                  </a:cubicBezTo>
                  <a:close/>
                  <a:moveTo>
                    <a:pt x="259511" y="522581"/>
                  </a:moveTo>
                  <a:cubicBezTo>
                    <a:pt x="243210" y="528170"/>
                    <a:pt x="226442" y="530964"/>
                    <a:pt x="213867" y="516060"/>
                  </a:cubicBezTo>
                  <a:cubicBezTo>
                    <a:pt x="195702" y="494170"/>
                    <a:pt x="189181" y="453183"/>
                    <a:pt x="184524" y="425703"/>
                  </a:cubicBezTo>
                  <a:cubicBezTo>
                    <a:pt x="181729" y="410333"/>
                    <a:pt x="180332" y="397292"/>
                    <a:pt x="186853" y="386114"/>
                  </a:cubicBezTo>
                  <a:cubicBezTo>
                    <a:pt x="185921" y="387511"/>
                    <a:pt x="184990" y="388908"/>
                    <a:pt x="184058" y="390306"/>
                  </a:cubicBezTo>
                  <a:cubicBezTo>
                    <a:pt x="177537" y="401950"/>
                    <a:pt x="179866" y="412662"/>
                    <a:pt x="181264" y="425238"/>
                  </a:cubicBezTo>
                  <a:cubicBezTo>
                    <a:pt x="184524" y="459238"/>
                    <a:pt x="186387" y="502088"/>
                    <a:pt x="214332" y="526773"/>
                  </a:cubicBezTo>
                  <a:cubicBezTo>
                    <a:pt x="234826" y="544472"/>
                    <a:pt x="264634" y="536088"/>
                    <a:pt x="283265" y="518389"/>
                  </a:cubicBezTo>
                  <a:cubicBezTo>
                    <a:pt x="288388" y="513266"/>
                    <a:pt x="290251" y="506745"/>
                    <a:pt x="289319" y="499759"/>
                  </a:cubicBezTo>
                  <a:cubicBezTo>
                    <a:pt x="285593" y="510471"/>
                    <a:pt x="273484" y="517458"/>
                    <a:pt x="259511" y="522581"/>
                  </a:cubicBezTo>
                  <a:close/>
                  <a:moveTo>
                    <a:pt x="223182" y="300414"/>
                  </a:moveTo>
                  <a:cubicBezTo>
                    <a:pt x="219456" y="310661"/>
                    <a:pt x="207346" y="317182"/>
                    <a:pt x="195237" y="322771"/>
                  </a:cubicBezTo>
                  <a:cubicBezTo>
                    <a:pt x="182661" y="328826"/>
                    <a:pt x="172414" y="335346"/>
                    <a:pt x="159839" y="326962"/>
                  </a:cubicBezTo>
                  <a:cubicBezTo>
                    <a:pt x="142606" y="315318"/>
                    <a:pt x="130030" y="285510"/>
                    <a:pt x="121646" y="267345"/>
                  </a:cubicBezTo>
                  <a:cubicBezTo>
                    <a:pt x="118386" y="259893"/>
                    <a:pt x="112331" y="250112"/>
                    <a:pt x="110934" y="240797"/>
                  </a:cubicBezTo>
                  <a:cubicBezTo>
                    <a:pt x="108140" y="254304"/>
                    <a:pt x="117920" y="271071"/>
                    <a:pt x="123975" y="285510"/>
                  </a:cubicBezTo>
                  <a:cubicBezTo>
                    <a:pt x="135154" y="311592"/>
                    <a:pt x="145866" y="346059"/>
                    <a:pt x="179866" y="339072"/>
                  </a:cubicBezTo>
                  <a:cubicBezTo>
                    <a:pt x="197565" y="335812"/>
                    <a:pt x="223648" y="320908"/>
                    <a:pt x="223182" y="3004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17"/>
          <p:cNvGrpSpPr/>
          <p:nvPr/>
        </p:nvGrpSpPr>
        <p:grpSpPr>
          <a:xfrm>
            <a:off x="-72171" y="3760748"/>
            <a:ext cx="9288342" cy="1686494"/>
            <a:chOff x="-72171" y="3760748"/>
            <a:chExt cx="9288342" cy="1686494"/>
          </a:xfrm>
        </p:grpSpPr>
        <p:sp>
          <p:nvSpPr>
            <p:cNvPr id="237" name="Google Shape;237;p17"/>
            <p:cNvSpPr/>
            <p:nvPr/>
          </p:nvSpPr>
          <p:spPr>
            <a:xfrm>
              <a:off x="3736870" y="4316414"/>
              <a:ext cx="596309" cy="519391"/>
            </a:xfrm>
            <a:custGeom>
              <a:rect b="b" l="l" r="r" t="t"/>
              <a:pathLst>
                <a:path extrusionOk="0" h="133950" w="153787">
                  <a:moveTo>
                    <a:pt x="60922" y="129993"/>
                  </a:moveTo>
                  <a:cubicBezTo>
                    <a:pt x="66930" y="114280"/>
                    <a:pt x="49368" y="102263"/>
                    <a:pt x="37352" y="98104"/>
                  </a:cubicBezTo>
                  <a:cubicBezTo>
                    <a:pt x="31343" y="95793"/>
                    <a:pt x="16554" y="99490"/>
                    <a:pt x="18402" y="87936"/>
                  </a:cubicBezTo>
                  <a:cubicBezTo>
                    <a:pt x="19789" y="76844"/>
                    <a:pt x="31343" y="85163"/>
                    <a:pt x="36889" y="87474"/>
                  </a:cubicBezTo>
                  <a:cubicBezTo>
                    <a:pt x="41049" y="80541"/>
                    <a:pt x="14243" y="57895"/>
                    <a:pt x="31343" y="55584"/>
                  </a:cubicBezTo>
                  <a:cubicBezTo>
                    <a:pt x="40587" y="54198"/>
                    <a:pt x="41511" y="67601"/>
                    <a:pt x="42897" y="74071"/>
                  </a:cubicBezTo>
                  <a:cubicBezTo>
                    <a:pt x="45208" y="84701"/>
                    <a:pt x="44284" y="81466"/>
                    <a:pt x="51679" y="87936"/>
                  </a:cubicBezTo>
                  <a:cubicBezTo>
                    <a:pt x="54914" y="90709"/>
                    <a:pt x="58611" y="100415"/>
                    <a:pt x="62308" y="101339"/>
                  </a:cubicBezTo>
                  <a:cubicBezTo>
                    <a:pt x="71552" y="103650"/>
                    <a:pt x="74325" y="87012"/>
                    <a:pt x="74787" y="81466"/>
                  </a:cubicBezTo>
                  <a:cubicBezTo>
                    <a:pt x="75249" y="68063"/>
                    <a:pt x="68317" y="68987"/>
                    <a:pt x="61384" y="59744"/>
                  </a:cubicBezTo>
                  <a:cubicBezTo>
                    <a:pt x="55376" y="51887"/>
                    <a:pt x="56300" y="42644"/>
                    <a:pt x="46132" y="38484"/>
                  </a:cubicBezTo>
                  <a:cubicBezTo>
                    <a:pt x="34116" y="33863"/>
                    <a:pt x="9622" y="49114"/>
                    <a:pt x="1764" y="38946"/>
                  </a:cubicBezTo>
                  <a:cubicBezTo>
                    <a:pt x="-1933" y="33863"/>
                    <a:pt x="378" y="20460"/>
                    <a:pt x="6848" y="19073"/>
                  </a:cubicBezTo>
                  <a:cubicBezTo>
                    <a:pt x="14243" y="17687"/>
                    <a:pt x="14705" y="28316"/>
                    <a:pt x="20713" y="28316"/>
                  </a:cubicBezTo>
                  <a:cubicBezTo>
                    <a:pt x="33654" y="28316"/>
                    <a:pt x="26722" y="7519"/>
                    <a:pt x="36889" y="1973"/>
                  </a:cubicBezTo>
                  <a:cubicBezTo>
                    <a:pt x="53990" y="-7271"/>
                    <a:pt x="43822" y="18611"/>
                    <a:pt x="40125" y="25081"/>
                  </a:cubicBezTo>
                  <a:cubicBezTo>
                    <a:pt x="47519" y="32476"/>
                    <a:pt x="61384" y="27854"/>
                    <a:pt x="68317" y="38022"/>
                  </a:cubicBezTo>
                  <a:cubicBezTo>
                    <a:pt x="71090" y="42181"/>
                    <a:pt x="69241" y="50038"/>
                    <a:pt x="71552" y="52811"/>
                  </a:cubicBezTo>
                  <a:cubicBezTo>
                    <a:pt x="75711" y="57433"/>
                    <a:pt x="84493" y="51425"/>
                    <a:pt x="86803" y="47265"/>
                  </a:cubicBezTo>
                  <a:cubicBezTo>
                    <a:pt x="91425" y="39871"/>
                    <a:pt x="81258" y="1048"/>
                    <a:pt x="98358" y="2435"/>
                  </a:cubicBezTo>
                  <a:cubicBezTo>
                    <a:pt x="110836" y="3359"/>
                    <a:pt x="94660" y="21846"/>
                    <a:pt x="100668" y="29241"/>
                  </a:cubicBezTo>
                  <a:cubicBezTo>
                    <a:pt x="104366" y="33400"/>
                    <a:pt x="108988" y="28316"/>
                    <a:pt x="111299" y="34787"/>
                  </a:cubicBezTo>
                  <a:cubicBezTo>
                    <a:pt x="114071" y="42181"/>
                    <a:pt x="105752" y="47728"/>
                    <a:pt x="101131" y="50963"/>
                  </a:cubicBezTo>
                  <a:cubicBezTo>
                    <a:pt x="95123" y="56047"/>
                    <a:pt x="80795" y="70374"/>
                    <a:pt x="93736" y="73609"/>
                  </a:cubicBezTo>
                  <a:cubicBezTo>
                    <a:pt x="108525" y="77306"/>
                    <a:pt x="129785" y="54198"/>
                    <a:pt x="135793" y="43568"/>
                  </a:cubicBezTo>
                  <a:cubicBezTo>
                    <a:pt x="139029" y="37560"/>
                    <a:pt x="137642" y="14913"/>
                    <a:pt x="144112" y="14913"/>
                  </a:cubicBezTo>
                  <a:cubicBezTo>
                    <a:pt x="159826" y="14913"/>
                    <a:pt x="147809" y="41719"/>
                    <a:pt x="146423" y="47265"/>
                  </a:cubicBezTo>
                  <a:cubicBezTo>
                    <a:pt x="144574" y="53736"/>
                    <a:pt x="145961" y="54198"/>
                    <a:pt x="140415" y="59282"/>
                  </a:cubicBezTo>
                  <a:cubicBezTo>
                    <a:pt x="135331" y="63903"/>
                    <a:pt x="127937" y="64828"/>
                    <a:pt x="127937" y="73609"/>
                  </a:cubicBezTo>
                  <a:cubicBezTo>
                    <a:pt x="136255" y="75458"/>
                    <a:pt x="150583" y="72684"/>
                    <a:pt x="153356" y="84239"/>
                  </a:cubicBezTo>
                  <a:cubicBezTo>
                    <a:pt x="156591" y="98566"/>
                    <a:pt x="140877" y="99028"/>
                    <a:pt x="132096" y="93944"/>
                  </a:cubicBezTo>
                  <a:cubicBezTo>
                    <a:pt x="121928" y="88398"/>
                    <a:pt x="120542" y="85163"/>
                    <a:pt x="108525" y="87936"/>
                  </a:cubicBezTo>
                  <a:cubicBezTo>
                    <a:pt x="102517" y="89323"/>
                    <a:pt x="96509" y="91171"/>
                    <a:pt x="90963" y="94406"/>
                  </a:cubicBezTo>
                  <a:cubicBezTo>
                    <a:pt x="84493" y="98104"/>
                    <a:pt x="80795" y="101339"/>
                    <a:pt x="78947" y="108734"/>
                  </a:cubicBezTo>
                  <a:cubicBezTo>
                    <a:pt x="77560" y="114742"/>
                    <a:pt x="81258" y="124447"/>
                    <a:pt x="78947" y="129531"/>
                  </a:cubicBezTo>
                  <a:cubicBezTo>
                    <a:pt x="76636" y="134615"/>
                    <a:pt x="66930" y="136002"/>
                    <a:pt x="60922" y="1299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4733243" y="4301523"/>
              <a:ext cx="680024" cy="682898"/>
            </a:xfrm>
            <a:custGeom>
              <a:rect b="b" l="l" r="r" t="t"/>
              <a:pathLst>
                <a:path extrusionOk="0" h="176118" w="175377">
                  <a:moveTo>
                    <a:pt x="62594" y="172652"/>
                  </a:moveTo>
                  <a:cubicBezTo>
                    <a:pt x="62594" y="152779"/>
                    <a:pt x="62131" y="143536"/>
                    <a:pt x="43644" y="134292"/>
                  </a:cubicBezTo>
                  <a:cubicBezTo>
                    <a:pt x="33015" y="129209"/>
                    <a:pt x="-8580" y="125511"/>
                    <a:pt x="1587" y="104714"/>
                  </a:cubicBezTo>
                  <a:cubicBezTo>
                    <a:pt x="7596" y="104714"/>
                    <a:pt x="32553" y="134292"/>
                    <a:pt x="36250" y="113957"/>
                  </a:cubicBezTo>
                  <a:cubicBezTo>
                    <a:pt x="38561" y="101016"/>
                    <a:pt x="16377" y="96857"/>
                    <a:pt x="10369" y="89462"/>
                  </a:cubicBezTo>
                  <a:cubicBezTo>
                    <a:pt x="6209" y="84378"/>
                    <a:pt x="-4883" y="58959"/>
                    <a:pt x="11293" y="63581"/>
                  </a:cubicBezTo>
                  <a:cubicBezTo>
                    <a:pt x="19612" y="65892"/>
                    <a:pt x="18225" y="80219"/>
                    <a:pt x="24696" y="84840"/>
                  </a:cubicBezTo>
                  <a:cubicBezTo>
                    <a:pt x="34864" y="91311"/>
                    <a:pt x="44107" y="88076"/>
                    <a:pt x="46880" y="102865"/>
                  </a:cubicBezTo>
                  <a:cubicBezTo>
                    <a:pt x="48266" y="109798"/>
                    <a:pt x="45955" y="124587"/>
                    <a:pt x="53350" y="129209"/>
                  </a:cubicBezTo>
                  <a:cubicBezTo>
                    <a:pt x="70912" y="139376"/>
                    <a:pt x="68602" y="112570"/>
                    <a:pt x="67215" y="105176"/>
                  </a:cubicBezTo>
                  <a:cubicBezTo>
                    <a:pt x="65829" y="97781"/>
                    <a:pt x="64442" y="98705"/>
                    <a:pt x="70450" y="91773"/>
                  </a:cubicBezTo>
                  <a:cubicBezTo>
                    <a:pt x="73685" y="87614"/>
                    <a:pt x="77845" y="83454"/>
                    <a:pt x="81081" y="79757"/>
                  </a:cubicBezTo>
                  <a:cubicBezTo>
                    <a:pt x="88013" y="71438"/>
                    <a:pt x="106037" y="56648"/>
                    <a:pt x="86164" y="50178"/>
                  </a:cubicBezTo>
                  <a:cubicBezTo>
                    <a:pt x="74148" y="46480"/>
                    <a:pt x="62131" y="57573"/>
                    <a:pt x="50577" y="46943"/>
                  </a:cubicBezTo>
                  <a:cubicBezTo>
                    <a:pt x="45955" y="42783"/>
                    <a:pt x="42720" y="34926"/>
                    <a:pt x="48729" y="30305"/>
                  </a:cubicBezTo>
                  <a:cubicBezTo>
                    <a:pt x="54737" y="26145"/>
                    <a:pt x="59358" y="32615"/>
                    <a:pt x="64442" y="34926"/>
                  </a:cubicBezTo>
                  <a:cubicBezTo>
                    <a:pt x="81543" y="43245"/>
                    <a:pt x="75534" y="27532"/>
                    <a:pt x="76459" y="15515"/>
                  </a:cubicBezTo>
                  <a:cubicBezTo>
                    <a:pt x="76921" y="11356"/>
                    <a:pt x="78770" y="2574"/>
                    <a:pt x="82929" y="726"/>
                  </a:cubicBezTo>
                  <a:cubicBezTo>
                    <a:pt x="93097" y="-3434"/>
                    <a:pt x="90786" y="11356"/>
                    <a:pt x="91248" y="17826"/>
                  </a:cubicBezTo>
                  <a:cubicBezTo>
                    <a:pt x="92172" y="35851"/>
                    <a:pt x="103264" y="26607"/>
                    <a:pt x="112046" y="37699"/>
                  </a:cubicBezTo>
                  <a:cubicBezTo>
                    <a:pt x="120827" y="49254"/>
                    <a:pt x="112508" y="66354"/>
                    <a:pt x="104189" y="75135"/>
                  </a:cubicBezTo>
                  <a:cubicBezTo>
                    <a:pt x="99105" y="80681"/>
                    <a:pt x="71837" y="94546"/>
                    <a:pt x="89861" y="101016"/>
                  </a:cubicBezTo>
                  <a:cubicBezTo>
                    <a:pt x="101415" y="105176"/>
                    <a:pt x="106962" y="91773"/>
                    <a:pt x="115743" y="89462"/>
                  </a:cubicBezTo>
                  <a:cubicBezTo>
                    <a:pt x="124524" y="87151"/>
                    <a:pt x="127297" y="92697"/>
                    <a:pt x="136078" y="89462"/>
                  </a:cubicBezTo>
                  <a:cubicBezTo>
                    <a:pt x="144859" y="85765"/>
                    <a:pt x="161497" y="70051"/>
                    <a:pt x="171665" y="79295"/>
                  </a:cubicBezTo>
                  <a:cubicBezTo>
                    <a:pt x="178136" y="85303"/>
                    <a:pt x="175362" y="96395"/>
                    <a:pt x="169355" y="101479"/>
                  </a:cubicBezTo>
                  <a:cubicBezTo>
                    <a:pt x="161497" y="108873"/>
                    <a:pt x="150406" y="105176"/>
                    <a:pt x="141162" y="108411"/>
                  </a:cubicBezTo>
                  <a:cubicBezTo>
                    <a:pt x="136078" y="110260"/>
                    <a:pt x="130532" y="117192"/>
                    <a:pt x="126373" y="113033"/>
                  </a:cubicBezTo>
                  <a:cubicBezTo>
                    <a:pt x="123138" y="136141"/>
                    <a:pt x="104189" y="118579"/>
                    <a:pt x="91710" y="122738"/>
                  </a:cubicBezTo>
                  <a:cubicBezTo>
                    <a:pt x="82005" y="125973"/>
                    <a:pt x="79232" y="139839"/>
                    <a:pt x="78307" y="148620"/>
                  </a:cubicBezTo>
                  <a:cubicBezTo>
                    <a:pt x="77383" y="157401"/>
                    <a:pt x="88475" y="167569"/>
                    <a:pt x="82929" y="174039"/>
                  </a:cubicBezTo>
                  <a:cubicBezTo>
                    <a:pt x="80618" y="176350"/>
                    <a:pt x="67678" y="177736"/>
                    <a:pt x="62594" y="1726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-72171" y="3911450"/>
              <a:ext cx="9288342" cy="1535792"/>
            </a:xfrm>
            <a:custGeom>
              <a:rect b="b" l="l" r="r" t="t"/>
              <a:pathLst>
                <a:path extrusionOk="0" h="396078" w="2395446">
                  <a:moveTo>
                    <a:pt x="2395418" y="0"/>
                  </a:moveTo>
                  <a:cubicBezTo>
                    <a:pt x="2397267" y="1386"/>
                    <a:pt x="2308530" y="44830"/>
                    <a:pt x="2262313" y="61931"/>
                  </a:cubicBezTo>
                  <a:cubicBezTo>
                    <a:pt x="2203618" y="84115"/>
                    <a:pt x="2140301" y="90585"/>
                    <a:pt x="2078371" y="98904"/>
                  </a:cubicBezTo>
                  <a:cubicBezTo>
                    <a:pt x="1966064" y="113693"/>
                    <a:pt x="1850059" y="111382"/>
                    <a:pt x="1740064" y="140961"/>
                  </a:cubicBezTo>
                  <a:cubicBezTo>
                    <a:pt x="1646243" y="165919"/>
                    <a:pt x="1579229" y="232471"/>
                    <a:pt x="1482636" y="252344"/>
                  </a:cubicBezTo>
                  <a:cubicBezTo>
                    <a:pt x="1390665" y="271293"/>
                    <a:pt x="1291298" y="256503"/>
                    <a:pt x="1198402" y="246798"/>
                  </a:cubicBezTo>
                  <a:cubicBezTo>
                    <a:pt x="1079163" y="234319"/>
                    <a:pt x="962234" y="219992"/>
                    <a:pt x="846692" y="185792"/>
                  </a:cubicBezTo>
                  <a:cubicBezTo>
                    <a:pt x="761653" y="160372"/>
                    <a:pt x="677539" y="127096"/>
                    <a:pt x="586954" y="138188"/>
                  </a:cubicBezTo>
                  <a:cubicBezTo>
                    <a:pt x="553677" y="142348"/>
                    <a:pt x="519015" y="154364"/>
                    <a:pt x="484815" y="153440"/>
                  </a:cubicBezTo>
                  <a:cubicBezTo>
                    <a:pt x="450152" y="152516"/>
                    <a:pt x="415951" y="134029"/>
                    <a:pt x="385911" y="119239"/>
                  </a:cubicBezTo>
                  <a:cubicBezTo>
                    <a:pt x="326291" y="90123"/>
                    <a:pt x="270831" y="56385"/>
                    <a:pt x="205203" y="44368"/>
                  </a:cubicBezTo>
                  <a:cubicBezTo>
                    <a:pt x="138651" y="32352"/>
                    <a:pt x="67939" y="22646"/>
                    <a:pt x="0" y="22646"/>
                  </a:cubicBezTo>
                  <a:lnTo>
                    <a:pt x="2311" y="388683"/>
                  </a:lnTo>
                  <a:lnTo>
                    <a:pt x="2392646" y="396078"/>
                  </a:lnTo>
                  <a:lnTo>
                    <a:pt x="2395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6779209" y="3760748"/>
              <a:ext cx="1118240" cy="709652"/>
            </a:xfrm>
            <a:custGeom>
              <a:rect b="b" l="l" r="r" t="t"/>
              <a:pathLst>
                <a:path extrusionOk="0" h="183018" w="288392">
                  <a:moveTo>
                    <a:pt x="98904" y="183019"/>
                  </a:moveTo>
                  <a:lnTo>
                    <a:pt x="0" y="123399"/>
                  </a:lnTo>
                  <a:lnTo>
                    <a:pt x="11092" y="101677"/>
                  </a:lnTo>
                  <a:lnTo>
                    <a:pt x="83190" y="139113"/>
                  </a:lnTo>
                  <a:cubicBezTo>
                    <a:pt x="83190" y="139113"/>
                    <a:pt x="18487" y="68401"/>
                    <a:pt x="22184" y="65628"/>
                  </a:cubicBezTo>
                  <a:cubicBezTo>
                    <a:pt x="25881" y="62855"/>
                    <a:pt x="40208" y="50839"/>
                    <a:pt x="40208" y="50839"/>
                  </a:cubicBezTo>
                  <a:lnTo>
                    <a:pt x="105836" y="131718"/>
                  </a:lnTo>
                  <a:lnTo>
                    <a:pt x="69325" y="17100"/>
                  </a:lnTo>
                  <a:lnTo>
                    <a:pt x="90585" y="11092"/>
                  </a:lnTo>
                  <a:lnTo>
                    <a:pt x="127558" y="117853"/>
                  </a:lnTo>
                  <a:lnTo>
                    <a:pt x="126172" y="2773"/>
                  </a:lnTo>
                  <a:lnTo>
                    <a:pt x="154364" y="0"/>
                  </a:lnTo>
                  <a:lnTo>
                    <a:pt x="156675" y="111383"/>
                  </a:lnTo>
                  <a:lnTo>
                    <a:pt x="189026" y="13865"/>
                  </a:lnTo>
                  <a:lnTo>
                    <a:pt x="211673" y="20798"/>
                  </a:lnTo>
                  <a:lnTo>
                    <a:pt x="182094" y="110458"/>
                  </a:lnTo>
                  <a:lnTo>
                    <a:pt x="246335" y="48990"/>
                  </a:lnTo>
                  <a:lnTo>
                    <a:pt x="255579" y="67477"/>
                  </a:lnTo>
                  <a:lnTo>
                    <a:pt x="204278" y="115080"/>
                  </a:lnTo>
                  <a:lnTo>
                    <a:pt x="277763" y="96593"/>
                  </a:lnTo>
                  <a:lnTo>
                    <a:pt x="288393" y="113694"/>
                  </a:lnTo>
                  <a:lnTo>
                    <a:pt x="190875" y="164070"/>
                  </a:lnTo>
                  <a:lnTo>
                    <a:pt x="98904" y="18301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1178264" y="3843345"/>
              <a:ext cx="1297446" cy="720405"/>
            </a:xfrm>
            <a:custGeom>
              <a:rect b="b" l="l" r="r" t="t"/>
              <a:pathLst>
                <a:path extrusionOk="0" h="185791" w="334609">
                  <a:moveTo>
                    <a:pt x="87812" y="169154"/>
                  </a:moveTo>
                  <a:cubicBezTo>
                    <a:pt x="85039" y="165456"/>
                    <a:pt x="0" y="85501"/>
                    <a:pt x="0" y="85501"/>
                  </a:cubicBezTo>
                  <a:lnTo>
                    <a:pt x="12941" y="71174"/>
                  </a:lnTo>
                  <a:lnTo>
                    <a:pt x="86426" y="136802"/>
                  </a:lnTo>
                  <a:lnTo>
                    <a:pt x="28192" y="38822"/>
                  </a:lnTo>
                  <a:lnTo>
                    <a:pt x="48990" y="27268"/>
                  </a:lnTo>
                  <a:lnTo>
                    <a:pt x="100753" y="120164"/>
                  </a:lnTo>
                  <a:lnTo>
                    <a:pt x="86426" y="6470"/>
                  </a:lnTo>
                  <a:lnTo>
                    <a:pt x="116004" y="0"/>
                  </a:lnTo>
                  <a:lnTo>
                    <a:pt x="135416" y="117391"/>
                  </a:lnTo>
                  <a:lnTo>
                    <a:pt x="146970" y="7857"/>
                  </a:lnTo>
                  <a:lnTo>
                    <a:pt x="166381" y="6470"/>
                  </a:lnTo>
                  <a:lnTo>
                    <a:pt x="163608" y="120164"/>
                  </a:lnTo>
                  <a:lnTo>
                    <a:pt x="217681" y="18487"/>
                  </a:lnTo>
                  <a:lnTo>
                    <a:pt x="262974" y="41595"/>
                  </a:lnTo>
                  <a:lnTo>
                    <a:pt x="202892" y="142348"/>
                  </a:lnTo>
                  <a:lnTo>
                    <a:pt x="290704" y="70250"/>
                  </a:lnTo>
                  <a:lnTo>
                    <a:pt x="305031" y="80417"/>
                  </a:lnTo>
                  <a:lnTo>
                    <a:pt x="228773" y="151129"/>
                  </a:lnTo>
                  <a:lnTo>
                    <a:pt x="329526" y="122937"/>
                  </a:lnTo>
                  <a:lnTo>
                    <a:pt x="334610" y="157599"/>
                  </a:lnTo>
                  <a:lnTo>
                    <a:pt x="241714" y="185792"/>
                  </a:lnTo>
                  <a:lnTo>
                    <a:pt x="87812" y="16915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3" name="Google Shape;243;p17"/>
          <p:cNvSpPr txBox="1"/>
          <p:nvPr>
            <p:ph idx="1" type="subTitle"/>
          </p:nvPr>
        </p:nvSpPr>
        <p:spPr>
          <a:xfrm>
            <a:off x="1068467" y="1796700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4" name="Google Shape;244;p17"/>
          <p:cNvSpPr txBox="1"/>
          <p:nvPr>
            <p:ph idx="2" type="subTitle"/>
          </p:nvPr>
        </p:nvSpPr>
        <p:spPr>
          <a:xfrm>
            <a:off x="1068467" y="2305200"/>
            <a:ext cx="20763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5" name="Google Shape;245;p17"/>
          <p:cNvSpPr txBox="1"/>
          <p:nvPr>
            <p:ph idx="3" type="subTitle"/>
          </p:nvPr>
        </p:nvSpPr>
        <p:spPr>
          <a:xfrm>
            <a:off x="3533848" y="1796700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6" name="Google Shape;246;p17"/>
          <p:cNvSpPr txBox="1"/>
          <p:nvPr>
            <p:ph idx="4" type="subTitle"/>
          </p:nvPr>
        </p:nvSpPr>
        <p:spPr>
          <a:xfrm>
            <a:off x="3533851" y="2305200"/>
            <a:ext cx="20763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17"/>
          <p:cNvSpPr txBox="1"/>
          <p:nvPr>
            <p:ph idx="5" type="subTitle"/>
          </p:nvPr>
        </p:nvSpPr>
        <p:spPr>
          <a:xfrm>
            <a:off x="5999231" y="1796700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8" name="Google Shape;248;p17"/>
          <p:cNvSpPr txBox="1"/>
          <p:nvPr>
            <p:ph idx="6" type="subTitle"/>
          </p:nvPr>
        </p:nvSpPr>
        <p:spPr>
          <a:xfrm>
            <a:off x="5999233" y="2305200"/>
            <a:ext cx="20763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49" name="Google Shape;249;p17"/>
          <p:cNvGrpSpPr/>
          <p:nvPr/>
        </p:nvGrpSpPr>
        <p:grpSpPr>
          <a:xfrm>
            <a:off x="-98100" y="3426560"/>
            <a:ext cx="2249733" cy="2019987"/>
            <a:chOff x="-98100" y="3426560"/>
            <a:chExt cx="2249733" cy="2019987"/>
          </a:xfrm>
        </p:grpSpPr>
        <p:grpSp>
          <p:nvGrpSpPr>
            <p:cNvPr id="250" name="Google Shape;250;p17"/>
            <p:cNvGrpSpPr/>
            <p:nvPr/>
          </p:nvGrpSpPr>
          <p:grpSpPr>
            <a:xfrm>
              <a:off x="1028389" y="4100655"/>
              <a:ext cx="1123244" cy="1280338"/>
              <a:chOff x="2678489" y="3277780"/>
              <a:chExt cx="1123244" cy="1280338"/>
            </a:xfrm>
          </p:grpSpPr>
          <p:sp>
            <p:nvSpPr>
              <p:cNvPr id="251" name="Google Shape;251;p17"/>
              <p:cNvSpPr/>
              <p:nvPr/>
            </p:nvSpPr>
            <p:spPr>
              <a:xfrm>
                <a:off x="2678489" y="3277780"/>
                <a:ext cx="1123244" cy="1280338"/>
              </a:xfrm>
              <a:custGeom>
                <a:rect b="b" l="l" r="r" t="t"/>
                <a:pathLst>
                  <a:path extrusionOk="0" h="584629" w="512897">
                    <a:moveTo>
                      <a:pt x="8482" y="581369"/>
                    </a:moveTo>
                    <a:cubicBezTo>
                      <a:pt x="-4559" y="552958"/>
                      <a:pt x="-3162" y="516629"/>
                      <a:pt x="16865" y="491478"/>
                    </a:cubicBezTo>
                    <a:cubicBezTo>
                      <a:pt x="31770" y="472848"/>
                      <a:pt x="56455" y="459806"/>
                      <a:pt x="65770" y="436984"/>
                    </a:cubicBezTo>
                    <a:cubicBezTo>
                      <a:pt x="78346" y="406244"/>
                      <a:pt x="68099" y="368052"/>
                      <a:pt x="55989" y="338243"/>
                    </a:cubicBezTo>
                    <a:cubicBezTo>
                      <a:pt x="49003" y="321942"/>
                      <a:pt x="42482" y="312627"/>
                      <a:pt x="47140" y="294928"/>
                    </a:cubicBezTo>
                    <a:cubicBezTo>
                      <a:pt x="52263" y="276298"/>
                      <a:pt x="67633" y="258133"/>
                      <a:pt x="88126" y="256270"/>
                    </a:cubicBezTo>
                    <a:cubicBezTo>
                      <a:pt x="150072" y="249749"/>
                      <a:pt x="128647" y="341038"/>
                      <a:pt x="124921" y="374572"/>
                    </a:cubicBezTo>
                    <a:cubicBezTo>
                      <a:pt x="122593" y="395532"/>
                      <a:pt x="114209" y="433724"/>
                      <a:pt x="140757" y="442573"/>
                    </a:cubicBezTo>
                    <a:cubicBezTo>
                      <a:pt x="167305" y="451423"/>
                      <a:pt x="204100" y="434655"/>
                      <a:pt x="219936" y="414162"/>
                    </a:cubicBezTo>
                    <a:cubicBezTo>
                      <a:pt x="259991" y="361997"/>
                      <a:pt x="246950" y="291668"/>
                      <a:pt x="221333" y="236242"/>
                    </a:cubicBezTo>
                    <a:cubicBezTo>
                      <a:pt x="196648" y="181749"/>
                      <a:pt x="153333" y="119803"/>
                      <a:pt x="168703" y="57857"/>
                    </a:cubicBezTo>
                    <a:cubicBezTo>
                      <a:pt x="174292" y="35500"/>
                      <a:pt x="191990" y="-2226"/>
                      <a:pt x="220868" y="103"/>
                    </a:cubicBezTo>
                    <a:cubicBezTo>
                      <a:pt x="253005" y="2432"/>
                      <a:pt x="259991" y="35500"/>
                      <a:pt x="259525" y="61117"/>
                    </a:cubicBezTo>
                    <a:cubicBezTo>
                      <a:pt x="259060" y="83939"/>
                      <a:pt x="249279" y="123529"/>
                      <a:pt x="268841" y="141693"/>
                    </a:cubicBezTo>
                    <a:cubicBezTo>
                      <a:pt x="282813" y="154735"/>
                      <a:pt x="301910" y="149146"/>
                      <a:pt x="316348" y="141228"/>
                    </a:cubicBezTo>
                    <a:cubicBezTo>
                      <a:pt x="339170" y="129118"/>
                      <a:pt x="400185" y="71364"/>
                      <a:pt x="416020" y="127255"/>
                    </a:cubicBezTo>
                    <a:cubicBezTo>
                      <a:pt x="422541" y="150077"/>
                      <a:pt x="397390" y="166379"/>
                      <a:pt x="385280" y="182214"/>
                    </a:cubicBezTo>
                    <a:cubicBezTo>
                      <a:pt x="364321" y="208763"/>
                      <a:pt x="355937" y="238571"/>
                      <a:pt x="345225" y="270243"/>
                    </a:cubicBezTo>
                    <a:cubicBezTo>
                      <a:pt x="329855" y="315887"/>
                      <a:pt x="277224" y="354079"/>
                      <a:pt x="274430" y="403449"/>
                    </a:cubicBezTo>
                    <a:cubicBezTo>
                      <a:pt x="271169" y="464930"/>
                      <a:pt x="360129" y="397860"/>
                      <a:pt x="376431" y="381559"/>
                    </a:cubicBezTo>
                    <a:cubicBezTo>
                      <a:pt x="395061" y="362463"/>
                      <a:pt x="408102" y="340572"/>
                      <a:pt x="429993" y="324737"/>
                    </a:cubicBezTo>
                    <a:cubicBezTo>
                      <a:pt x="449555" y="310764"/>
                      <a:pt x="480761" y="300051"/>
                      <a:pt x="501254" y="319147"/>
                    </a:cubicBezTo>
                    <a:cubicBezTo>
                      <a:pt x="523145" y="339175"/>
                      <a:pt x="509638" y="376901"/>
                      <a:pt x="497528" y="398792"/>
                    </a:cubicBezTo>
                    <a:cubicBezTo>
                      <a:pt x="479829" y="431395"/>
                      <a:pt x="451884" y="451423"/>
                      <a:pt x="420212" y="469122"/>
                    </a:cubicBezTo>
                    <a:cubicBezTo>
                      <a:pt x="386678" y="487752"/>
                      <a:pt x="340568" y="498930"/>
                      <a:pt x="301910" y="497998"/>
                    </a:cubicBezTo>
                    <a:cubicBezTo>
                      <a:pt x="283279" y="497533"/>
                      <a:pt x="266512" y="497533"/>
                      <a:pt x="248347" y="498464"/>
                    </a:cubicBezTo>
                    <a:cubicBezTo>
                      <a:pt x="232046" y="499396"/>
                      <a:pt x="216676" y="492875"/>
                      <a:pt x="200374" y="492875"/>
                    </a:cubicBezTo>
                    <a:cubicBezTo>
                      <a:pt x="155661" y="492875"/>
                      <a:pt x="95113" y="508245"/>
                      <a:pt x="73222" y="550163"/>
                    </a:cubicBezTo>
                    <a:cubicBezTo>
                      <a:pt x="62976" y="569725"/>
                      <a:pt x="51332" y="584164"/>
                      <a:pt x="28509" y="584630"/>
                    </a:cubicBezTo>
                    <a:cubicBezTo>
                      <a:pt x="22920" y="584164"/>
                      <a:pt x="11276" y="583698"/>
                      <a:pt x="8482" y="5813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7"/>
              <p:cNvSpPr/>
              <p:nvPr/>
            </p:nvSpPr>
            <p:spPr>
              <a:xfrm>
                <a:off x="3342800" y="3770721"/>
                <a:ext cx="46919" cy="45900"/>
              </a:xfrm>
              <a:custGeom>
                <a:rect b="b" l="l" r="r" t="t"/>
                <a:pathLst>
                  <a:path extrusionOk="0" h="20959" w="21424">
                    <a:moveTo>
                      <a:pt x="20959" y="7452"/>
                    </a:moveTo>
                    <a:cubicBezTo>
                      <a:pt x="20493" y="5589"/>
                      <a:pt x="19562" y="4192"/>
                      <a:pt x="18165" y="2794"/>
                    </a:cubicBezTo>
                    <a:lnTo>
                      <a:pt x="15836" y="1397"/>
                    </a:lnTo>
                    <a:cubicBezTo>
                      <a:pt x="14438" y="466"/>
                      <a:pt x="12576" y="0"/>
                      <a:pt x="10712" y="0"/>
                    </a:cubicBezTo>
                    <a:cubicBezTo>
                      <a:pt x="9315" y="0"/>
                      <a:pt x="7918" y="466"/>
                      <a:pt x="6521" y="932"/>
                    </a:cubicBezTo>
                    <a:cubicBezTo>
                      <a:pt x="5123" y="1397"/>
                      <a:pt x="4192" y="1863"/>
                      <a:pt x="3260" y="3260"/>
                    </a:cubicBezTo>
                    <a:cubicBezTo>
                      <a:pt x="2329" y="4192"/>
                      <a:pt x="1397" y="5123"/>
                      <a:pt x="932" y="6521"/>
                    </a:cubicBezTo>
                    <a:cubicBezTo>
                      <a:pt x="466" y="7918"/>
                      <a:pt x="0" y="9315"/>
                      <a:pt x="0" y="10712"/>
                    </a:cubicBezTo>
                    <a:lnTo>
                      <a:pt x="466" y="13507"/>
                    </a:lnTo>
                    <a:cubicBezTo>
                      <a:pt x="932" y="15370"/>
                      <a:pt x="1863" y="16767"/>
                      <a:pt x="3260" y="18165"/>
                    </a:cubicBezTo>
                    <a:lnTo>
                      <a:pt x="5589" y="19562"/>
                    </a:lnTo>
                    <a:cubicBezTo>
                      <a:pt x="6986" y="20493"/>
                      <a:pt x="8850" y="20959"/>
                      <a:pt x="10712" y="20959"/>
                    </a:cubicBezTo>
                    <a:cubicBezTo>
                      <a:pt x="12110" y="20959"/>
                      <a:pt x="13507" y="20493"/>
                      <a:pt x="14904" y="20028"/>
                    </a:cubicBezTo>
                    <a:cubicBezTo>
                      <a:pt x="16302" y="19562"/>
                      <a:pt x="17233" y="19096"/>
                      <a:pt x="18165" y="17699"/>
                    </a:cubicBezTo>
                    <a:cubicBezTo>
                      <a:pt x="19096" y="16767"/>
                      <a:pt x="20028" y="15836"/>
                      <a:pt x="20493" y="14438"/>
                    </a:cubicBezTo>
                    <a:cubicBezTo>
                      <a:pt x="20959" y="13041"/>
                      <a:pt x="21425" y="11644"/>
                      <a:pt x="21425" y="10247"/>
                    </a:cubicBezTo>
                    <a:lnTo>
                      <a:pt x="20959" y="745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7"/>
              <p:cNvSpPr/>
              <p:nvPr/>
            </p:nvSpPr>
            <p:spPr>
              <a:xfrm>
                <a:off x="3386919" y="3642185"/>
                <a:ext cx="37869" cy="38759"/>
              </a:xfrm>
              <a:custGeom>
                <a:rect b="b" l="l" r="r" t="t"/>
                <a:pathLst>
                  <a:path extrusionOk="0" h="17698" w="17292">
                    <a:moveTo>
                      <a:pt x="8733" y="0"/>
                    </a:moveTo>
                    <a:cubicBezTo>
                      <a:pt x="-2911" y="0"/>
                      <a:pt x="-2911" y="17699"/>
                      <a:pt x="8733" y="17699"/>
                    </a:cubicBezTo>
                    <a:cubicBezTo>
                      <a:pt x="19911" y="17699"/>
                      <a:pt x="20377" y="0"/>
                      <a:pt x="87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7"/>
              <p:cNvSpPr/>
              <p:nvPr/>
            </p:nvSpPr>
            <p:spPr>
              <a:xfrm>
                <a:off x="3487657" y="3557516"/>
                <a:ext cx="52019" cy="53040"/>
              </a:xfrm>
              <a:custGeom>
                <a:rect b="b" l="l" r="r" t="t"/>
                <a:pathLst>
                  <a:path extrusionOk="0" h="24219" w="23753">
                    <a:moveTo>
                      <a:pt x="23288" y="9315"/>
                    </a:moveTo>
                    <a:cubicBezTo>
                      <a:pt x="22822" y="7452"/>
                      <a:pt x="21425" y="5589"/>
                      <a:pt x="20028" y="3726"/>
                    </a:cubicBezTo>
                    <a:cubicBezTo>
                      <a:pt x="19096" y="3260"/>
                      <a:pt x="18164" y="2329"/>
                      <a:pt x="17699" y="1863"/>
                    </a:cubicBezTo>
                    <a:cubicBezTo>
                      <a:pt x="15836" y="932"/>
                      <a:pt x="13507" y="0"/>
                      <a:pt x="11644" y="0"/>
                    </a:cubicBezTo>
                    <a:cubicBezTo>
                      <a:pt x="9781" y="0"/>
                      <a:pt x="8384" y="466"/>
                      <a:pt x="6986" y="932"/>
                    </a:cubicBezTo>
                    <a:cubicBezTo>
                      <a:pt x="5589" y="1398"/>
                      <a:pt x="4192" y="2329"/>
                      <a:pt x="3260" y="3260"/>
                    </a:cubicBezTo>
                    <a:cubicBezTo>
                      <a:pt x="1863" y="4192"/>
                      <a:pt x="1397" y="5589"/>
                      <a:pt x="932" y="6986"/>
                    </a:cubicBezTo>
                    <a:cubicBezTo>
                      <a:pt x="0" y="8384"/>
                      <a:pt x="0" y="10247"/>
                      <a:pt x="0" y="11644"/>
                    </a:cubicBezTo>
                    <a:cubicBezTo>
                      <a:pt x="0" y="12576"/>
                      <a:pt x="466" y="13973"/>
                      <a:pt x="466" y="14904"/>
                    </a:cubicBezTo>
                    <a:cubicBezTo>
                      <a:pt x="932" y="16767"/>
                      <a:pt x="2329" y="18630"/>
                      <a:pt x="3726" y="20493"/>
                    </a:cubicBezTo>
                    <a:cubicBezTo>
                      <a:pt x="4658" y="20959"/>
                      <a:pt x="5589" y="21891"/>
                      <a:pt x="6055" y="22357"/>
                    </a:cubicBezTo>
                    <a:cubicBezTo>
                      <a:pt x="7918" y="23288"/>
                      <a:pt x="10247" y="24219"/>
                      <a:pt x="12110" y="24219"/>
                    </a:cubicBezTo>
                    <a:cubicBezTo>
                      <a:pt x="13973" y="24219"/>
                      <a:pt x="15370" y="23754"/>
                      <a:pt x="16767" y="23288"/>
                    </a:cubicBezTo>
                    <a:cubicBezTo>
                      <a:pt x="18164" y="22822"/>
                      <a:pt x="19562" y="21891"/>
                      <a:pt x="20493" y="20959"/>
                    </a:cubicBezTo>
                    <a:cubicBezTo>
                      <a:pt x="21891" y="20028"/>
                      <a:pt x="22356" y="18630"/>
                      <a:pt x="22822" y="17233"/>
                    </a:cubicBezTo>
                    <a:cubicBezTo>
                      <a:pt x="23754" y="15836"/>
                      <a:pt x="23754" y="13973"/>
                      <a:pt x="23754" y="12576"/>
                    </a:cubicBezTo>
                    <a:cubicBezTo>
                      <a:pt x="23754" y="11178"/>
                      <a:pt x="23754" y="10247"/>
                      <a:pt x="23288" y="9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7"/>
              <p:cNvSpPr/>
              <p:nvPr/>
            </p:nvSpPr>
            <p:spPr>
              <a:xfrm>
                <a:off x="3238749" y="3693191"/>
                <a:ext cx="18359" cy="19379"/>
              </a:xfrm>
              <a:custGeom>
                <a:rect b="b" l="l" r="r" t="t"/>
                <a:pathLst>
                  <a:path extrusionOk="0" h="8849" w="8383">
                    <a:moveTo>
                      <a:pt x="4192" y="0"/>
                    </a:moveTo>
                    <a:cubicBezTo>
                      <a:pt x="-1397" y="0"/>
                      <a:pt x="-1397" y="8849"/>
                      <a:pt x="4192" y="8849"/>
                    </a:cubicBezTo>
                    <a:cubicBezTo>
                      <a:pt x="9781" y="8849"/>
                      <a:pt x="9781" y="0"/>
                      <a:pt x="419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7"/>
              <p:cNvSpPr/>
              <p:nvPr/>
            </p:nvSpPr>
            <p:spPr>
              <a:xfrm>
                <a:off x="3130615" y="3616682"/>
                <a:ext cx="27539" cy="27539"/>
              </a:xfrm>
              <a:custGeom>
                <a:rect b="b" l="l" r="r" t="t"/>
                <a:pathLst>
                  <a:path extrusionOk="0" h="12575" w="12575">
                    <a:moveTo>
                      <a:pt x="12576" y="4658"/>
                    </a:moveTo>
                    <a:cubicBezTo>
                      <a:pt x="12110" y="3726"/>
                      <a:pt x="11644" y="2794"/>
                      <a:pt x="10712" y="1863"/>
                    </a:cubicBezTo>
                    <a:cubicBezTo>
                      <a:pt x="10247" y="1397"/>
                      <a:pt x="9781" y="1397"/>
                      <a:pt x="9315" y="931"/>
                    </a:cubicBezTo>
                    <a:cubicBezTo>
                      <a:pt x="8384" y="466"/>
                      <a:pt x="7452" y="0"/>
                      <a:pt x="6055" y="0"/>
                    </a:cubicBezTo>
                    <a:cubicBezTo>
                      <a:pt x="5123" y="0"/>
                      <a:pt x="4192" y="0"/>
                      <a:pt x="3726" y="466"/>
                    </a:cubicBezTo>
                    <a:cubicBezTo>
                      <a:pt x="2794" y="931"/>
                      <a:pt x="2329" y="931"/>
                      <a:pt x="1863" y="1863"/>
                    </a:cubicBezTo>
                    <a:cubicBezTo>
                      <a:pt x="1397" y="2329"/>
                      <a:pt x="932" y="3260"/>
                      <a:pt x="466" y="3726"/>
                    </a:cubicBezTo>
                    <a:cubicBezTo>
                      <a:pt x="0" y="4658"/>
                      <a:pt x="0" y="5123"/>
                      <a:pt x="0" y="6055"/>
                    </a:cubicBezTo>
                    <a:cubicBezTo>
                      <a:pt x="0" y="6520"/>
                      <a:pt x="0" y="6986"/>
                      <a:pt x="0" y="7918"/>
                    </a:cubicBezTo>
                    <a:cubicBezTo>
                      <a:pt x="466" y="8849"/>
                      <a:pt x="932" y="9781"/>
                      <a:pt x="1863" y="10712"/>
                    </a:cubicBezTo>
                    <a:cubicBezTo>
                      <a:pt x="2329" y="11178"/>
                      <a:pt x="2794" y="11178"/>
                      <a:pt x="3260" y="11644"/>
                    </a:cubicBezTo>
                    <a:cubicBezTo>
                      <a:pt x="4192" y="12110"/>
                      <a:pt x="5123" y="12575"/>
                      <a:pt x="6520" y="12575"/>
                    </a:cubicBezTo>
                    <a:cubicBezTo>
                      <a:pt x="7452" y="12575"/>
                      <a:pt x="8384" y="12575"/>
                      <a:pt x="8849" y="12110"/>
                    </a:cubicBezTo>
                    <a:cubicBezTo>
                      <a:pt x="9781" y="11644"/>
                      <a:pt x="10247" y="11644"/>
                      <a:pt x="10712" y="10712"/>
                    </a:cubicBezTo>
                    <a:cubicBezTo>
                      <a:pt x="11178" y="10246"/>
                      <a:pt x="11644" y="9315"/>
                      <a:pt x="12110" y="8849"/>
                    </a:cubicBezTo>
                    <a:cubicBezTo>
                      <a:pt x="12576" y="7918"/>
                      <a:pt x="12576" y="7452"/>
                      <a:pt x="12576" y="6520"/>
                    </a:cubicBezTo>
                    <a:lnTo>
                      <a:pt x="12576" y="465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7"/>
              <p:cNvSpPr/>
              <p:nvPr/>
            </p:nvSpPr>
            <p:spPr>
              <a:xfrm>
                <a:off x="3166830" y="3448364"/>
                <a:ext cx="34044" cy="35699"/>
              </a:xfrm>
              <a:custGeom>
                <a:rect b="b" l="l" r="r" t="t"/>
                <a:pathLst>
                  <a:path extrusionOk="0" h="16301" w="15545">
                    <a:moveTo>
                      <a:pt x="7685" y="0"/>
                    </a:moveTo>
                    <a:cubicBezTo>
                      <a:pt x="-2562" y="0"/>
                      <a:pt x="-2562" y="16302"/>
                      <a:pt x="7685" y="16302"/>
                    </a:cubicBezTo>
                    <a:cubicBezTo>
                      <a:pt x="17932" y="16302"/>
                      <a:pt x="18397" y="0"/>
                      <a:pt x="76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7"/>
              <p:cNvSpPr/>
              <p:nvPr/>
            </p:nvSpPr>
            <p:spPr>
              <a:xfrm>
                <a:off x="3103073" y="3390218"/>
                <a:ext cx="21164" cy="21418"/>
              </a:xfrm>
              <a:custGeom>
                <a:rect b="b" l="l" r="r" t="t"/>
                <a:pathLst>
                  <a:path extrusionOk="0" h="9780" w="9664">
                    <a:moveTo>
                      <a:pt x="9315" y="3726"/>
                    </a:moveTo>
                    <a:cubicBezTo>
                      <a:pt x="9315" y="2794"/>
                      <a:pt x="8850" y="2329"/>
                      <a:pt x="7918" y="1397"/>
                    </a:cubicBezTo>
                    <a:cubicBezTo>
                      <a:pt x="7452" y="932"/>
                      <a:pt x="7452" y="932"/>
                      <a:pt x="6986" y="466"/>
                    </a:cubicBezTo>
                    <a:cubicBezTo>
                      <a:pt x="6055" y="0"/>
                      <a:pt x="5589" y="0"/>
                      <a:pt x="4658" y="0"/>
                    </a:cubicBezTo>
                    <a:cubicBezTo>
                      <a:pt x="4192" y="0"/>
                      <a:pt x="3260" y="0"/>
                      <a:pt x="2794" y="466"/>
                    </a:cubicBezTo>
                    <a:cubicBezTo>
                      <a:pt x="2329" y="466"/>
                      <a:pt x="1863" y="932"/>
                      <a:pt x="1397" y="1397"/>
                    </a:cubicBezTo>
                    <a:cubicBezTo>
                      <a:pt x="932" y="1863"/>
                      <a:pt x="466" y="2329"/>
                      <a:pt x="466" y="2794"/>
                    </a:cubicBezTo>
                    <a:cubicBezTo>
                      <a:pt x="0" y="3260"/>
                      <a:pt x="0" y="4192"/>
                      <a:pt x="0" y="4658"/>
                    </a:cubicBezTo>
                    <a:cubicBezTo>
                      <a:pt x="0" y="5123"/>
                      <a:pt x="0" y="5589"/>
                      <a:pt x="0" y="6055"/>
                    </a:cubicBezTo>
                    <a:cubicBezTo>
                      <a:pt x="0" y="6986"/>
                      <a:pt x="466" y="7452"/>
                      <a:pt x="1397" y="8384"/>
                    </a:cubicBezTo>
                    <a:cubicBezTo>
                      <a:pt x="1863" y="8849"/>
                      <a:pt x="1863" y="8849"/>
                      <a:pt x="2329" y="9315"/>
                    </a:cubicBezTo>
                    <a:cubicBezTo>
                      <a:pt x="3260" y="9781"/>
                      <a:pt x="3726" y="9781"/>
                      <a:pt x="4658" y="9781"/>
                    </a:cubicBezTo>
                    <a:cubicBezTo>
                      <a:pt x="5123" y="9781"/>
                      <a:pt x="6055" y="9781"/>
                      <a:pt x="6521" y="9315"/>
                    </a:cubicBezTo>
                    <a:cubicBezTo>
                      <a:pt x="6986" y="9315"/>
                      <a:pt x="7452" y="8849"/>
                      <a:pt x="7918" y="8384"/>
                    </a:cubicBezTo>
                    <a:cubicBezTo>
                      <a:pt x="8384" y="7918"/>
                      <a:pt x="8850" y="7452"/>
                      <a:pt x="8850" y="6986"/>
                    </a:cubicBezTo>
                    <a:cubicBezTo>
                      <a:pt x="9315" y="6520"/>
                      <a:pt x="9315" y="5589"/>
                      <a:pt x="9315" y="5123"/>
                    </a:cubicBezTo>
                    <a:cubicBezTo>
                      <a:pt x="9781" y="4658"/>
                      <a:pt x="9781" y="4192"/>
                      <a:pt x="9315" y="372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7"/>
              <p:cNvSpPr/>
              <p:nvPr/>
            </p:nvSpPr>
            <p:spPr>
              <a:xfrm>
                <a:off x="3160709" y="3332072"/>
                <a:ext cx="21418" cy="21418"/>
              </a:xfrm>
              <a:custGeom>
                <a:rect b="b" l="l" r="r" t="t"/>
                <a:pathLst>
                  <a:path extrusionOk="0" h="9780" w="9780">
                    <a:moveTo>
                      <a:pt x="4891" y="0"/>
                    </a:moveTo>
                    <a:cubicBezTo>
                      <a:pt x="-1630" y="0"/>
                      <a:pt x="-1630" y="9781"/>
                      <a:pt x="4891" y="9781"/>
                    </a:cubicBezTo>
                    <a:cubicBezTo>
                      <a:pt x="11411" y="9781"/>
                      <a:pt x="11411" y="0"/>
                      <a:pt x="48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7"/>
              <p:cNvSpPr/>
              <p:nvPr/>
            </p:nvSpPr>
            <p:spPr>
              <a:xfrm>
                <a:off x="3215285" y="3797242"/>
                <a:ext cx="22439" cy="23459"/>
              </a:xfrm>
              <a:custGeom>
                <a:rect b="b" l="l" r="r" t="t"/>
                <a:pathLst>
                  <a:path extrusionOk="0" h="10712" w="10246">
                    <a:moveTo>
                      <a:pt x="10247" y="4192"/>
                    </a:moveTo>
                    <a:cubicBezTo>
                      <a:pt x="9781" y="3260"/>
                      <a:pt x="9781" y="2329"/>
                      <a:pt x="8850" y="1863"/>
                    </a:cubicBezTo>
                    <a:cubicBezTo>
                      <a:pt x="8384" y="1398"/>
                      <a:pt x="8384" y="1398"/>
                      <a:pt x="7918" y="932"/>
                    </a:cubicBezTo>
                    <a:cubicBezTo>
                      <a:pt x="6986" y="466"/>
                      <a:pt x="6055" y="0"/>
                      <a:pt x="5123" y="0"/>
                    </a:cubicBezTo>
                    <a:cubicBezTo>
                      <a:pt x="4192" y="0"/>
                      <a:pt x="3726" y="0"/>
                      <a:pt x="3260" y="466"/>
                    </a:cubicBezTo>
                    <a:cubicBezTo>
                      <a:pt x="2794" y="466"/>
                      <a:pt x="1863" y="932"/>
                      <a:pt x="1397" y="1398"/>
                    </a:cubicBezTo>
                    <a:cubicBezTo>
                      <a:pt x="932" y="1863"/>
                      <a:pt x="466" y="2329"/>
                      <a:pt x="466" y="3260"/>
                    </a:cubicBezTo>
                    <a:cubicBezTo>
                      <a:pt x="0" y="3726"/>
                      <a:pt x="0" y="4658"/>
                      <a:pt x="0" y="5124"/>
                    </a:cubicBezTo>
                    <a:lnTo>
                      <a:pt x="0" y="6521"/>
                    </a:lnTo>
                    <a:cubicBezTo>
                      <a:pt x="466" y="7452"/>
                      <a:pt x="466" y="8384"/>
                      <a:pt x="1397" y="8850"/>
                    </a:cubicBezTo>
                    <a:cubicBezTo>
                      <a:pt x="1863" y="9315"/>
                      <a:pt x="1863" y="9315"/>
                      <a:pt x="2329" y="9781"/>
                    </a:cubicBezTo>
                    <a:cubicBezTo>
                      <a:pt x="3260" y="10247"/>
                      <a:pt x="4192" y="10713"/>
                      <a:pt x="5123" y="10713"/>
                    </a:cubicBezTo>
                    <a:cubicBezTo>
                      <a:pt x="6055" y="10713"/>
                      <a:pt x="6521" y="10713"/>
                      <a:pt x="6986" y="10247"/>
                    </a:cubicBezTo>
                    <a:cubicBezTo>
                      <a:pt x="7452" y="10247"/>
                      <a:pt x="8384" y="9781"/>
                      <a:pt x="8850" y="9315"/>
                    </a:cubicBezTo>
                    <a:cubicBezTo>
                      <a:pt x="9315" y="8850"/>
                      <a:pt x="9781" y="8384"/>
                      <a:pt x="9781" y="7452"/>
                    </a:cubicBezTo>
                    <a:cubicBezTo>
                      <a:pt x="10247" y="6986"/>
                      <a:pt x="10247" y="6055"/>
                      <a:pt x="10247" y="5589"/>
                    </a:cubicBezTo>
                    <a:cubicBezTo>
                      <a:pt x="10247" y="5124"/>
                      <a:pt x="10247" y="4658"/>
                      <a:pt x="10247" y="419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7"/>
              <p:cNvSpPr/>
              <p:nvPr/>
            </p:nvSpPr>
            <p:spPr>
              <a:xfrm>
                <a:off x="3295874" y="3907415"/>
                <a:ext cx="31619" cy="30599"/>
              </a:xfrm>
              <a:custGeom>
                <a:rect b="b" l="l" r="r" t="t"/>
                <a:pathLst>
                  <a:path extrusionOk="0" h="13972" w="14438">
                    <a:moveTo>
                      <a:pt x="13973" y="5123"/>
                    </a:moveTo>
                    <a:cubicBezTo>
                      <a:pt x="13507" y="3726"/>
                      <a:pt x="13041" y="2794"/>
                      <a:pt x="12110" y="1863"/>
                    </a:cubicBezTo>
                    <a:lnTo>
                      <a:pt x="10712" y="931"/>
                    </a:lnTo>
                    <a:cubicBezTo>
                      <a:pt x="9781" y="466"/>
                      <a:pt x="8384" y="0"/>
                      <a:pt x="6986" y="0"/>
                    </a:cubicBezTo>
                    <a:cubicBezTo>
                      <a:pt x="6055" y="0"/>
                      <a:pt x="5123" y="0"/>
                      <a:pt x="4192" y="466"/>
                    </a:cubicBezTo>
                    <a:cubicBezTo>
                      <a:pt x="3260" y="931"/>
                      <a:pt x="2329" y="1397"/>
                      <a:pt x="1863" y="1863"/>
                    </a:cubicBezTo>
                    <a:cubicBezTo>
                      <a:pt x="1397" y="2329"/>
                      <a:pt x="466" y="3260"/>
                      <a:pt x="466" y="4192"/>
                    </a:cubicBezTo>
                    <a:cubicBezTo>
                      <a:pt x="0" y="5123"/>
                      <a:pt x="0" y="6055"/>
                      <a:pt x="0" y="6986"/>
                    </a:cubicBezTo>
                    <a:cubicBezTo>
                      <a:pt x="0" y="7452"/>
                      <a:pt x="0" y="8384"/>
                      <a:pt x="466" y="8849"/>
                    </a:cubicBezTo>
                    <a:cubicBezTo>
                      <a:pt x="931" y="10246"/>
                      <a:pt x="1397" y="11178"/>
                      <a:pt x="2329" y="12110"/>
                    </a:cubicBezTo>
                    <a:cubicBezTo>
                      <a:pt x="2794" y="12575"/>
                      <a:pt x="3260" y="13041"/>
                      <a:pt x="3726" y="13041"/>
                    </a:cubicBezTo>
                    <a:cubicBezTo>
                      <a:pt x="4658" y="13507"/>
                      <a:pt x="6055" y="13973"/>
                      <a:pt x="7452" y="13973"/>
                    </a:cubicBezTo>
                    <a:cubicBezTo>
                      <a:pt x="8384" y="13973"/>
                      <a:pt x="9315" y="13973"/>
                      <a:pt x="10246" y="13507"/>
                    </a:cubicBezTo>
                    <a:cubicBezTo>
                      <a:pt x="11178" y="13041"/>
                      <a:pt x="12110" y="12575"/>
                      <a:pt x="12575" y="12110"/>
                    </a:cubicBezTo>
                    <a:cubicBezTo>
                      <a:pt x="13041" y="11644"/>
                      <a:pt x="13973" y="10712"/>
                      <a:pt x="13973" y="9781"/>
                    </a:cubicBezTo>
                    <a:cubicBezTo>
                      <a:pt x="14438" y="8849"/>
                      <a:pt x="14438" y="7918"/>
                      <a:pt x="14438" y="6986"/>
                    </a:cubicBezTo>
                    <a:cubicBezTo>
                      <a:pt x="14438" y="6055"/>
                      <a:pt x="13973" y="5589"/>
                      <a:pt x="13973" y="512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7"/>
              <p:cNvSpPr/>
              <p:nvPr/>
            </p:nvSpPr>
            <p:spPr>
              <a:xfrm>
                <a:off x="3240023" y="4103278"/>
                <a:ext cx="19890" cy="21420"/>
              </a:xfrm>
              <a:custGeom>
                <a:rect b="b" l="l" r="r" t="t"/>
                <a:pathLst>
                  <a:path extrusionOk="0" h="9781" w="9082">
                    <a:moveTo>
                      <a:pt x="4541" y="0"/>
                    </a:moveTo>
                    <a:cubicBezTo>
                      <a:pt x="-1514" y="0"/>
                      <a:pt x="-1514" y="9781"/>
                      <a:pt x="4541" y="9781"/>
                    </a:cubicBezTo>
                    <a:cubicBezTo>
                      <a:pt x="10596" y="9781"/>
                      <a:pt x="10596" y="0"/>
                      <a:pt x="45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7"/>
              <p:cNvSpPr/>
              <p:nvPr/>
            </p:nvSpPr>
            <p:spPr>
              <a:xfrm>
                <a:off x="3433591" y="4278736"/>
                <a:ext cx="52019" cy="50999"/>
              </a:xfrm>
              <a:custGeom>
                <a:rect b="b" l="l" r="r" t="t"/>
                <a:pathLst>
                  <a:path extrusionOk="0" h="23287" w="23753">
                    <a:moveTo>
                      <a:pt x="23288" y="8384"/>
                    </a:moveTo>
                    <a:cubicBezTo>
                      <a:pt x="22822" y="6521"/>
                      <a:pt x="21890" y="4658"/>
                      <a:pt x="20028" y="3260"/>
                    </a:cubicBezTo>
                    <a:cubicBezTo>
                      <a:pt x="19096" y="2795"/>
                      <a:pt x="18630" y="1863"/>
                      <a:pt x="17699" y="1397"/>
                    </a:cubicBezTo>
                    <a:cubicBezTo>
                      <a:pt x="15836" y="466"/>
                      <a:pt x="13973" y="0"/>
                      <a:pt x="11644" y="0"/>
                    </a:cubicBezTo>
                    <a:cubicBezTo>
                      <a:pt x="9781" y="0"/>
                      <a:pt x="8384" y="466"/>
                      <a:pt x="6986" y="932"/>
                    </a:cubicBezTo>
                    <a:cubicBezTo>
                      <a:pt x="5589" y="1397"/>
                      <a:pt x="4192" y="2329"/>
                      <a:pt x="3260" y="3260"/>
                    </a:cubicBezTo>
                    <a:cubicBezTo>
                      <a:pt x="2329" y="4192"/>
                      <a:pt x="1397" y="5589"/>
                      <a:pt x="931" y="6986"/>
                    </a:cubicBezTo>
                    <a:cubicBezTo>
                      <a:pt x="0" y="8384"/>
                      <a:pt x="0" y="9781"/>
                      <a:pt x="0" y="11644"/>
                    </a:cubicBezTo>
                    <a:cubicBezTo>
                      <a:pt x="0" y="12576"/>
                      <a:pt x="466" y="13973"/>
                      <a:pt x="466" y="14904"/>
                    </a:cubicBezTo>
                    <a:cubicBezTo>
                      <a:pt x="931" y="16767"/>
                      <a:pt x="1863" y="18630"/>
                      <a:pt x="3726" y="20028"/>
                    </a:cubicBezTo>
                    <a:cubicBezTo>
                      <a:pt x="4658" y="20493"/>
                      <a:pt x="5123" y="21425"/>
                      <a:pt x="6055" y="21891"/>
                    </a:cubicBezTo>
                    <a:cubicBezTo>
                      <a:pt x="7918" y="22822"/>
                      <a:pt x="9781" y="23288"/>
                      <a:pt x="12110" y="23288"/>
                    </a:cubicBezTo>
                    <a:cubicBezTo>
                      <a:pt x="13973" y="23288"/>
                      <a:pt x="15370" y="22822"/>
                      <a:pt x="16767" y="22356"/>
                    </a:cubicBezTo>
                    <a:cubicBezTo>
                      <a:pt x="18164" y="21891"/>
                      <a:pt x="19562" y="20959"/>
                      <a:pt x="20493" y="20028"/>
                    </a:cubicBezTo>
                    <a:cubicBezTo>
                      <a:pt x="21425" y="19096"/>
                      <a:pt x="22356" y="17699"/>
                      <a:pt x="22822" y="16302"/>
                    </a:cubicBezTo>
                    <a:cubicBezTo>
                      <a:pt x="23754" y="14904"/>
                      <a:pt x="23754" y="13507"/>
                      <a:pt x="23754" y="11644"/>
                    </a:cubicBezTo>
                    <a:cubicBezTo>
                      <a:pt x="23754" y="10247"/>
                      <a:pt x="23288" y="9315"/>
                      <a:pt x="23288" y="838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7"/>
              <p:cNvSpPr/>
              <p:nvPr/>
            </p:nvSpPr>
            <p:spPr>
              <a:xfrm>
                <a:off x="3509079" y="4174685"/>
                <a:ext cx="29580" cy="28560"/>
              </a:xfrm>
              <a:custGeom>
                <a:rect b="b" l="l" r="r" t="t"/>
                <a:pathLst>
                  <a:path extrusionOk="0" h="13041" w="13507">
                    <a:moveTo>
                      <a:pt x="13041" y="4658"/>
                    </a:moveTo>
                    <a:cubicBezTo>
                      <a:pt x="12576" y="3726"/>
                      <a:pt x="12110" y="2329"/>
                      <a:pt x="11178" y="1863"/>
                    </a:cubicBezTo>
                    <a:cubicBezTo>
                      <a:pt x="10712" y="1398"/>
                      <a:pt x="10247" y="1398"/>
                      <a:pt x="9781" y="932"/>
                    </a:cubicBezTo>
                    <a:cubicBezTo>
                      <a:pt x="8850" y="466"/>
                      <a:pt x="7452" y="0"/>
                      <a:pt x="6521" y="0"/>
                    </a:cubicBezTo>
                    <a:cubicBezTo>
                      <a:pt x="5589" y="0"/>
                      <a:pt x="4658" y="0"/>
                      <a:pt x="4192" y="466"/>
                    </a:cubicBezTo>
                    <a:cubicBezTo>
                      <a:pt x="3260" y="932"/>
                      <a:pt x="2795" y="1398"/>
                      <a:pt x="1863" y="1863"/>
                    </a:cubicBezTo>
                    <a:cubicBezTo>
                      <a:pt x="1397" y="2329"/>
                      <a:pt x="932" y="3260"/>
                      <a:pt x="466" y="4192"/>
                    </a:cubicBezTo>
                    <a:cubicBezTo>
                      <a:pt x="0" y="5124"/>
                      <a:pt x="0" y="6055"/>
                      <a:pt x="0" y="6521"/>
                    </a:cubicBezTo>
                    <a:cubicBezTo>
                      <a:pt x="0" y="6986"/>
                      <a:pt x="0" y="7918"/>
                      <a:pt x="466" y="8384"/>
                    </a:cubicBezTo>
                    <a:cubicBezTo>
                      <a:pt x="932" y="9315"/>
                      <a:pt x="1397" y="10713"/>
                      <a:pt x="2329" y="11178"/>
                    </a:cubicBezTo>
                    <a:cubicBezTo>
                      <a:pt x="2795" y="11644"/>
                      <a:pt x="3260" y="11644"/>
                      <a:pt x="3726" y="12110"/>
                    </a:cubicBezTo>
                    <a:cubicBezTo>
                      <a:pt x="4658" y="12576"/>
                      <a:pt x="6055" y="13041"/>
                      <a:pt x="6986" y="13041"/>
                    </a:cubicBezTo>
                    <a:cubicBezTo>
                      <a:pt x="7918" y="13041"/>
                      <a:pt x="8850" y="13041"/>
                      <a:pt x="9315" y="12576"/>
                    </a:cubicBezTo>
                    <a:cubicBezTo>
                      <a:pt x="10247" y="12110"/>
                      <a:pt x="10712" y="11644"/>
                      <a:pt x="11644" y="11178"/>
                    </a:cubicBezTo>
                    <a:cubicBezTo>
                      <a:pt x="12110" y="10713"/>
                      <a:pt x="12576" y="9781"/>
                      <a:pt x="13041" y="8850"/>
                    </a:cubicBezTo>
                    <a:cubicBezTo>
                      <a:pt x="13507" y="7918"/>
                      <a:pt x="13507" y="6986"/>
                      <a:pt x="13507" y="6521"/>
                    </a:cubicBezTo>
                    <a:cubicBezTo>
                      <a:pt x="13041" y="5589"/>
                      <a:pt x="13041" y="5124"/>
                      <a:pt x="13041" y="46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7"/>
              <p:cNvSpPr/>
              <p:nvPr/>
            </p:nvSpPr>
            <p:spPr>
              <a:xfrm>
                <a:off x="3600889" y="4195087"/>
                <a:ext cx="21164" cy="20400"/>
              </a:xfrm>
              <a:custGeom>
                <a:rect b="b" l="l" r="r" t="t"/>
                <a:pathLst>
                  <a:path extrusionOk="0" h="9315" w="9664">
                    <a:moveTo>
                      <a:pt x="9315" y="3260"/>
                    </a:moveTo>
                    <a:cubicBezTo>
                      <a:pt x="9315" y="2329"/>
                      <a:pt x="8850" y="1863"/>
                      <a:pt x="7918" y="1398"/>
                    </a:cubicBezTo>
                    <a:cubicBezTo>
                      <a:pt x="7452" y="932"/>
                      <a:pt x="7452" y="932"/>
                      <a:pt x="6986" y="466"/>
                    </a:cubicBezTo>
                    <a:cubicBezTo>
                      <a:pt x="6055" y="0"/>
                      <a:pt x="5589" y="0"/>
                      <a:pt x="4658" y="0"/>
                    </a:cubicBezTo>
                    <a:cubicBezTo>
                      <a:pt x="4192" y="0"/>
                      <a:pt x="3260" y="0"/>
                      <a:pt x="2795" y="466"/>
                    </a:cubicBezTo>
                    <a:cubicBezTo>
                      <a:pt x="2329" y="466"/>
                      <a:pt x="1863" y="932"/>
                      <a:pt x="1397" y="1398"/>
                    </a:cubicBezTo>
                    <a:cubicBezTo>
                      <a:pt x="932" y="1863"/>
                      <a:pt x="466" y="2329"/>
                      <a:pt x="466" y="2795"/>
                    </a:cubicBezTo>
                    <a:cubicBezTo>
                      <a:pt x="0" y="3260"/>
                      <a:pt x="0" y="4192"/>
                      <a:pt x="0" y="4658"/>
                    </a:cubicBezTo>
                    <a:lnTo>
                      <a:pt x="0" y="6055"/>
                    </a:lnTo>
                    <a:cubicBezTo>
                      <a:pt x="0" y="6986"/>
                      <a:pt x="466" y="7452"/>
                      <a:pt x="1397" y="7918"/>
                    </a:cubicBezTo>
                    <a:cubicBezTo>
                      <a:pt x="1863" y="8384"/>
                      <a:pt x="1863" y="8384"/>
                      <a:pt x="2329" y="8850"/>
                    </a:cubicBezTo>
                    <a:cubicBezTo>
                      <a:pt x="3260" y="9315"/>
                      <a:pt x="3726" y="9315"/>
                      <a:pt x="4658" y="9315"/>
                    </a:cubicBezTo>
                    <a:cubicBezTo>
                      <a:pt x="5124" y="9315"/>
                      <a:pt x="6055" y="9315"/>
                      <a:pt x="6521" y="8850"/>
                    </a:cubicBezTo>
                    <a:cubicBezTo>
                      <a:pt x="6986" y="8850"/>
                      <a:pt x="7452" y="8384"/>
                      <a:pt x="7918" y="7918"/>
                    </a:cubicBezTo>
                    <a:cubicBezTo>
                      <a:pt x="8384" y="7452"/>
                      <a:pt x="8850" y="6986"/>
                      <a:pt x="8850" y="6521"/>
                    </a:cubicBezTo>
                    <a:cubicBezTo>
                      <a:pt x="9315" y="6055"/>
                      <a:pt x="9315" y="5124"/>
                      <a:pt x="9315" y="4658"/>
                    </a:cubicBezTo>
                    <a:cubicBezTo>
                      <a:pt x="9781" y="4192"/>
                      <a:pt x="9781" y="3726"/>
                      <a:pt x="9315" y="32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7"/>
              <p:cNvSpPr/>
              <p:nvPr/>
            </p:nvSpPr>
            <p:spPr>
              <a:xfrm>
                <a:off x="3730189" y="4068593"/>
                <a:ext cx="22949" cy="24480"/>
              </a:xfrm>
              <a:custGeom>
                <a:rect b="b" l="l" r="r" t="t"/>
                <a:pathLst>
                  <a:path extrusionOk="0" h="11178" w="10479">
                    <a:moveTo>
                      <a:pt x="5240" y="0"/>
                    </a:moveTo>
                    <a:cubicBezTo>
                      <a:pt x="-1747" y="0"/>
                      <a:pt x="-1747" y="11178"/>
                      <a:pt x="5240" y="11178"/>
                    </a:cubicBezTo>
                    <a:cubicBezTo>
                      <a:pt x="12226" y="11178"/>
                      <a:pt x="12226" y="0"/>
                      <a:pt x="52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7"/>
              <p:cNvSpPr/>
              <p:nvPr/>
            </p:nvSpPr>
            <p:spPr>
              <a:xfrm>
                <a:off x="3622312" y="4002286"/>
                <a:ext cx="48960" cy="48960"/>
              </a:xfrm>
              <a:custGeom>
                <a:rect b="b" l="l" r="r" t="t"/>
                <a:pathLst>
                  <a:path extrusionOk="0" h="22356" w="22356">
                    <a:moveTo>
                      <a:pt x="21890" y="8384"/>
                    </a:moveTo>
                    <a:cubicBezTo>
                      <a:pt x="21425" y="6520"/>
                      <a:pt x="20493" y="4658"/>
                      <a:pt x="19096" y="3260"/>
                    </a:cubicBezTo>
                    <a:cubicBezTo>
                      <a:pt x="18164" y="2794"/>
                      <a:pt x="17699" y="1863"/>
                      <a:pt x="16767" y="1397"/>
                    </a:cubicBezTo>
                    <a:cubicBezTo>
                      <a:pt x="14904" y="466"/>
                      <a:pt x="13041" y="0"/>
                      <a:pt x="11178" y="0"/>
                    </a:cubicBezTo>
                    <a:cubicBezTo>
                      <a:pt x="9781" y="0"/>
                      <a:pt x="8384" y="466"/>
                      <a:pt x="6986" y="932"/>
                    </a:cubicBezTo>
                    <a:cubicBezTo>
                      <a:pt x="5589" y="1397"/>
                      <a:pt x="4192" y="2329"/>
                      <a:pt x="3260" y="3260"/>
                    </a:cubicBezTo>
                    <a:cubicBezTo>
                      <a:pt x="2329" y="4192"/>
                      <a:pt x="1397" y="5589"/>
                      <a:pt x="931" y="6986"/>
                    </a:cubicBezTo>
                    <a:cubicBezTo>
                      <a:pt x="0" y="8384"/>
                      <a:pt x="0" y="9781"/>
                      <a:pt x="0" y="11178"/>
                    </a:cubicBezTo>
                    <a:cubicBezTo>
                      <a:pt x="0" y="12110"/>
                      <a:pt x="466" y="13041"/>
                      <a:pt x="466" y="13973"/>
                    </a:cubicBezTo>
                    <a:cubicBezTo>
                      <a:pt x="931" y="15836"/>
                      <a:pt x="1863" y="17699"/>
                      <a:pt x="3260" y="19096"/>
                    </a:cubicBezTo>
                    <a:cubicBezTo>
                      <a:pt x="4192" y="19562"/>
                      <a:pt x="4658" y="20493"/>
                      <a:pt x="5589" y="20959"/>
                    </a:cubicBezTo>
                    <a:cubicBezTo>
                      <a:pt x="7452" y="21891"/>
                      <a:pt x="9315" y="22356"/>
                      <a:pt x="11178" y="22356"/>
                    </a:cubicBezTo>
                    <a:cubicBezTo>
                      <a:pt x="12575" y="22356"/>
                      <a:pt x="13973" y="21891"/>
                      <a:pt x="15370" y="21425"/>
                    </a:cubicBezTo>
                    <a:cubicBezTo>
                      <a:pt x="16767" y="20959"/>
                      <a:pt x="18164" y="20028"/>
                      <a:pt x="19096" y="19096"/>
                    </a:cubicBezTo>
                    <a:cubicBezTo>
                      <a:pt x="20028" y="18164"/>
                      <a:pt x="20959" y="16767"/>
                      <a:pt x="21425" y="15370"/>
                    </a:cubicBezTo>
                    <a:cubicBezTo>
                      <a:pt x="22356" y="13973"/>
                      <a:pt x="22356" y="12576"/>
                      <a:pt x="22356" y="11178"/>
                    </a:cubicBezTo>
                    <a:cubicBezTo>
                      <a:pt x="22356" y="10247"/>
                      <a:pt x="21890" y="9315"/>
                      <a:pt x="21890" y="838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7"/>
              <p:cNvSpPr/>
              <p:nvPr/>
            </p:nvSpPr>
            <p:spPr>
              <a:xfrm>
                <a:off x="3269861" y="4277718"/>
                <a:ext cx="33660" cy="35699"/>
              </a:xfrm>
              <a:custGeom>
                <a:rect b="b" l="l" r="r" t="t"/>
                <a:pathLst>
                  <a:path extrusionOk="0" h="16301" w="15370">
                    <a:moveTo>
                      <a:pt x="7685" y="0"/>
                    </a:moveTo>
                    <a:cubicBezTo>
                      <a:pt x="-2562" y="0"/>
                      <a:pt x="-2562" y="16302"/>
                      <a:pt x="7685" y="16302"/>
                    </a:cubicBezTo>
                    <a:cubicBezTo>
                      <a:pt x="17932" y="16302"/>
                      <a:pt x="17932" y="0"/>
                      <a:pt x="76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7"/>
              <p:cNvSpPr/>
              <p:nvPr/>
            </p:nvSpPr>
            <p:spPr>
              <a:xfrm>
                <a:off x="3133677" y="4255275"/>
                <a:ext cx="25498" cy="26519"/>
              </a:xfrm>
              <a:custGeom>
                <a:rect b="b" l="l" r="r" t="t"/>
                <a:pathLst>
                  <a:path extrusionOk="0" h="12109" w="11643">
                    <a:moveTo>
                      <a:pt x="11644" y="4658"/>
                    </a:moveTo>
                    <a:cubicBezTo>
                      <a:pt x="11178" y="3726"/>
                      <a:pt x="10712" y="2794"/>
                      <a:pt x="10247" y="1863"/>
                    </a:cubicBezTo>
                    <a:cubicBezTo>
                      <a:pt x="9781" y="1397"/>
                      <a:pt x="9315" y="1397"/>
                      <a:pt x="8850" y="932"/>
                    </a:cubicBezTo>
                    <a:cubicBezTo>
                      <a:pt x="7918" y="466"/>
                      <a:pt x="6986" y="0"/>
                      <a:pt x="6055" y="0"/>
                    </a:cubicBezTo>
                    <a:cubicBezTo>
                      <a:pt x="5123" y="0"/>
                      <a:pt x="4658" y="0"/>
                      <a:pt x="3726" y="466"/>
                    </a:cubicBezTo>
                    <a:cubicBezTo>
                      <a:pt x="2794" y="932"/>
                      <a:pt x="2329" y="932"/>
                      <a:pt x="1863" y="1863"/>
                    </a:cubicBezTo>
                    <a:cubicBezTo>
                      <a:pt x="1397" y="2329"/>
                      <a:pt x="932" y="2794"/>
                      <a:pt x="466" y="3726"/>
                    </a:cubicBezTo>
                    <a:cubicBezTo>
                      <a:pt x="0" y="4192"/>
                      <a:pt x="0" y="5123"/>
                      <a:pt x="0" y="6055"/>
                    </a:cubicBezTo>
                    <a:cubicBezTo>
                      <a:pt x="0" y="6521"/>
                      <a:pt x="0" y="6986"/>
                      <a:pt x="0" y="7452"/>
                    </a:cubicBezTo>
                    <a:cubicBezTo>
                      <a:pt x="466" y="8384"/>
                      <a:pt x="932" y="9315"/>
                      <a:pt x="1397" y="10247"/>
                    </a:cubicBezTo>
                    <a:cubicBezTo>
                      <a:pt x="1863" y="10712"/>
                      <a:pt x="2329" y="10712"/>
                      <a:pt x="2794" y="11178"/>
                    </a:cubicBezTo>
                    <a:cubicBezTo>
                      <a:pt x="3726" y="11644"/>
                      <a:pt x="4658" y="12110"/>
                      <a:pt x="5589" y="12110"/>
                    </a:cubicBezTo>
                    <a:cubicBezTo>
                      <a:pt x="6521" y="12110"/>
                      <a:pt x="6986" y="12110"/>
                      <a:pt x="7918" y="11644"/>
                    </a:cubicBezTo>
                    <a:cubicBezTo>
                      <a:pt x="8850" y="11178"/>
                      <a:pt x="9315" y="11178"/>
                      <a:pt x="9781" y="10247"/>
                    </a:cubicBezTo>
                    <a:cubicBezTo>
                      <a:pt x="10247" y="9781"/>
                      <a:pt x="10712" y="9315"/>
                      <a:pt x="11178" y="8384"/>
                    </a:cubicBezTo>
                    <a:cubicBezTo>
                      <a:pt x="11644" y="7452"/>
                      <a:pt x="11644" y="6986"/>
                      <a:pt x="11644" y="6055"/>
                    </a:cubicBezTo>
                    <a:cubicBezTo>
                      <a:pt x="11644" y="5589"/>
                      <a:pt x="11644" y="5123"/>
                      <a:pt x="11644" y="46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7"/>
              <p:cNvSpPr/>
              <p:nvPr/>
            </p:nvSpPr>
            <p:spPr>
              <a:xfrm>
                <a:off x="2773575" y="4443995"/>
                <a:ext cx="31619" cy="30599"/>
              </a:xfrm>
              <a:custGeom>
                <a:rect b="b" l="l" r="r" t="t"/>
                <a:pathLst>
                  <a:path extrusionOk="0" h="13972" w="14438">
                    <a:moveTo>
                      <a:pt x="13973" y="5123"/>
                    </a:moveTo>
                    <a:cubicBezTo>
                      <a:pt x="13507" y="3726"/>
                      <a:pt x="13041" y="2794"/>
                      <a:pt x="12110" y="1863"/>
                    </a:cubicBezTo>
                    <a:cubicBezTo>
                      <a:pt x="11644" y="1397"/>
                      <a:pt x="11178" y="932"/>
                      <a:pt x="10712" y="932"/>
                    </a:cubicBezTo>
                    <a:cubicBezTo>
                      <a:pt x="9781" y="466"/>
                      <a:pt x="8384" y="0"/>
                      <a:pt x="6986" y="0"/>
                    </a:cubicBezTo>
                    <a:cubicBezTo>
                      <a:pt x="6055" y="0"/>
                      <a:pt x="5123" y="0"/>
                      <a:pt x="4192" y="466"/>
                    </a:cubicBezTo>
                    <a:cubicBezTo>
                      <a:pt x="3260" y="932"/>
                      <a:pt x="2329" y="1397"/>
                      <a:pt x="1863" y="1863"/>
                    </a:cubicBezTo>
                    <a:cubicBezTo>
                      <a:pt x="932" y="2329"/>
                      <a:pt x="466" y="3260"/>
                      <a:pt x="466" y="4192"/>
                    </a:cubicBezTo>
                    <a:cubicBezTo>
                      <a:pt x="0" y="5123"/>
                      <a:pt x="0" y="6055"/>
                      <a:pt x="0" y="6986"/>
                    </a:cubicBezTo>
                    <a:cubicBezTo>
                      <a:pt x="0" y="7452"/>
                      <a:pt x="0" y="8384"/>
                      <a:pt x="466" y="8850"/>
                    </a:cubicBezTo>
                    <a:cubicBezTo>
                      <a:pt x="932" y="10247"/>
                      <a:pt x="1397" y="11178"/>
                      <a:pt x="2329" y="12110"/>
                    </a:cubicBezTo>
                    <a:cubicBezTo>
                      <a:pt x="2794" y="12576"/>
                      <a:pt x="3260" y="13041"/>
                      <a:pt x="3726" y="13041"/>
                    </a:cubicBezTo>
                    <a:cubicBezTo>
                      <a:pt x="4658" y="13507"/>
                      <a:pt x="6055" y="13973"/>
                      <a:pt x="7452" y="13973"/>
                    </a:cubicBezTo>
                    <a:cubicBezTo>
                      <a:pt x="8384" y="13973"/>
                      <a:pt x="9315" y="13973"/>
                      <a:pt x="10247" y="13507"/>
                    </a:cubicBezTo>
                    <a:cubicBezTo>
                      <a:pt x="11178" y="13041"/>
                      <a:pt x="12110" y="12576"/>
                      <a:pt x="12576" y="12110"/>
                    </a:cubicBezTo>
                    <a:cubicBezTo>
                      <a:pt x="13507" y="11644"/>
                      <a:pt x="13973" y="10712"/>
                      <a:pt x="13973" y="9781"/>
                    </a:cubicBezTo>
                    <a:cubicBezTo>
                      <a:pt x="14438" y="8850"/>
                      <a:pt x="14438" y="7918"/>
                      <a:pt x="14438" y="6986"/>
                    </a:cubicBezTo>
                    <a:cubicBezTo>
                      <a:pt x="13973" y="6521"/>
                      <a:pt x="13973" y="6055"/>
                      <a:pt x="13973" y="512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7"/>
              <p:cNvSpPr/>
              <p:nvPr/>
            </p:nvSpPr>
            <p:spPr>
              <a:xfrm>
                <a:off x="2781736" y="4314441"/>
                <a:ext cx="25498" cy="26519"/>
              </a:xfrm>
              <a:custGeom>
                <a:rect b="b" l="l" r="r" t="t"/>
                <a:pathLst>
                  <a:path extrusionOk="0" h="12109" w="11643">
                    <a:moveTo>
                      <a:pt x="11644" y="4658"/>
                    </a:moveTo>
                    <a:cubicBezTo>
                      <a:pt x="11178" y="3726"/>
                      <a:pt x="10712" y="2795"/>
                      <a:pt x="10247" y="1863"/>
                    </a:cubicBezTo>
                    <a:cubicBezTo>
                      <a:pt x="9781" y="1397"/>
                      <a:pt x="9315" y="1397"/>
                      <a:pt x="8850" y="932"/>
                    </a:cubicBezTo>
                    <a:cubicBezTo>
                      <a:pt x="7918" y="466"/>
                      <a:pt x="6986" y="0"/>
                      <a:pt x="6055" y="0"/>
                    </a:cubicBezTo>
                    <a:cubicBezTo>
                      <a:pt x="5123" y="0"/>
                      <a:pt x="4658" y="0"/>
                      <a:pt x="3726" y="466"/>
                    </a:cubicBezTo>
                    <a:cubicBezTo>
                      <a:pt x="2794" y="932"/>
                      <a:pt x="2329" y="932"/>
                      <a:pt x="1863" y="1863"/>
                    </a:cubicBezTo>
                    <a:cubicBezTo>
                      <a:pt x="1397" y="2329"/>
                      <a:pt x="932" y="2795"/>
                      <a:pt x="466" y="3726"/>
                    </a:cubicBezTo>
                    <a:cubicBezTo>
                      <a:pt x="0" y="4192"/>
                      <a:pt x="0" y="5124"/>
                      <a:pt x="0" y="6055"/>
                    </a:cubicBezTo>
                    <a:lnTo>
                      <a:pt x="0" y="7452"/>
                    </a:lnTo>
                    <a:cubicBezTo>
                      <a:pt x="466" y="8384"/>
                      <a:pt x="932" y="9315"/>
                      <a:pt x="1397" y="10247"/>
                    </a:cubicBezTo>
                    <a:cubicBezTo>
                      <a:pt x="1863" y="10712"/>
                      <a:pt x="2329" y="10712"/>
                      <a:pt x="2794" y="11178"/>
                    </a:cubicBezTo>
                    <a:cubicBezTo>
                      <a:pt x="3726" y="11644"/>
                      <a:pt x="4658" y="12110"/>
                      <a:pt x="5589" y="12110"/>
                    </a:cubicBezTo>
                    <a:cubicBezTo>
                      <a:pt x="6521" y="12110"/>
                      <a:pt x="6986" y="12110"/>
                      <a:pt x="7918" y="11644"/>
                    </a:cubicBezTo>
                    <a:cubicBezTo>
                      <a:pt x="8850" y="11178"/>
                      <a:pt x="9315" y="11178"/>
                      <a:pt x="9781" y="10247"/>
                    </a:cubicBezTo>
                    <a:cubicBezTo>
                      <a:pt x="10247" y="9781"/>
                      <a:pt x="10712" y="9315"/>
                      <a:pt x="11178" y="8384"/>
                    </a:cubicBezTo>
                    <a:cubicBezTo>
                      <a:pt x="11644" y="7918"/>
                      <a:pt x="11644" y="6986"/>
                      <a:pt x="11644" y="6055"/>
                    </a:cubicBezTo>
                    <a:lnTo>
                      <a:pt x="11644" y="465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7"/>
              <p:cNvSpPr/>
              <p:nvPr/>
            </p:nvSpPr>
            <p:spPr>
              <a:xfrm>
                <a:off x="2933733" y="4279757"/>
                <a:ext cx="39779" cy="38759"/>
              </a:xfrm>
              <a:custGeom>
                <a:rect b="b" l="l" r="r" t="t"/>
                <a:pathLst>
                  <a:path extrusionOk="0" h="17698" w="18164">
                    <a:moveTo>
                      <a:pt x="17699" y="6520"/>
                    </a:moveTo>
                    <a:cubicBezTo>
                      <a:pt x="17233" y="5123"/>
                      <a:pt x="16302" y="3726"/>
                      <a:pt x="15370" y="2794"/>
                    </a:cubicBezTo>
                    <a:lnTo>
                      <a:pt x="13507" y="1397"/>
                    </a:lnTo>
                    <a:cubicBezTo>
                      <a:pt x="12110" y="466"/>
                      <a:pt x="10712" y="0"/>
                      <a:pt x="8849" y="0"/>
                    </a:cubicBezTo>
                    <a:cubicBezTo>
                      <a:pt x="7452" y="0"/>
                      <a:pt x="6520" y="0"/>
                      <a:pt x="5589" y="931"/>
                    </a:cubicBezTo>
                    <a:cubicBezTo>
                      <a:pt x="4658" y="1397"/>
                      <a:pt x="3726" y="1863"/>
                      <a:pt x="2794" y="2794"/>
                    </a:cubicBezTo>
                    <a:cubicBezTo>
                      <a:pt x="1863" y="3726"/>
                      <a:pt x="1397" y="4658"/>
                      <a:pt x="931" y="5589"/>
                    </a:cubicBezTo>
                    <a:cubicBezTo>
                      <a:pt x="466" y="6520"/>
                      <a:pt x="0" y="7918"/>
                      <a:pt x="0" y="8849"/>
                    </a:cubicBezTo>
                    <a:cubicBezTo>
                      <a:pt x="0" y="9781"/>
                      <a:pt x="0" y="10246"/>
                      <a:pt x="466" y="11178"/>
                    </a:cubicBezTo>
                    <a:cubicBezTo>
                      <a:pt x="931" y="12575"/>
                      <a:pt x="1863" y="13973"/>
                      <a:pt x="2794" y="14904"/>
                    </a:cubicBezTo>
                    <a:lnTo>
                      <a:pt x="4658" y="16302"/>
                    </a:lnTo>
                    <a:cubicBezTo>
                      <a:pt x="6055" y="17233"/>
                      <a:pt x="7452" y="17699"/>
                      <a:pt x="9315" y="17699"/>
                    </a:cubicBezTo>
                    <a:cubicBezTo>
                      <a:pt x="10712" y="17699"/>
                      <a:pt x="11644" y="17699"/>
                      <a:pt x="12575" y="16767"/>
                    </a:cubicBezTo>
                    <a:cubicBezTo>
                      <a:pt x="13507" y="16302"/>
                      <a:pt x="14438" y="15836"/>
                      <a:pt x="15370" y="14904"/>
                    </a:cubicBezTo>
                    <a:cubicBezTo>
                      <a:pt x="16302" y="13973"/>
                      <a:pt x="16767" y="13041"/>
                      <a:pt x="17233" y="12110"/>
                    </a:cubicBezTo>
                    <a:cubicBezTo>
                      <a:pt x="17699" y="11178"/>
                      <a:pt x="18164" y="9781"/>
                      <a:pt x="18164" y="8849"/>
                    </a:cubicBezTo>
                    <a:cubicBezTo>
                      <a:pt x="17699" y="8384"/>
                      <a:pt x="17699" y="7452"/>
                      <a:pt x="17699" y="65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7"/>
              <p:cNvSpPr/>
              <p:nvPr/>
            </p:nvSpPr>
            <p:spPr>
              <a:xfrm>
                <a:off x="2886554" y="4092055"/>
                <a:ext cx="22949" cy="23459"/>
              </a:xfrm>
              <a:custGeom>
                <a:rect b="b" l="l" r="r" t="t"/>
                <a:pathLst>
                  <a:path extrusionOk="0" h="10712" w="10479">
                    <a:moveTo>
                      <a:pt x="5240" y="0"/>
                    </a:moveTo>
                    <a:cubicBezTo>
                      <a:pt x="-1747" y="0"/>
                      <a:pt x="-1747" y="10712"/>
                      <a:pt x="5240" y="10712"/>
                    </a:cubicBezTo>
                    <a:cubicBezTo>
                      <a:pt x="12226" y="10712"/>
                      <a:pt x="12226" y="0"/>
                      <a:pt x="52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7"/>
              <p:cNvSpPr/>
              <p:nvPr/>
            </p:nvSpPr>
            <p:spPr>
              <a:xfrm>
                <a:off x="2804179" y="3931897"/>
                <a:ext cx="31619" cy="30599"/>
              </a:xfrm>
              <a:custGeom>
                <a:rect b="b" l="l" r="r" t="t"/>
                <a:pathLst>
                  <a:path extrusionOk="0" h="13972" w="14438">
                    <a:moveTo>
                      <a:pt x="13973" y="5124"/>
                    </a:moveTo>
                    <a:cubicBezTo>
                      <a:pt x="13507" y="3726"/>
                      <a:pt x="13041" y="2795"/>
                      <a:pt x="12110" y="1863"/>
                    </a:cubicBezTo>
                    <a:lnTo>
                      <a:pt x="10712" y="932"/>
                    </a:lnTo>
                    <a:cubicBezTo>
                      <a:pt x="9781" y="466"/>
                      <a:pt x="8384" y="0"/>
                      <a:pt x="6986" y="0"/>
                    </a:cubicBezTo>
                    <a:cubicBezTo>
                      <a:pt x="6055" y="0"/>
                      <a:pt x="5123" y="0"/>
                      <a:pt x="4192" y="466"/>
                    </a:cubicBezTo>
                    <a:cubicBezTo>
                      <a:pt x="3260" y="932"/>
                      <a:pt x="2329" y="1397"/>
                      <a:pt x="1863" y="1863"/>
                    </a:cubicBezTo>
                    <a:cubicBezTo>
                      <a:pt x="932" y="2329"/>
                      <a:pt x="466" y="3260"/>
                      <a:pt x="466" y="4192"/>
                    </a:cubicBezTo>
                    <a:cubicBezTo>
                      <a:pt x="0" y="5124"/>
                      <a:pt x="0" y="6055"/>
                      <a:pt x="0" y="6986"/>
                    </a:cubicBezTo>
                    <a:cubicBezTo>
                      <a:pt x="0" y="7452"/>
                      <a:pt x="0" y="8384"/>
                      <a:pt x="466" y="8850"/>
                    </a:cubicBezTo>
                    <a:cubicBezTo>
                      <a:pt x="932" y="10247"/>
                      <a:pt x="1397" y="11178"/>
                      <a:pt x="2329" y="12110"/>
                    </a:cubicBezTo>
                    <a:cubicBezTo>
                      <a:pt x="2794" y="12576"/>
                      <a:pt x="3260" y="13041"/>
                      <a:pt x="3726" y="13041"/>
                    </a:cubicBezTo>
                    <a:cubicBezTo>
                      <a:pt x="4658" y="13507"/>
                      <a:pt x="6055" y="13973"/>
                      <a:pt x="7452" y="13973"/>
                    </a:cubicBezTo>
                    <a:cubicBezTo>
                      <a:pt x="8384" y="13973"/>
                      <a:pt x="9315" y="13973"/>
                      <a:pt x="10247" y="13507"/>
                    </a:cubicBezTo>
                    <a:cubicBezTo>
                      <a:pt x="11178" y="13041"/>
                      <a:pt x="12110" y="12576"/>
                      <a:pt x="12576" y="12110"/>
                    </a:cubicBezTo>
                    <a:cubicBezTo>
                      <a:pt x="13507" y="11644"/>
                      <a:pt x="13973" y="10712"/>
                      <a:pt x="13973" y="9781"/>
                    </a:cubicBezTo>
                    <a:cubicBezTo>
                      <a:pt x="14438" y="8850"/>
                      <a:pt x="14438" y="7918"/>
                      <a:pt x="14438" y="6986"/>
                    </a:cubicBezTo>
                    <a:cubicBezTo>
                      <a:pt x="13973" y="6521"/>
                      <a:pt x="13973" y="6055"/>
                      <a:pt x="13973" y="512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7"/>
              <p:cNvSpPr/>
              <p:nvPr/>
            </p:nvSpPr>
            <p:spPr>
              <a:xfrm>
                <a:off x="2899049" y="3908435"/>
                <a:ext cx="30599" cy="29580"/>
              </a:xfrm>
              <a:custGeom>
                <a:rect b="b" l="l" r="r" t="t"/>
                <a:pathLst>
                  <a:path extrusionOk="0" h="13507" w="13972">
                    <a:moveTo>
                      <a:pt x="13507" y="4658"/>
                    </a:moveTo>
                    <a:cubicBezTo>
                      <a:pt x="13041" y="3726"/>
                      <a:pt x="12576" y="2329"/>
                      <a:pt x="11644" y="1863"/>
                    </a:cubicBezTo>
                    <a:lnTo>
                      <a:pt x="10247" y="932"/>
                    </a:lnTo>
                    <a:cubicBezTo>
                      <a:pt x="9315" y="466"/>
                      <a:pt x="7918" y="0"/>
                      <a:pt x="6986" y="0"/>
                    </a:cubicBezTo>
                    <a:cubicBezTo>
                      <a:pt x="6055" y="0"/>
                      <a:pt x="5123" y="0"/>
                      <a:pt x="4192" y="466"/>
                    </a:cubicBezTo>
                    <a:cubicBezTo>
                      <a:pt x="3260" y="932"/>
                      <a:pt x="2794" y="1397"/>
                      <a:pt x="1863" y="1863"/>
                    </a:cubicBezTo>
                    <a:cubicBezTo>
                      <a:pt x="1397" y="2329"/>
                      <a:pt x="932" y="3260"/>
                      <a:pt x="466" y="4192"/>
                    </a:cubicBezTo>
                    <a:cubicBezTo>
                      <a:pt x="0" y="5123"/>
                      <a:pt x="0" y="6055"/>
                      <a:pt x="0" y="6986"/>
                    </a:cubicBezTo>
                    <a:cubicBezTo>
                      <a:pt x="0" y="7452"/>
                      <a:pt x="0" y="8384"/>
                      <a:pt x="466" y="8850"/>
                    </a:cubicBezTo>
                    <a:cubicBezTo>
                      <a:pt x="932" y="9781"/>
                      <a:pt x="1397" y="11178"/>
                      <a:pt x="2329" y="11644"/>
                    </a:cubicBezTo>
                    <a:lnTo>
                      <a:pt x="3726" y="12576"/>
                    </a:lnTo>
                    <a:cubicBezTo>
                      <a:pt x="4658" y="13041"/>
                      <a:pt x="6055" y="13507"/>
                      <a:pt x="6986" y="13507"/>
                    </a:cubicBezTo>
                    <a:cubicBezTo>
                      <a:pt x="7918" y="13507"/>
                      <a:pt x="8850" y="13507"/>
                      <a:pt x="9781" y="13041"/>
                    </a:cubicBezTo>
                    <a:cubicBezTo>
                      <a:pt x="10712" y="12576"/>
                      <a:pt x="11178" y="12110"/>
                      <a:pt x="12110" y="11644"/>
                    </a:cubicBezTo>
                    <a:cubicBezTo>
                      <a:pt x="12576" y="11178"/>
                      <a:pt x="13041" y="10247"/>
                      <a:pt x="13507" y="9315"/>
                    </a:cubicBezTo>
                    <a:cubicBezTo>
                      <a:pt x="13973" y="8384"/>
                      <a:pt x="13973" y="7452"/>
                      <a:pt x="13973" y="6521"/>
                    </a:cubicBezTo>
                    <a:cubicBezTo>
                      <a:pt x="13507" y="5589"/>
                      <a:pt x="13507" y="5123"/>
                      <a:pt x="13507" y="46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859263" y="4217531"/>
                <a:ext cx="17338" cy="16320"/>
              </a:xfrm>
              <a:custGeom>
                <a:rect b="b" l="l" r="r" t="t"/>
                <a:pathLst>
                  <a:path extrusionOk="0" h="7452" w="7917">
                    <a:moveTo>
                      <a:pt x="7918" y="2329"/>
                    </a:moveTo>
                    <a:cubicBezTo>
                      <a:pt x="7918" y="1863"/>
                      <a:pt x="7452" y="1397"/>
                      <a:pt x="6986" y="932"/>
                    </a:cubicBezTo>
                    <a:cubicBezTo>
                      <a:pt x="6521" y="932"/>
                      <a:pt x="6521" y="466"/>
                      <a:pt x="6055" y="466"/>
                    </a:cubicBezTo>
                    <a:cubicBezTo>
                      <a:pt x="5589" y="0"/>
                      <a:pt x="4658" y="0"/>
                      <a:pt x="4192" y="0"/>
                    </a:cubicBezTo>
                    <a:cubicBezTo>
                      <a:pt x="3726" y="0"/>
                      <a:pt x="3260" y="0"/>
                      <a:pt x="2795" y="466"/>
                    </a:cubicBezTo>
                    <a:cubicBezTo>
                      <a:pt x="2329" y="466"/>
                      <a:pt x="1863" y="932"/>
                      <a:pt x="1398" y="1397"/>
                    </a:cubicBezTo>
                    <a:cubicBezTo>
                      <a:pt x="932" y="1863"/>
                      <a:pt x="932" y="2329"/>
                      <a:pt x="466" y="2795"/>
                    </a:cubicBezTo>
                    <a:cubicBezTo>
                      <a:pt x="466" y="3260"/>
                      <a:pt x="0" y="3726"/>
                      <a:pt x="0" y="4192"/>
                    </a:cubicBezTo>
                    <a:cubicBezTo>
                      <a:pt x="0" y="4658"/>
                      <a:pt x="0" y="4658"/>
                      <a:pt x="0" y="5124"/>
                    </a:cubicBezTo>
                    <a:cubicBezTo>
                      <a:pt x="0" y="5589"/>
                      <a:pt x="466" y="6055"/>
                      <a:pt x="932" y="6521"/>
                    </a:cubicBezTo>
                    <a:cubicBezTo>
                      <a:pt x="1398" y="6521"/>
                      <a:pt x="1398" y="6986"/>
                      <a:pt x="1863" y="6986"/>
                    </a:cubicBezTo>
                    <a:cubicBezTo>
                      <a:pt x="2329" y="7452"/>
                      <a:pt x="3260" y="7452"/>
                      <a:pt x="3726" y="7452"/>
                    </a:cubicBezTo>
                    <a:cubicBezTo>
                      <a:pt x="4192" y="7452"/>
                      <a:pt x="4658" y="7452"/>
                      <a:pt x="5124" y="6986"/>
                    </a:cubicBezTo>
                    <a:cubicBezTo>
                      <a:pt x="5589" y="6986"/>
                      <a:pt x="6055" y="6521"/>
                      <a:pt x="6521" y="6055"/>
                    </a:cubicBezTo>
                    <a:cubicBezTo>
                      <a:pt x="6986" y="5589"/>
                      <a:pt x="6986" y="5124"/>
                      <a:pt x="7452" y="4658"/>
                    </a:cubicBezTo>
                    <a:cubicBezTo>
                      <a:pt x="7452" y="4192"/>
                      <a:pt x="7918" y="3726"/>
                      <a:pt x="7918" y="3260"/>
                    </a:cubicBezTo>
                    <a:cubicBezTo>
                      <a:pt x="7918" y="3260"/>
                      <a:pt x="7918" y="2795"/>
                      <a:pt x="7918" y="232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7"/>
              <p:cNvSpPr/>
              <p:nvPr/>
            </p:nvSpPr>
            <p:spPr>
              <a:xfrm>
                <a:off x="3064818" y="4310361"/>
                <a:ext cx="15299" cy="15299"/>
              </a:xfrm>
              <a:custGeom>
                <a:rect b="b" l="l" r="r" t="t"/>
                <a:pathLst>
                  <a:path extrusionOk="0" h="6986" w="6986">
                    <a:moveTo>
                      <a:pt x="3493" y="0"/>
                    </a:moveTo>
                    <a:cubicBezTo>
                      <a:pt x="-1164" y="0"/>
                      <a:pt x="-1164" y="6986"/>
                      <a:pt x="3493" y="6986"/>
                    </a:cubicBezTo>
                    <a:cubicBezTo>
                      <a:pt x="8151" y="6986"/>
                      <a:pt x="8151" y="0"/>
                      <a:pt x="34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" name="Google Shape;278;p17"/>
            <p:cNvGrpSpPr/>
            <p:nvPr/>
          </p:nvGrpSpPr>
          <p:grpSpPr>
            <a:xfrm>
              <a:off x="-98100" y="3426560"/>
              <a:ext cx="1622636" cy="2019987"/>
              <a:chOff x="-98100" y="3426560"/>
              <a:chExt cx="1622636" cy="2019987"/>
            </a:xfrm>
          </p:grpSpPr>
          <p:sp>
            <p:nvSpPr>
              <p:cNvPr id="279" name="Google Shape;279;p17"/>
              <p:cNvSpPr/>
              <p:nvPr/>
            </p:nvSpPr>
            <p:spPr>
              <a:xfrm>
                <a:off x="-15950" y="3459232"/>
                <a:ext cx="295161" cy="1246872"/>
              </a:xfrm>
              <a:custGeom>
                <a:rect b="b" l="l" r="r" t="t"/>
                <a:pathLst>
                  <a:path extrusionOk="0" h="733454" w="173624">
                    <a:moveTo>
                      <a:pt x="140111" y="733455"/>
                    </a:moveTo>
                    <a:cubicBezTo>
                      <a:pt x="154084" y="693865"/>
                      <a:pt x="140111" y="654276"/>
                      <a:pt x="117755" y="622604"/>
                    </a:cubicBezTo>
                    <a:cubicBezTo>
                      <a:pt x="105180" y="604439"/>
                      <a:pt x="88412" y="585809"/>
                      <a:pt x="79563" y="565316"/>
                    </a:cubicBezTo>
                    <a:cubicBezTo>
                      <a:pt x="66987" y="536439"/>
                      <a:pt x="73974" y="507096"/>
                      <a:pt x="79097" y="477287"/>
                    </a:cubicBezTo>
                    <a:cubicBezTo>
                      <a:pt x="104248" y="330108"/>
                      <a:pt x="-48055" y="193641"/>
                      <a:pt x="15754" y="46461"/>
                    </a:cubicBezTo>
                    <a:cubicBezTo>
                      <a:pt x="25535" y="24105"/>
                      <a:pt x="51152" y="-13622"/>
                      <a:pt x="79097" y="5008"/>
                    </a:cubicBezTo>
                    <a:cubicBezTo>
                      <a:pt x="96330" y="16187"/>
                      <a:pt x="101919" y="49256"/>
                      <a:pt x="104714" y="68352"/>
                    </a:cubicBezTo>
                    <a:cubicBezTo>
                      <a:pt x="116358" y="149859"/>
                      <a:pt x="112166" y="232299"/>
                      <a:pt x="135454" y="311943"/>
                    </a:cubicBezTo>
                    <a:cubicBezTo>
                      <a:pt x="144303" y="342683"/>
                      <a:pt x="154550" y="373889"/>
                      <a:pt x="152687" y="406492"/>
                    </a:cubicBezTo>
                    <a:cubicBezTo>
                      <a:pt x="150824" y="437698"/>
                      <a:pt x="139180" y="462849"/>
                      <a:pt x="130796" y="492192"/>
                    </a:cubicBezTo>
                    <a:cubicBezTo>
                      <a:pt x="113563" y="552274"/>
                      <a:pt x="152221" y="580686"/>
                      <a:pt x="168988" y="631919"/>
                    </a:cubicBezTo>
                    <a:cubicBezTo>
                      <a:pt x="177838" y="658002"/>
                      <a:pt x="176906" y="721345"/>
                      <a:pt x="140111" y="733455"/>
                    </a:cubicBezTo>
                    <a:close/>
                  </a:path>
                </a:pathLst>
              </a:custGeom>
              <a:solidFill>
                <a:srgbClr val="80BBA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7"/>
              <p:cNvSpPr/>
              <p:nvPr/>
            </p:nvSpPr>
            <p:spPr>
              <a:xfrm>
                <a:off x="75882" y="3541572"/>
                <a:ext cx="182279" cy="1116414"/>
              </a:xfrm>
              <a:custGeom>
                <a:rect b="b" l="l" r="r" t="t"/>
                <a:pathLst>
                  <a:path extrusionOk="0" h="656714" w="107223">
                    <a:moveTo>
                      <a:pt x="78586" y="547572"/>
                    </a:moveTo>
                    <a:cubicBezTo>
                      <a:pt x="67874" y="529407"/>
                      <a:pt x="56696" y="510777"/>
                      <a:pt x="51107" y="490284"/>
                    </a:cubicBezTo>
                    <a:cubicBezTo>
                      <a:pt x="45052" y="467461"/>
                      <a:pt x="47846" y="444173"/>
                      <a:pt x="52504" y="421817"/>
                    </a:cubicBezTo>
                    <a:cubicBezTo>
                      <a:pt x="56696" y="400392"/>
                      <a:pt x="62285" y="378967"/>
                      <a:pt x="64148" y="357077"/>
                    </a:cubicBezTo>
                    <a:cubicBezTo>
                      <a:pt x="66011" y="335186"/>
                      <a:pt x="64148" y="312830"/>
                      <a:pt x="60422" y="290939"/>
                    </a:cubicBezTo>
                    <a:cubicBezTo>
                      <a:pt x="52970" y="245761"/>
                      <a:pt x="36668" y="202445"/>
                      <a:pt x="23627" y="158198"/>
                    </a:cubicBezTo>
                    <a:cubicBezTo>
                      <a:pt x="8723" y="107430"/>
                      <a:pt x="-1990" y="53402"/>
                      <a:pt x="8723" y="772"/>
                    </a:cubicBezTo>
                    <a:cubicBezTo>
                      <a:pt x="8723" y="-160"/>
                      <a:pt x="7791" y="-160"/>
                      <a:pt x="7791" y="306"/>
                    </a:cubicBezTo>
                    <a:cubicBezTo>
                      <a:pt x="-18291" y="90197"/>
                      <a:pt x="27819" y="178226"/>
                      <a:pt x="47846" y="264391"/>
                    </a:cubicBezTo>
                    <a:cubicBezTo>
                      <a:pt x="52970" y="287213"/>
                      <a:pt x="57161" y="310501"/>
                      <a:pt x="57627" y="333789"/>
                    </a:cubicBezTo>
                    <a:cubicBezTo>
                      <a:pt x="58093" y="357077"/>
                      <a:pt x="53901" y="379899"/>
                      <a:pt x="49244" y="402721"/>
                    </a:cubicBezTo>
                    <a:cubicBezTo>
                      <a:pt x="44586" y="423680"/>
                      <a:pt x="39928" y="445105"/>
                      <a:pt x="40860" y="466530"/>
                    </a:cubicBezTo>
                    <a:cubicBezTo>
                      <a:pt x="41791" y="486558"/>
                      <a:pt x="48312" y="505188"/>
                      <a:pt x="57627" y="522887"/>
                    </a:cubicBezTo>
                    <a:cubicBezTo>
                      <a:pt x="78586" y="562476"/>
                      <a:pt x="116779" y="606723"/>
                      <a:pt x="97217" y="654231"/>
                    </a:cubicBezTo>
                    <a:cubicBezTo>
                      <a:pt x="96285" y="656093"/>
                      <a:pt x="100011" y="657957"/>
                      <a:pt x="100943" y="655628"/>
                    </a:cubicBezTo>
                    <a:cubicBezTo>
                      <a:pt x="117710" y="619299"/>
                      <a:pt x="97682" y="580175"/>
                      <a:pt x="78586" y="54757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7"/>
              <p:cNvSpPr/>
              <p:nvPr/>
            </p:nvSpPr>
            <p:spPr>
              <a:xfrm>
                <a:off x="233075" y="3426560"/>
                <a:ext cx="315790" cy="1286312"/>
              </a:xfrm>
              <a:custGeom>
                <a:rect b="b" l="l" r="r" t="t"/>
                <a:pathLst>
                  <a:path extrusionOk="0" h="756654" w="185759">
                    <a:moveTo>
                      <a:pt x="0" y="753625"/>
                    </a:moveTo>
                    <a:cubicBezTo>
                      <a:pt x="70330" y="687953"/>
                      <a:pt x="64275" y="571979"/>
                      <a:pt x="30740" y="489540"/>
                    </a:cubicBezTo>
                    <a:cubicBezTo>
                      <a:pt x="5123" y="425265"/>
                      <a:pt x="42850" y="374032"/>
                      <a:pt x="56822" y="311620"/>
                    </a:cubicBezTo>
                    <a:cubicBezTo>
                      <a:pt x="63809" y="279483"/>
                      <a:pt x="66138" y="246880"/>
                      <a:pt x="65206" y="214277"/>
                    </a:cubicBezTo>
                    <a:cubicBezTo>
                      <a:pt x="63809" y="170030"/>
                      <a:pt x="54028" y="119262"/>
                      <a:pt x="71261" y="77344"/>
                    </a:cubicBezTo>
                    <a:cubicBezTo>
                      <a:pt x="83837" y="47069"/>
                      <a:pt x="118769" y="1425"/>
                      <a:pt x="156029" y="28"/>
                    </a:cubicBezTo>
                    <a:cubicBezTo>
                      <a:pt x="192358" y="-1370"/>
                      <a:pt x="188166" y="50330"/>
                      <a:pt x="180714" y="74549"/>
                    </a:cubicBezTo>
                    <a:cubicBezTo>
                      <a:pt x="171865" y="103426"/>
                      <a:pt x="153234" y="130440"/>
                      <a:pt x="149043" y="160714"/>
                    </a:cubicBezTo>
                    <a:cubicBezTo>
                      <a:pt x="144851" y="191920"/>
                      <a:pt x="156029" y="222660"/>
                      <a:pt x="151837" y="254332"/>
                    </a:cubicBezTo>
                    <a:cubicBezTo>
                      <a:pt x="143454" y="316743"/>
                      <a:pt x="88494" y="363785"/>
                      <a:pt x="82905" y="425731"/>
                    </a:cubicBezTo>
                    <a:cubicBezTo>
                      <a:pt x="80576" y="453676"/>
                      <a:pt x="95015" y="477430"/>
                      <a:pt x="102933" y="503512"/>
                    </a:cubicBezTo>
                    <a:cubicBezTo>
                      <a:pt x="110851" y="529129"/>
                      <a:pt x="108522" y="558938"/>
                      <a:pt x="104330" y="585020"/>
                    </a:cubicBezTo>
                    <a:cubicBezTo>
                      <a:pt x="95481" y="637651"/>
                      <a:pt x="76850" y="701460"/>
                      <a:pt x="36329" y="738720"/>
                    </a:cubicBezTo>
                    <a:cubicBezTo>
                      <a:pt x="28411" y="747104"/>
                      <a:pt x="11178" y="763405"/>
                      <a:pt x="0" y="753625"/>
                    </a:cubicBezTo>
                    <a:close/>
                  </a:path>
                </a:pathLst>
              </a:custGeom>
              <a:solidFill>
                <a:srgbClr val="80BBA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7"/>
              <p:cNvSpPr/>
              <p:nvPr/>
            </p:nvSpPr>
            <p:spPr>
              <a:xfrm>
                <a:off x="280107" y="3491829"/>
                <a:ext cx="205499" cy="1180710"/>
              </a:xfrm>
              <a:custGeom>
                <a:rect b="b" l="l" r="r" t="t"/>
                <a:pathLst>
                  <a:path extrusionOk="0" h="694535" w="120882">
                    <a:moveTo>
                      <a:pt x="118088" y="254"/>
                    </a:moveTo>
                    <a:cubicBezTo>
                      <a:pt x="84553" y="27733"/>
                      <a:pt x="74772" y="73844"/>
                      <a:pt x="73841" y="115296"/>
                    </a:cubicBezTo>
                    <a:cubicBezTo>
                      <a:pt x="73375" y="143242"/>
                      <a:pt x="75703" y="171187"/>
                      <a:pt x="74306" y="198667"/>
                    </a:cubicBezTo>
                    <a:cubicBezTo>
                      <a:pt x="72909" y="225215"/>
                      <a:pt x="66388" y="249900"/>
                      <a:pt x="56142" y="274585"/>
                    </a:cubicBezTo>
                    <a:cubicBezTo>
                      <a:pt x="37977" y="317435"/>
                      <a:pt x="14223" y="359353"/>
                      <a:pt x="23073" y="407792"/>
                    </a:cubicBezTo>
                    <a:cubicBezTo>
                      <a:pt x="27730" y="433409"/>
                      <a:pt x="38909" y="456697"/>
                      <a:pt x="46361" y="481382"/>
                    </a:cubicBezTo>
                    <a:cubicBezTo>
                      <a:pt x="53347" y="503738"/>
                      <a:pt x="56607" y="527026"/>
                      <a:pt x="55676" y="550314"/>
                    </a:cubicBezTo>
                    <a:cubicBezTo>
                      <a:pt x="54744" y="576397"/>
                      <a:pt x="49621" y="602014"/>
                      <a:pt x="40306" y="626233"/>
                    </a:cubicBezTo>
                    <a:cubicBezTo>
                      <a:pt x="35648" y="638343"/>
                      <a:pt x="29594" y="649987"/>
                      <a:pt x="23073" y="660699"/>
                    </a:cubicBezTo>
                    <a:cubicBezTo>
                      <a:pt x="16086" y="671877"/>
                      <a:pt x="7703" y="681658"/>
                      <a:pt x="251" y="692371"/>
                    </a:cubicBezTo>
                    <a:cubicBezTo>
                      <a:pt x="-681" y="693768"/>
                      <a:pt x="1182" y="695165"/>
                      <a:pt x="2579" y="694234"/>
                    </a:cubicBezTo>
                    <a:cubicBezTo>
                      <a:pt x="18881" y="680261"/>
                      <a:pt x="30525" y="659767"/>
                      <a:pt x="39840" y="640672"/>
                    </a:cubicBezTo>
                    <a:cubicBezTo>
                      <a:pt x="49155" y="621110"/>
                      <a:pt x="56142" y="599685"/>
                      <a:pt x="59402" y="578260"/>
                    </a:cubicBezTo>
                    <a:cubicBezTo>
                      <a:pt x="62662" y="557301"/>
                      <a:pt x="63128" y="535410"/>
                      <a:pt x="60333" y="514451"/>
                    </a:cubicBezTo>
                    <a:cubicBezTo>
                      <a:pt x="57073" y="489766"/>
                      <a:pt x="48690" y="467409"/>
                      <a:pt x="40306" y="444121"/>
                    </a:cubicBezTo>
                    <a:cubicBezTo>
                      <a:pt x="31456" y="418970"/>
                      <a:pt x="25402" y="393354"/>
                      <a:pt x="30059" y="366340"/>
                    </a:cubicBezTo>
                    <a:cubicBezTo>
                      <a:pt x="34251" y="342586"/>
                      <a:pt x="44032" y="320696"/>
                      <a:pt x="54279" y="299271"/>
                    </a:cubicBezTo>
                    <a:cubicBezTo>
                      <a:pt x="64059" y="277846"/>
                      <a:pt x="73841" y="256421"/>
                      <a:pt x="78964" y="233599"/>
                    </a:cubicBezTo>
                    <a:cubicBezTo>
                      <a:pt x="84553" y="207050"/>
                      <a:pt x="84087" y="179571"/>
                      <a:pt x="83621" y="152557"/>
                    </a:cubicBezTo>
                    <a:cubicBezTo>
                      <a:pt x="82224" y="100858"/>
                      <a:pt x="79895" y="40309"/>
                      <a:pt x="120882" y="2117"/>
                    </a:cubicBezTo>
                    <a:cubicBezTo>
                      <a:pt x="120882" y="1185"/>
                      <a:pt x="119019" y="-678"/>
                      <a:pt x="118088" y="25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7"/>
              <p:cNvSpPr/>
              <p:nvPr/>
            </p:nvSpPr>
            <p:spPr>
              <a:xfrm>
                <a:off x="271195" y="3618388"/>
                <a:ext cx="592921" cy="1104395"/>
              </a:xfrm>
              <a:custGeom>
                <a:rect b="b" l="l" r="r" t="t"/>
                <a:pathLst>
                  <a:path extrusionOk="0" h="649644" w="348777">
                    <a:moveTo>
                      <a:pt x="841" y="640672"/>
                    </a:moveTo>
                    <a:cubicBezTo>
                      <a:pt x="46020" y="604808"/>
                      <a:pt x="87007" y="571274"/>
                      <a:pt x="106103" y="514917"/>
                    </a:cubicBezTo>
                    <a:cubicBezTo>
                      <a:pt x="111692" y="499081"/>
                      <a:pt x="112157" y="480451"/>
                      <a:pt x="121473" y="466012"/>
                    </a:cubicBezTo>
                    <a:cubicBezTo>
                      <a:pt x="135445" y="445053"/>
                      <a:pt x="152678" y="431546"/>
                      <a:pt x="160130" y="405464"/>
                    </a:cubicBezTo>
                    <a:cubicBezTo>
                      <a:pt x="168514" y="374723"/>
                      <a:pt x="166186" y="342586"/>
                      <a:pt x="164788" y="311380"/>
                    </a:cubicBezTo>
                    <a:cubicBezTo>
                      <a:pt x="162925" y="272723"/>
                      <a:pt x="175035" y="245709"/>
                      <a:pt x="201117" y="217763"/>
                    </a:cubicBezTo>
                    <a:cubicBezTo>
                      <a:pt x="230460" y="186557"/>
                      <a:pt x="251419" y="155351"/>
                      <a:pt x="257940" y="112036"/>
                    </a:cubicBezTo>
                    <a:cubicBezTo>
                      <a:pt x="263063" y="79433"/>
                      <a:pt x="247693" y="40775"/>
                      <a:pt x="276104" y="16090"/>
                    </a:cubicBezTo>
                    <a:cubicBezTo>
                      <a:pt x="306379" y="-10458"/>
                      <a:pt x="337585" y="-4404"/>
                      <a:pt x="346434" y="36117"/>
                    </a:cubicBezTo>
                    <a:cubicBezTo>
                      <a:pt x="352954" y="67323"/>
                      <a:pt x="344571" y="101324"/>
                      <a:pt x="337119" y="131598"/>
                    </a:cubicBezTo>
                    <a:cubicBezTo>
                      <a:pt x="330132" y="160009"/>
                      <a:pt x="326406" y="190283"/>
                      <a:pt x="306379" y="212640"/>
                    </a:cubicBezTo>
                    <a:cubicBezTo>
                      <a:pt x="284022" y="237325"/>
                      <a:pt x="255611" y="246174"/>
                      <a:pt x="242570" y="279243"/>
                    </a:cubicBezTo>
                    <a:cubicBezTo>
                      <a:pt x="219748" y="338394"/>
                      <a:pt x="252816" y="402203"/>
                      <a:pt x="202049" y="452505"/>
                    </a:cubicBezTo>
                    <a:cubicBezTo>
                      <a:pt x="183884" y="470670"/>
                      <a:pt x="168048" y="482779"/>
                      <a:pt x="158268" y="507931"/>
                    </a:cubicBezTo>
                    <a:cubicBezTo>
                      <a:pt x="148021" y="535410"/>
                      <a:pt x="140103" y="563356"/>
                      <a:pt x="121007" y="586644"/>
                    </a:cubicBezTo>
                    <a:cubicBezTo>
                      <a:pt x="95390" y="617384"/>
                      <a:pt x="68842" y="640206"/>
                      <a:pt x="29252" y="649521"/>
                    </a:cubicBezTo>
                    <a:cubicBezTo>
                      <a:pt x="23198" y="649521"/>
                      <a:pt x="-5214" y="651384"/>
                      <a:pt x="841" y="640672"/>
                    </a:cubicBezTo>
                    <a:close/>
                  </a:path>
                </a:pathLst>
              </a:custGeom>
              <a:solidFill>
                <a:srgbClr val="80BBA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7"/>
              <p:cNvSpPr/>
              <p:nvPr/>
            </p:nvSpPr>
            <p:spPr>
              <a:xfrm>
                <a:off x="342319" y="3687908"/>
                <a:ext cx="451993" cy="998262"/>
              </a:xfrm>
              <a:custGeom>
                <a:rect b="b" l="l" r="r" t="t"/>
                <a:pathLst>
                  <a:path extrusionOk="0" h="587213" w="265878">
                    <a:moveTo>
                      <a:pt x="258910" y="306"/>
                    </a:moveTo>
                    <a:cubicBezTo>
                      <a:pt x="258444" y="-160"/>
                      <a:pt x="257513" y="-160"/>
                      <a:pt x="257978" y="772"/>
                    </a:cubicBezTo>
                    <a:cubicBezTo>
                      <a:pt x="270554" y="45484"/>
                      <a:pt x="251458" y="90663"/>
                      <a:pt x="227704" y="127924"/>
                    </a:cubicBezTo>
                    <a:cubicBezTo>
                      <a:pt x="205348" y="162856"/>
                      <a:pt x="177868" y="194993"/>
                      <a:pt x="162498" y="233651"/>
                    </a:cubicBezTo>
                    <a:cubicBezTo>
                      <a:pt x="154580" y="253678"/>
                      <a:pt x="151320" y="274172"/>
                      <a:pt x="151320" y="295597"/>
                    </a:cubicBezTo>
                    <a:cubicBezTo>
                      <a:pt x="151320" y="319350"/>
                      <a:pt x="153183" y="344035"/>
                      <a:pt x="144799" y="366858"/>
                    </a:cubicBezTo>
                    <a:cubicBezTo>
                      <a:pt x="137813" y="386420"/>
                      <a:pt x="124306" y="402721"/>
                      <a:pt x="112196" y="419023"/>
                    </a:cubicBezTo>
                    <a:cubicBezTo>
                      <a:pt x="99155" y="436255"/>
                      <a:pt x="88442" y="453955"/>
                      <a:pt x="80059" y="473516"/>
                    </a:cubicBezTo>
                    <a:cubicBezTo>
                      <a:pt x="70278" y="495873"/>
                      <a:pt x="62826" y="519161"/>
                      <a:pt x="50250" y="539654"/>
                    </a:cubicBezTo>
                    <a:cubicBezTo>
                      <a:pt x="44661" y="548969"/>
                      <a:pt x="37675" y="557819"/>
                      <a:pt x="29291" y="565737"/>
                    </a:cubicBezTo>
                    <a:cubicBezTo>
                      <a:pt x="20907" y="573654"/>
                      <a:pt x="11126" y="578778"/>
                      <a:pt x="880" y="583901"/>
                    </a:cubicBezTo>
                    <a:cubicBezTo>
                      <a:pt x="-983" y="584832"/>
                      <a:pt x="414" y="587627"/>
                      <a:pt x="2277" y="587161"/>
                    </a:cubicBezTo>
                    <a:cubicBezTo>
                      <a:pt x="19976" y="583435"/>
                      <a:pt x="34880" y="568997"/>
                      <a:pt x="45593" y="555024"/>
                    </a:cubicBezTo>
                    <a:cubicBezTo>
                      <a:pt x="58168" y="538722"/>
                      <a:pt x="67017" y="520558"/>
                      <a:pt x="74935" y="501928"/>
                    </a:cubicBezTo>
                    <a:cubicBezTo>
                      <a:pt x="83785" y="480503"/>
                      <a:pt x="92168" y="458612"/>
                      <a:pt x="105675" y="439050"/>
                    </a:cubicBezTo>
                    <a:cubicBezTo>
                      <a:pt x="117785" y="421351"/>
                      <a:pt x="132223" y="405516"/>
                      <a:pt x="142936" y="386885"/>
                    </a:cubicBezTo>
                    <a:cubicBezTo>
                      <a:pt x="154114" y="367789"/>
                      <a:pt x="157840" y="347296"/>
                      <a:pt x="158306" y="325405"/>
                    </a:cubicBezTo>
                    <a:cubicBezTo>
                      <a:pt x="158772" y="300720"/>
                      <a:pt x="156909" y="276500"/>
                      <a:pt x="163895" y="252281"/>
                    </a:cubicBezTo>
                    <a:cubicBezTo>
                      <a:pt x="176005" y="208966"/>
                      <a:pt x="206279" y="174034"/>
                      <a:pt x="230499" y="137239"/>
                    </a:cubicBezTo>
                    <a:cubicBezTo>
                      <a:pt x="255649" y="96718"/>
                      <a:pt x="277540" y="46882"/>
                      <a:pt x="258910" y="3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7"/>
              <p:cNvSpPr/>
              <p:nvPr/>
            </p:nvSpPr>
            <p:spPr>
              <a:xfrm>
                <a:off x="-98100" y="4642729"/>
                <a:ext cx="1622636" cy="803818"/>
              </a:xfrm>
              <a:custGeom>
                <a:rect b="b" l="l" r="r" t="t"/>
                <a:pathLst>
                  <a:path extrusionOk="0" h="472834" w="954492">
                    <a:moveTo>
                      <a:pt x="45030" y="21679"/>
                    </a:moveTo>
                    <a:cubicBezTo>
                      <a:pt x="116290" y="24008"/>
                      <a:pt x="186154" y="-4870"/>
                      <a:pt x="257881" y="720"/>
                    </a:cubicBezTo>
                    <a:cubicBezTo>
                      <a:pt x="356156" y="8172"/>
                      <a:pt x="412979" y="69652"/>
                      <a:pt x="500075" y="105981"/>
                    </a:cubicBezTo>
                    <a:cubicBezTo>
                      <a:pt x="616049" y="154420"/>
                      <a:pt x="750653" y="134392"/>
                      <a:pt x="851723" y="219626"/>
                    </a:cubicBezTo>
                    <a:cubicBezTo>
                      <a:pt x="885257" y="248037"/>
                      <a:pt x="963039" y="309517"/>
                      <a:pt x="953724" y="360751"/>
                    </a:cubicBezTo>
                    <a:cubicBezTo>
                      <a:pt x="943943" y="414779"/>
                      <a:pt x="827969" y="435272"/>
                      <a:pt x="787448" y="442724"/>
                    </a:cubicBezTo>
                    <a:cubicBezTo>
                      <a:pt x="734352" y="452505"/>
                      <a:pt x="685913" y="469738"/>
                      <a:pt x="631419" y="471601"/>
                    </a:cubicBezTo>
                    <a:cubicBezTo>
                      <a:pt x="552706" y="474396"/>
                      <a:pt x="469335" y="472067"/>
                      <a:pt x="390156" y="468341"/>
                    </a:cubicBezTo>
                    <a:cubicBezTo>
                      <a:pt x="274183" y="462752"/>
                      <a:pt x="109770" y="460423"/>
                      <a:pt x="38509" y="350970"/>
                    </a:cubicBezTo>
                    <a:cubicBezTo>
                      <a:pt x="-4341" y="284832"/>
                      <a:pt x="-7601" y="195406"/>
                      <a:pt x="10098" y="120885"/>
                    </a:cubicBezTo>
                    <a:cubicBezTo>
                      <a:pt x="12892" y="109241"/>
                      <a:pt x="36646" y="24008"/>
                      <a:pt x="45030" y="216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>
                <a:off x="-79369" y="4756272"/>
                <a:ext cx="1555866" cy="655600"/>
              </a:xfrm>
              <a:custGeom>
                <a:rect b="b" l="l" r="r" t="t"/>
                <a:pathLst>
                  <a:path extrusionOk="0" h="385647" w="915215">
                    <a:moveTo>
                      <a:pt x="892393" y="287373"/>
                    </a:moveTo>
                    <a:cubicBezTo>
                      <a:pt x="874228" y="255701"/>
                      <a:pt x="852338" y="226358"/>
                      <a:pt x="825790" y="201208"/>
                    </a:cubicBezTo>
                    <a:cubicBezTo>
                      <a:pt x="800638" y="177920"/>
                      <a:pt x="772227" y="158358"/>
                      <a:pt x="739624" y="146714"/>
                    </a:cubicBezTo>
                    <a:cubicBezTo>
                      <a:pt x="701898" y="133207"/>
                      <a:pt x="660911" y="132741"/>
                      <a:pt x="621322" y="133207"/>
                    </a:cubicBezTo>
                    <a:cubicBezTo>
                      <a:pt x="582664" y="133673"/>
                      <a:pt x="543540" y="136001"/>
                      <a:pt x="505348" y="126686"/>
                    </a:cubicBezTo>
                    <a:cubicBezTo>
                      <a:pt x="469484" y="118303"/>
                      <a:pt x="436415" y="102467"/>
                      <a:pt x="404744" y="84302"/>
                    </a:cubicBezTo>
                    <a:cubicBezTo>
                      <a:pt x="340004" y="47041"/>
                      <a:pt x="272934" y="0"/>
                      <a:pt x="194687" y="0"/>
                    </a:cubicBezTo>
                    <a:cubicBezTo>
                      <a:pt x="149974" y="0"/>
                      <a:pt x="110385" y="20028"/>
                      <a:pt x="68932" y="34932"/>
                    </a:cubicBezTo>
                    <a:cubicBezTo>
                      <a:pt x="51233" y="40987"/>
                      <a:pt x="33069" y="43315"/>
                      <a:pt x="14439" y="43315"/>
                    </a:cubicBezTo>
                    <a:cubicBezTo>
                      <a:pt x="10247" y="43315"/>
                      <a:pt x="6055" y="42850"/>
                      <a:pt x="2329" y="42384"/>
                    </a:cubicBezTo>
                    <a:cubicBezTo>
                      <a:pt x="1397" y="46110"/>
                      <a:pt x="466" y="49370"/>
                      <a:pt x="0" y="51699"/>
                    </a:cubicBezTo>
                    <a:cubicBezTo>
                      <a:pt x="15370" y="55891"/>
                      <a:pt x="31672" y="57288"/>
                      <a:pt x="46576" y="55891"/>
                    </a:cubicBezTo>
                    <a:cubicBezTo>
                      <a:pt x="64275" y="54028"/>
                      <a:pt x="81042" y="50768"/>
                      <a:pt x="97809" y="45179"/>
                    </a:cubicBezTo>
                    <a:cubicBezTo>
                      <a:pt x="115974" y="39124"/>
                      <a:pt x="134604" y="34466"/>
                      <a:pt x="153234" y="29809"/>
                    </a:cubicBezTo>
                    <a:cubicBezTo>
                      <a:pt x="229153" y="12110"/>
                      <a:pt x="299017" y="53562"/>
                      <a:pt x="360963" y="92220"/>
                    </a:cubicBezTo>
                    <a:cubicBezTo>
                      <a:pt x="392634" y="111782"/>
                      <a:pt x="423840" y="132275"/>
                      <a:pt x="458306" y="147180"/>
                    </a:cubicBezTo>
                    <a:cubicBezTo>
                      <a:pt x="476005" y="154632"/>
                      <a:pt x="493704" y="161152"/>
                      <a:pt x="512334" y="164413"/>
                    </a:cubicBezTo>
                    <a:cubicBezTo>
                      <a:pt x="531896" y="168139"/>
                      <a:pt x="551924" y="169536"/>
                      <a:pt x="571951" y="170002"/>
                    </a:cubicBezTo>
                    <a:cubicBezTo>
                      <a:pt x="611075" y="170933"/>
                      <a:pt x="650199" y="167207"/>
                      <a:pt x="689322" y="170467"/>
                    </a:cubicBezTo>
                    <a:cubicBezTo>
                      <a:pt x="724254" y="173262"/>
                      <a:pt x="756391" y="183975"/>
                      <a:pt x="785734" y="203070"/>
                    </a:cubicBezTo>
                    <a:cubicBezTo>
                      <a:pt x="817872" y="224030"/>
                      <a:pt x="842557" y="253373"/>
                      <a:pt x="864447" y="284578"/>
                    </a:cubicBezTo>
                    <a:cubicBezTo>
                      <a:pt x="877023" y="302743"/>
                      <a:pt x="887735" y="321839"/>
                      <a:pt x="898448" y="340935"/>
                    </a:cubicBezTo>
                    <a:cubicBezTo>
                      <a:pt x="904502" y="337675"/>
                      <a:pt x="910092" y="334414"/>
                      <a:pt x="915215" y="330688"/>
                    </a:cubicBezTo>
                    <a:cubicBezTo>
                      <a:pt x="908229" y="316250"/>
                      <a:pt x="900776" y="301346"/>
                      <a:pt x="892393" y="287373"/>
                    </a:cubicBezTo>
                    <a:close/>
                    <a:moveTo>
                      <a:pt x="632500" y="236139"/>
                    </a:moveTo>
                    <a:cubicBezTo>
                      <a:pt x="554718" y="199810"/>
                      <a:pt x="483457" y="230550"/>
                      <a:pt x="402881" y="220770"/>
                    </a:cubicBezTo>
                    <a:cubicBezTo>
                      <a:pt x="363292" y="216112"/>
                      <a:pt x="319976" y="210988"/>
                      <a:pt x="282250" y="198413"/>
                    </a:cubicBezTo>
                    <a:cubicBezTo>
                      <a:pt x="247318" y="186769"/>
                      <a:pt x="217509" y="163481"/>
                      <a:pt x="183509" y="149974"/>
                    </a:cubicBezTo>
                    <a:cubicBezTo>
                      <a:pt x="139262" y="132275"/>
                      <a:pt x="39124" y="110385"/>
                      <a:pt x="34466" y="183509"/>
                    </a:cubicBezTo>
                    <a:cubicBezTo>
                      <a:pt x="27945" y="298085"/>
                      <a:pt x="187235" y="327894"/>
                      <a:pt x="267345" y="339072"/>
                    </a:cubicBezTo>
                    <a:cubicBezTo>
                      <a:pt x="333017" y="347921"/>
                      <a:pt x="395895" y="350250"/>
                      <a:pt x="462032" y="345593"/>
                    </a:cubicBezTo>
                    <a:cubicBezTo>
                      <a:pt x="510005" y="342332"/>
                      <a:pt x="565431" y="340004"/>
                      <a:pt x="613404" y="349319"/>
                    </a:cubicBezTo>
                    <a:cubicBezTo>
                      <a:pt x="652993" y="356771"/>
                      <a:pt x="692582" y="369346"/>
                      <a:pt x="732172" y="385648"/>
                    </a:cubicBezTo>
                    <a:cubicBezTo>
                      <a:pt x="737761" y="384251"/>
                      <a:pt x="743350" y="382853"/>
                      <a:pt x="748939" y="381922"/>
                    </a:cubicBezTo>
                    <a:cubicBezTo>
                      <a:pt x="722857" y="321373"/>
                      <a:pt x="695377" y="265482"/>
                      <a:pt x="632500" y="2361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7" name="Google Shape;287;p17"/>
          <p:cNvGrpSpPr/>
          <p:nvPr/>
        </p:nvGrpSpPr>
        <p:grpSpPr>
          <a:xfrm>
            <a:off x="7643876" y="3541566"/>
            <a:ext cx="1654296" cy="1767350"/>
            <a:chOff x="7571426" y="3541566"/>
            <a:chExt cx="1654296" cy="1767350"/>
          </a:xfrm>
        </p:grpSpPr>
        <p:sp>
          <p:nvSpPr>
            <p:cNvPr id="288" name="Google Shape;288;p17"/>
            <p:cNvSpPr/>
            <p:nvPr/>
          </p:nvSpPr>
          <p:spPr>
            <a:xfrm>
              <a:off x="8788103" y="3541566"/>
              <a:ext cx="239090" cy="1249099"/>
            </a:xfrm>
            <a:custGeom>
              <a:rect b="b" l="l" r="r" t="t"/>
              <a:pathLst>
                <a:path extrusionOk="0" h="734764" w="140641">
                  <a:moveTo>
                    <a:pt x="78174" y="729960"/>
                  </a:moveTo>
                  <a:cubicBezTo>
                    <a:pt x="42310" y="713192"/>
                    <a:pt x="12967" y="671274"/>
                    <a:pt x="4118" y="633082"/>
                  </a:cubicBezTo>
                  <a:cubicBezTo>
                    <a:pt x="-11718" y="564616"/>
                    <a:pt x="22283" y="504533"/>
                    <a:pt x="35789" y="438861"/>
                  </a:cubicBezTo>
                  <a:cubicBezTo>
                    <a:pt x="48365" y="377846"/>
                    <a:pt x="38118" y="319627"/>
                    <a:pt x="25077" y="259078"/>
                  </a:cubicBezTo>
                  <a:cubicBezTo>
                    <a:pt x="8310" y="180831"/>
                    <a:pt x="-21964" y="64391"/>
                    <a:pt x="61406" y="10829"/>
                  </a:cubicBezTo>
                  <a:cubicBezTo>
                    <a:pt x="86557" y="-5007"/>
                    <a:pt x="115434" y="-5473"/>
                    <a:pt x="130804" y="22939"/>
                  </a:cubicBezTo>
                  <a:cubicBezTo>
                    <a:pt x="149435" y="56939"/>
                    <a:pt x="137791" y="97460"/>
                    <a:pt x="127078" y="131926"/>
                  </a:cubicBezTo>
                  <a:cubicBezTo>
                    <a:pt x="115434" y="169187"/>
                    <a:pt x="101927" y="199927"/>
                    <a:pt x="107982" y="239516"/>
                  </a:cubicBezTo>
                  <a:cubicBezTo>
                    <a:pt x="113105" y="272585"/>
                    <a:pt x="127078" y="302859"/>
                    <a:pt x="134065" y="335463"/>
                  </a:cubicBezTo>
                  <a:cubicBezTo>
                    <a:pt x="147106" y="395080"/>
                    <a:pt x="141051" y="448176"/>
                    <a:pt x="110777" y="501738"/>
                  </a:cubicBezTo>
                  <a:cubicBezTo>
                    <a:pt x="88886" y="540396"/>
                    <a:pt x="48365" y="587438"/>
                    <a:pt x="53488" y="634479"/>
                  </a:cubicBezTo>
                  <a:cubicBezTo>
                    <a:pt x="55351" y="652178"/>
                    <a:pt x="62804" y="672672"/>
                    <a:pt x="73050" y="687110"/>
                  </a:cubicBezTo>
                  <a:cubicBezTo>
                    <a:pt x="79105" y="695494"/>
                    <a:pt x="90749" y="703412"/>
                    <a:pt x="91215" y="714590"/>
                  </a:cubicBezTo>
                  <a:cubicBezTo>
                    <a:pt x="92612" y="723905"/>
                    <a:pt x="84694" y="743933"/>
                    <a:pt x="78174" y="729960"/>
                  </a:cubicBezTo>
                  <a:close/>
                </a:path>
              </a:pathLst>
            </a:custGeom>
            <a:solidFill>
              <a:srgbClr val="80BB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7"/>
            <p:cNvSpPr/>
            <p:nvPr/>
          </p:nvSpPr>
          <p:spPr>
            <a:xfrm>
              <a:off x="8844863" y="3610390"/>
              <a:ext cx="99560" cy="1134612"/>
            </a:xfrm>
            <a:custGeom>
              <a:rect b="b" l="l" r="r" t="t"/>
              <a:pathLst>
                <a:path extrusionOk="0" h="667419" w="58565">
                  <a:moveTo>
                    <a:pt x="56861" y="579"/>
                  </a:moveTo>
                  <a:cubicBezTo>
                    <a:pt x="-1824" y="69511"/>
                    <a:pt x="23792" y="168718"/>
                    <a:pt x="40094" y="247897"/>
                  </a:cubicBezTo>
                  <a:cubicBezTo>
                    <a:pt x="45217" y="273513"/>
                    <a:pt x="50806" y="299130"/>
                    <a:pt x="51738" y="325678"/>
                  </a:cubicBezTo>
                  <a:cubicBezTo>
                    <a:pt x="53135" y="351761"/>
                    <a:pt x="49409" y="377843"/>
                    <a:pt x="42423" y="403460"/>
                  </a:cubicBezTo>
                  <a:cubicBezTo>
                    <a:pt x="28916" y="451433"/>
                    <a:pt x="6094" y="497543"/>
                    <a:pt x="970" y="547379"/>
                  </a:cubicBezTo>
                  <a:cubicBezTo>
                    <a:pt x="-3688" y="591160"/>
                    <a:pt x="7956" y="641462"/>
                    <a:pt x="46149" y="667079"/>
                  </a:cubicBezTo>
                  <a:cubicBezTo>
                    <a:pt x="48477" y="668476"/>
                    <a:pt x="49875" y="665216"/>
                    <a:pt x="48012" y="663819"/>
                  </a:cubicBezTo>
                  <a:cubicBezTo>
                    <a:pt x="13546" y="637270"/>
                    <a:pt x="2367" y="593023"/>
                    <a:pt x="6094" y="551571"/>
                  </a:cubicBezTo>
                  <a:cubicBezTo>
                    <a:pt x="10285" y="502200"/>
                    <a:pt x="32642" y="457022"/>
                    <a:pt x="46149" y="410446"/>
                  </a:cubicBezTo>
                  <a:cubicBezTo>
                    <a:pt x="52669" y="388090"/>
                    <a:pt x="57327" y="364802"/>
                    <a:pt x="58258" y="341514"/>
                  </a:cubicBezTo>
                  <a:cubicBezTo>
                    <a:pt x="59190" y="317760"/>
                    <a:pt x="56861" y="294472"/>
                    <a:pt x="53135" y="271184"/>
                  </a:cubicBezTo>
                  <a:cubicBezTo>
                    <a:pt x="46149" y="225074"/>
                    <a:pt x="32176" y="179896"/>
                    <a:pt x="28450" y="133320"/>
                  </a:cubicBezTo>
                  <a:cubicBezTo>
                    <a:pt x="24724" y="87676"/>
                    <a:pt x="31244" y="40168"/>
                    <a:pt x="58258" y="1976"/>
                  </a:cubicBezTo>
                  <a:cubicBezTo>
                    <a:pt x="59190" y="579"/>
                    <a:pt x="57793" y="-818"/>
                    <a:pt x="56861" y="57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8465384" y="3744561"/>
              <a:ext cx="456311" cy="1040109"/>
            </a:xfrm>
            <a:custGeom>
              <a:rect b="b" l="l" r="r" t="t"/>
              <a:pathLst>
                <a:path extrusionOk="0" h="611829" w="268418">
                  <a:moveTo>
                    <a:pt x="263075" y="611830"/>
                  </a:moveTo>
                  <a:cubicBezTo>
                    <a:pt x="253294" y="605309"/>
                    <a:pt x="239322" y="608569"/>
                    <a:pt x="227678" y="609035"/>
                  </a:cubicBezTo>
                  <a:cubicBezTo>
                    <a:pt x="199266" y="610433"/>
                    <a:pt x="165266" y="605775"/>
                    <a:pt x="140581" y="589473"/>
                  </a:cubicBezTo>
                  <a:cubicBezTo>
                    <a:pt x="94005" y="558733"/>
                    <a:pt x="70717" y="484678"/>
                    <a:pt x="62799" y="432513"/>
                  </a:cubicBezTo>
                  <a:cubicBezTo>
                    <a:pt x="53018" y="368704"/>
                    <a:pt x="89347" y="293251"/>
                    <a:pt x="63731" y="232237"/>
                  </a:cubicBezTo>
                  <a:cubicBezTo>
                    <a:pt x="52087" y="204757"/>
                    <a:pt x="36251" y="183798"/>
                    <a:pt x="19949" y="159579"/>
                  </a:cubicBezTo>
                  <a:cubicBezTo>
                    <a:pt x="-2407" y="126510"/>
                    <a:pt x="-4270" y="81797"/>
                    <a:pt x="5977" y="44070"/>
                  </a:cubicBezTo>
                  <a:cubicBezTo>
                    <a:pt x="13429" y="16591"/>
                    <a:pt x="33456" y="-9026"/>
                    <a:pt x="63731" y="3084"/>
                  </a:cubicBezTo>
                  <a:cubicBezTo>
                    <a:pt x="97265" y="16125"/>
                    <a:pt x="96334" y="54783"/>
                    <a:pt x="98662" y="84591"/>
                  </a:cubicBezTo>
                  <a:cubicBezTo>
                    <a:pt x="102854" y="140948"/>
                    <a:pt x="149896" y="172620"/>
                    <a:pt x="147567" y="230840"/>
                  </a:cubicBezTo>
                  <a:cubicBezTo>
                    <a:pt x="145238" y="289525"/>
                    <a:pt x="124745" y="343087"/>
                    <a:pt x="129403" y="402239"/>
                  </a:cubicBezTo>
                  <a:cubicBezTo>
                    <a:pt x="132663" y="446951"/>
                    <a:pt x="127074" y="503774"/>
                    <a:pt x="157814" y="540569"/>
                  </a:cubicBezTo>
                  <a:cubicBezTo>
                    <a:pt x="178773" y="565720"/>
                    <a:pt x="206253" y="581555"/>
                    <a:pt x="237924" y="588076"/>
                  </a:cubicBezTo>
                  <a:cubicBezTo>
                    <a:pt x="244445" y="589473"/>
                    <a:pt x="282171" y="595528"/>
                    <a:pt x="263075" y="611830"/>
                  </a:cubicBezTo>
                  <a:close/>
                </a:path>
              </a:pathLst>
            </a:custGeom>
            <a:solidFill>
              <a:srgbClr val="80BB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8549265" y="3812557"/>
              <a:ext cx="336982" cy="950987"/>
            </a:xfrm>
            <a:custGeom>
              <a:rect b="b" l="l" r="r" t="t"/>
              <a:pathLst>
                <a:path extrusionOk="0" h="559404" w="198225">
                  <a:moveTo>
                    <a:pt x="197382" y="556887"/>
                  </a:moveTo>
                  <a:cubicBezTo>
                    <a:pt x="178752" y="553627"/>
                    <a:pt x="161053" y="549901"/>
                    <a:pt x="143820" y="541517"/>
                  </a:cubicBezTo>
                  <a:cubicBezTo>
                    <a:pt x="127053" y="533133"/>
                    <a:pt x="111683" y="522421"/>
                    <a:pt x="98176" y="508914"/>
                  </a:cubicBezTo>
                  <a:cubicBezTo>
                    <a:pt x="69764" y="480037"/>
                    <a:pt x="54860" y="442776"/>
                    <a:pt x="51600" y="402721"/>
                  </a:cubicBezTo>
                  <a:cubicBezTo>
                    <a:pt x="48339" y="359871"/>
                    <a:pt x="55326" y="316556"/>
                    <a:pt x="58586" y="273706"/>
                  </a:cubicBezTo>
                  <a:cubicBezTo>
                    <a:pt x="61381" y="230856"/>
                    <a:pt x="58586" y="190335"/>
                    <a:pt x="42751" y="150280"/>
                  </a:cubicBezTo>
                  <a:cubicBezTo>
                    <a:pt x="23654" y="102773"/>
                    <a:pt x="-6154" y="54334"/>
                    <a:pt x="5956" y="772"/>
                  </a:cubicBezTo>
                  <a:cubicBezTo>
                    <a:pt x="5956" y="-160"/>
                    <a:pt x="5024" y="-160"/>
                    <a:pt x="5024" y="306"/>
                  </a:cubicBezTo>
                  <a:cubicBezTo>
                    <a:pt x="-9414" y="44553"/>
                    <a:pt x="10147" y="89731"/>
                    <a:pt x="27380" y="129787"/>
                  </a:cubicBezTo>
                  <a:cubicBezTo>
                    <a:pt x="36695" y="151677"/>
                    <a:pt x="45545" y="174034"/>
                    <a:pt x="49737" y="197322"/>
                  </a:cubicBezTo>
                  <a:cubicBezTo>
                    <a:pt x="53463" y="219678"/>
                    <a:pt x="53463" y="242966"/>
                    <a:pt x="52066" y="265322"/>
                  </a:cubicBezTo>
                  <a:cubicBezTo>
                    <a:pt x="49737" y="310035"/>
                    <a:pt x="41819" y="354748"/>
                    <a:pt x="45545" y="399461"/>
                  </a:cubicBezTo>
                  <a:cubicBezTo>
                    <a:pt x="48805" y="438585"/>
                    <a:pt x="62312" y="475845"/>
                    <a:pt x="88860" y="505188"/>
                  </a:cubicBezTo>
                  <a:cubicBezTo>
                    <a:pt x="115409" y="534531"/>
                    <a:pt x="156395" y="558284"/>
                    <a:pt x="196916" y="559216"/>
                  </a:cubicBezTo>
                  <a:cubicBezTo>
                    <a:pt x="198314" y="560147"/>
                    <a:pt x="198780" y="557353"/>
                    <a:pt x="197382" y="55688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8168243" y="3877685"/>
              <a:ext cx="701908" cy="957836"/>
            </a:xfrm>
            <a:custGeom>
              <a:rect b="b" l="l" r="r" t="t"/>
              <a:pathLst>
                <a:path extrusionOk="0" h="563433" w="412887">
                  <a:moveTo>
                    <a:pt x="412888" y="538566"/>
                  </a:moveTo>
                  <a:cubicBezTo>
                    <a:pt x="399381" y="552538"/>
                    <a:pt x="366312" y="558594"/>
                    <a:pt x="347682" y="561854"/>
                  </a:cubicBezTo>
                  <a:cubicBezTo>
                    <a:pt x="310887" y="567909"/>
                    <a:pt x="272229" y="555799"/>
                    <a:pt x="239626" y="538566"/>
                  </a:cubicBezTo>
                  <a:cubicBezTo>
                    <a:pt x="180940" y="506894"/>
                    <a:pt x="99433" y="463113"/>
                    <a:pt x="77076" y="396975"/>
                  </a:cubicBezTo>
                  <a:cubicBezTo>
                    <a:pt x="53323" y="327577"/>
                    <a:pt x="92446" y="260974"/>
                    <a:pt x="52857" y="194836"/>
                  </a:cubicBezTo>
                  <a:cubicBezTo>
                    <a:pt x="36555" y="167357"/>
                    <a:pt x="10007" y="145466"/>
                    <a:pt x="2555" y="113328"/>
                  </a:cubicBezTo>
                  <a:cubicBezTo>
                    <a:pt x="-4432" y="81191"/>
                    <a:pt x="226" y="-4043"/>
                    <a:pt x="50994" y="149"/>
                  </a:cubicBezTo>
                  <a:cubicBezTo>
                    <a:pt x="84062" y="2478"/>
                    <a:pt x="81734" y="40204"/>
                    <a:pt x="86391" y="64424"/>
                  </a:cubicBezTo>
                  <a:cubicBezTo>
                    <a:pt x="92912" y="97493"/>
                    <a:pt x="112474" y="113794"/>
                    <a:pt x="129241" y="141274"/>
                  </a:cubicBezTo>
                  <a:cubicBezTo>
                    <a:pt x="145077" y="166891"/>
                    <a:pt x="147871" y="199028"/>
                    <a:pt x="142748" y="228836"/>
                  </a:cubicBezTo>
                  <a:cubicBezTo>
                    <a:pt x="137625" y="260508"/>
                    <a:pt x="120392" y="287988"/>
                    <a:pt x="139488" y="318262"/>
                  </a:cubicBezTo>
                  <a:cubicBezTo>
                    <a:pt x="151132" y="336892"/>
                    <a:pt x="162776" y="350400"/>
                    <a:pt x="169296" y="372290"/>
                  </a:cubicBezTo>
                  <a:cubicBezTo>
                    <a:pt x="176748" y="397441"/>
                    <a:pt x="180475" y="423524"/>
                    <a:pt x="195379" y="445880"/>
                  </a:cubicBezTo>
                  <a:cubicBezTo>
                    <a:pt x="217735" y="479880"/>
                    <a:pt x="253133" y="506894"/>
                    <a:pt x="288530" y="525990"/>
                  </a:cubicBezTo>
                  <a:cubicBezTo>
                    <a:pt x="316942" y="541360"/>
                    <a:pt x="348613" y="541826"/>
                    <a:pt x="379819" y="537634"/>
                  </a:cubicBezTo>
                  <a:cubicBezTo>
                    <a:pt x="390066" y="535771"/>
                    <a:pt x="409162" y="531579"/>
                    <a:pt x="412888" y="538566"/>
                  </a:cubicBezTo>
                  <a:close/>
                </a:path>
              </a:pathLst>
            </a:custGeom>
            <a:solidFill>
              <a:srgbClr val="80BB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8238548" y="3955605"/>
              <a:ext cx="583630" cy="866089"/>
            </a:xfrm>
            <a:custGeom>
              <a:rect b="b" l="l" r="r" t="t"/>
              <a:pathLst>
                <a:path extrusionOk="0" h="509464" w="343312">
                  <a:moveTo>
                    <a:pt x="342614" y="506657"/>
                  </a:moveTo>
                  <a:cubicBezTo>
                    <a:pt x="320723" y="504794"/>
                    <a:pt x="298832" y="503863"/>
                    <a:pt x="277408" y="498739"/>
                  </a:cubicBezTo>
                  <a:cubicBezTo>
                    <a:pt x="256448" y="494082"/>
                    <a:pt x="235955" y="486629"/>
                    <a:pt x="216859" y="477314"/>
                  </a:cubicBezTo>
                  <a:cubicBezTo>
                    <a:pt x="177735" y="457752"/>
                    <a:pt x="143735" y="429341"/>
                    <a:pt x="118118" y="393478"/>
                  </a:cubicBezTo>
                  <a:cubicBezTo>
                    <a:pt x="93433" y="359012"/>
                    <a:pt x="77132" y="318957"/>
                    <a:pt x="70145" y="277504"/>
                  </a:cubicBezTo>
                  <a:cubicBezTo>
                    <a:pt x="66419" y="255148"/>
                    <a:pt x="66419" y="232326"/>
                    <a:pt x="67351" y="209503"/>
                  </a:cubicBezTo>
                  <a:cubicBezTo>
                    <a:pt x="68282" y="187147"/>
                    <a:pt x="69214" y="163859"/>
                    <a:pt x="62693" y="141968"/>
                  </a:cubicBezTo>
                  <a:cubicBezTo>
                    <a:pt x="48720" y="93995"/>
                    <a:pt x="-7171" y="55337"/>
                    <a:pt x="4473" y="1309"/>
                  </a:cubicBezTo>
                  <a:cubicBezTo>
                    <a:pt x="4939" y="-88"/>
                    <a:pt x="2610" y="-554"/>
                    <a:pt x="2145" y="844"/>
                  </a:cubicBezTo>
                  <a:cubicBezTo>
                    <a:pt x="-9499" y="47885"/>
                    <a:pt x="29158" y="84680"/>
                    <a:pt x="48720" y="123338"/>
                  </a:cubicBezTo>
                  <a:cubicBezTo>
                    <a:pt x="71542" y="168517"/>
                    <a:pt x="56172" y="220682"/>
                    <a:pt x="62227" y="269120"/>
                  </a:cubicBezTo>
                  <a:cubicBezTo>
                    <a:pt x="72940" y="355286"/>
                    <a:pt x="124639" y="433067"/>
                    <a:pt x="201023" y="474986"/>
                  </a:cubicBezTo>
                  <a:cubicBezTo>
                    <a:pt x="222448" y="486629"/>
                    <a:pt x="245270" y="495945"/>
                    <a:pt x="269024" y="501534"/>
                  </a:cubicBezTo>
                  <a:cubicBezTo>
                    <a:pt x="292778" y="507589"/>
                    <a:pt x="318394" y="511315"/>
                    <a:pt x="342614" y="508520"/>
                  </a:cubicBezTo>
                  <a:cubicBezTo>
                    <a:pt x="343545" y="508055"/>
                    <a:pt x="343545" y="506657"/>
                    <a:pt x="342614" y="5066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7571426" y="4698443"/>
              <a:ext cx="1654296" cy="610473"/>
            </a:xfrm>
            <a:custGeom>
              <a:rect b="b" l="l" r="r" t="t"/>
              <a:pathLst>
                <a:path extrusionOk="0" h="359102" w="973115">
                  <a:moveTo>
                    <a:pt x="0" y="320765"/>
                  </a:moveTo>
                  <a:cubicBezTo>
                    <a:pt x="43781" y="272792"/>
                    <a:pt x="74987" y="216901"/>
                    <a:pt x="133207" y="181038"/>
                  </a:cubicBezTo>
                  <a:cubicBezTo>
                    <a:pt x="199810" y="140051"/>
                    <a:pt x="295291" y="116298"/>
                    <a:pt x="371675" y="103257"/>
                  </a:cubicBezTo>
                  <a:cubicBezTo>
                    <a:pt x="449457" y="90215"/>
                    <a:pt x="526307" y="114435"/>
                    <a:pt x="604089" y="93010"/>
                  </a:cubicBezTo>
                  <a:cubicBezTo>
                    <a:pt x="685131" y="71119"/>
                    <a:pt x="765241" y="41776"/>
                    <a:pt x="843022" y="11968"/>
                  </a:cubicBezTo>
                  <a:cubicBezTo>
                    <a:pt x="913352" y="-15046"/>
                    <a:pt x="959928" y="1721"/>
                    <a:pt x="971572" y="82297"/>
                  </a:cubicBezTo>
                  <a:cubicBezTo>
                    <a:pt x="992531" y="226682"/>
                    <a:pt x="795049" y="287697"/>
                    <a:pt x="685596" y="309121"/>
                  </a:cubicBezTo>
                  <a:cubicBezTo>
                    <a:pt x="626911" y="320765"/>
                    <a:pt x="569157" y="319834"/>
                    <a:pt x="512334" y="340793"/>
                  </a:cubicBezTo>
                  <a:cubicBezTo>
                    <a:pt x="469485" y="356629"/>
                    <a:pt x="436416" y="359889"/>
                    <a:pt x="390306" y="358958"/>
                  </a:cubicBezTo>
                  <a:cubicBezTo>
                    <a:pt x="301812" y="357095"/>
                    <a:pt x="219372" y="348245"/>
                    <a:pt x="132275" y="334738"/>
                  </a:cubicBezTo>
                  <a:cubicBezTo>
                    <a:pt x="91754" y="327752"/>
                    <a:pt x="40987" y="320300"/>
                    <a:pt x="0" y="3207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7822171" y="4801823"/>
              <a:ext cx="1403049" cy="505160"/>
            </a:xfrm>
            <a:custGeom>
              <a:rect b="b" l="l" r="r" t="t"/>
              <a:pathLst>
                <a:path extrusionOk="0" h="297153" w="825323">
                  <a:moveTo>
                    <a:pt x="380990" y="143453"/>
                  </a:moveTo>
                  <a:cubicBezTo>
                    <a:pt x="471813" y="144385"/>
                    <a:pt x="566362" y="135070"/>
                    <a:pt x="647870" y="93618"/>
                  </a:cubicBezTo>
                  <a:cubicBezTo>
                    <a:pt x="688391" y="73124"/>
                    <a:pt x="728912" y="63809"/>
                    <a:pt x="772227" y="50768"/>
                  </a:cubicBezTo>
                  <a:cubicBezTo>
                    <a:pt x="784337" y="47042"/>
                    <a:pt x="805762" y="46110"/>
                    <a:pt x="825324" y="43315"/>
                  </a:cubicBezTo>
                  <a:cubicBezTo>
                    <a:pt x="825324" y="35863"/>
                    <a:pt x="824858" y="28411"/>
                    <a:pt x="823927" y="20959"/>
                  </a:cubicBezTo>
                  <a:cubicBezTo>
                    <a:pt x="822995" y="13507"/>
                    <a:pt x="821598" y="6521"/>
                    <a:pt x="819735" y="0"/>
                  </a:cubicBezTo>
                  <a:cubicBezTo>
                    <a:pt x="805296" y="3726"/>
                    <a:pt x="790858" y="9781"/>
                    <a:pt x="781077" y="12576"/>
                  </a:cubicBezTo>
                  <a:cubicBezTo>
                    <a:pt x="720062" y="31672"/>
                    <a:pt x="663706" y="34000"/>
                    <a:pt x="603623" y="60549"/>
                  </a:cubicBezTo>
                  <a:cubicBezTo>
                    <a:pt x="521184" y="97344"/>
                    <a:pt x="461101" y="107590"/>
                    <a:pt x="371209" y="100138"/>
                  </a:cubicBezTo>
                  <a:cubicBezTo>
                    <a:pt x="286907" y="93152"/>
                    <a:pt x="190029" y="114577"/>
                    <a:pt x="113645" y="154632"/>
                  </a:cubicBezTo>
                  <a:cubicBezTo>
                    <a:pt x="78713" y="173262"/>
                    <a:pt x="63809" y="194687"/>
                    <a:pt x="45179" y="228222"/>
                  </a:cubicBezTo>
                  <a:cubicBezTo>
                    <a:pt x="32603" y="251044"/>
                    <a:pt x="17699" y="263619"/>
                    <a:pt x="0" y="275263"/>
                  </a:cubicBezTo>
                  <a:cubicBezTo>
                    <a:pt x="13973" y="277126"/>
                    <a:pt x="27480" y="279455"/>
                    <a:pt x="40987" y="281318"/>
                  </a:cubicBezTo>
                  <a:cubicBezTo>
                    <a:pt x="81508" y="250578"/>
                    <a:pt x="113645" y="196550"/>
                    <a:pt x="148577" y="173728"/>
                  </a:cubicBezTo>
                  <a:cubicBezTo>
                    <a:pt x="217044" y="130412"/>
                    <a:pt x="305072" y="142988"/>
                    <a:pt x="380990" y="143453"/>
                  </a:cubicBezTo>
                  <a:close/>
                  <a:moveTo>
                    <a:pt x="596637" y="170933"/>
                  </a:moveTo>
                  <a:cubicBezTo>
                    <a:pt x="571951" y="182112"/>
                    <a:pt x="546334" y="191427"/>
                    <a:pt x="520252" y="197016"/>
                  </a:cubicBezTo>
                  <a:cubicBezTo>
                    <a:pt x="492307" y="203071"/>
                    <a:pt x="463895" y="204468"/>
                    <a:pt x="435484" y="206331"/>
                  </a:cubicBezTo>
                  <a:cubicBezTo>
                    <a:pt x="382853" y="209591"/>
                    <a:pt x="330223" y="212852"/>
                    <a:pt x="281784" y="236605"/>
                  </a:cubicBezTo>
                  <a:cubicBezTo>
                    <a:pt x="252441" y="251044"/>
                    <a:pt x="225893" y="271537"/>
                    <a:pt x="204468" y="296688"/>
                  </a:cubicBezTo>
                  <a:cubicBezTo>
                    <a:pt x="206331" y="296688"/>
                    <a:pt x="208194" y="296688"/>
                    <a:pt x="210057" y="297154"/>
                  </a:cubicBezTo>
                  <a:cubicBezTo>
                    <a:pt x="229153" y="278523"/>
                    <a:pt x="250578" y="262688"/>
                    <a:pt x="274797" y="250578"/>
                  </a:cubicBezTo>
                  <a:cubicBezTo>
                    <a:pt x="321839" y="227290"/>
                    <a:pt x="374004" y="223564"/>
                    <a:pt x="425237" y="221701"/>
                  </a:cubicBezTo>
                  <a:cubicBezTo>
                    <a:pt x="452717" y="220770"/>
                    <a:pt x="479731" y="219838"/>
                    <a:pt x="506745" y="216578"/>
                  </a:cubicBezTo>
                  <a:cubicBezTo>
                    <a:pt x="532828" y="213317"/>
                    <a:pt x="557978" y="206797"/>
                    <a:pt x="582198" y="197947"/>
                  </a:cubicBezTo>
                  <a:cubicBezTo>
                    <a:pt x="632034" y="179783"/>
                    <a:pt x="678144" y="152303"/>
                    <a:pt x="727514" y="132275"/>
                  </a:cubicBezTo>
                  <a:cubicBezTo>
                    <a:pt x="753131" y="121563"/>
                    <a:pt x="780145" y="112714"/>
                    <a:pt x="807159" y="108056"/>
                  </a:cubicBezTo>
                  <a:cubicBezTo>
                    <a:pt x="811351" y="100604"/>
                    <a:pt x="815077" y="92686"/>
                    <a:pt x="817872" y="84768"/>
                  </a:cubicBezTo>
                  <a:cubicBezTo>
                    <a:pt x="792721" y="87562"/>
                    <a:pt x="768036" y="93618"/>
                    <a:pt x="744282" y="102467"/>
                  </a:cubicBezTo>
                  <a:cubicBezTo>
                    <a:pt x="693514" y="120632"/>
                    <a:pt x="646472" y="148577"/>
                    <a:pt x="596637" y="1709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7"/>
          <p:cNvGrpSpPr/>
          <p:nvPr/>
        </p:nvGrpSpPr>
        <p:grpSpPr>
          <a:xfrm>
            <a:off x="314675" y="264900"/>
            <a:ext cx="8549075" cy="4615600"/>
            <a:chOff x="314675" y="264900"/>
            <a:chExt cx="8549075" cy="4615600"/>
          </a:xfrm>
        </p:grpSpPr>
        <p:sp>
          <p:nvSpPr>
            <p:cNvPr id="297" name="Google Shape;297;p17"/>
            <p:cNvSpPr/>
            <p:nvPr/>
          </p:nvSpPr>
          <p:spPr>
            <a:xfrm>
              <a:off x="314675" y="1958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2560375" y="47437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299" name="Google Shape;299;p17"/>
            <p:cNvSpPr/>
            <p:nvPr/>
          </p:nvSpPr>
          <p:spPr>
            <a:xfrm>
              <a:off x="5369050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00" name="Google Shape;300;p17"/>
            <p:cNvSpPr/>
            <p:nvPr/>
          </p:nvSpPr>
          <p:spPr>
            <a:xfrm>
              <a:off x="8757250" y="23032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  <p:sp>
        <p:nvSpPr>
          <p:cNvPr id="301" name="Google Shape;301;p17"/>
          <p:cNvSpPr/>
          <p:nvPr/>
        </p:nvSpPr>
        <p:spPr>
          <a:xfrm>
            <a:off x="7622211" y="-153043"/>
            <a:ext cx="2737549" cy="1750384"/>
          </a:xfrm>
          <a:custGeom>
            <a:rect b="b" l="l" r="r" t="t"/>
            <a:pathLst>
              <a:path extrusionOk="0" h="1102604" w="1724440">
                <a:moveTo>
                  <a:pt x="90" y="196101"/>
                </a:moveTo>
                <a:cubicBezTo>
                  <a:pt x="-1758" y="249250"/>
                  <a:pt x="25048" y="302399"/>
                  <a:pt x="68954" y="332440"/>
                </a:cubicBezTo>
                <a:cubicBezTo>
                  <a:pt x="135968" y="378195"/>
                  <a:pt x="235334" y="371725"/>
                  <a:pt x="285710" y="435042"/>
                </a:cubicBezTo>
                <a:cubicBezTo>
                  <a:pt x="319910" y="478023"/>
                  <a:pt x="318524" y="538105"/>
                  <a:pt x="334700" y="590330"/>
                </a:cubicBezTo>
                <a:cubicBezTo>
                  <a:pt x="373059" y="711418"/>
                  <a:pt x="504777" y="779819"/>
                  <a:pt x="630950" y="796919"/>
                </a:cubicBezTo>
                <a:cubicBezTo>
                  <a:pt x="757122" y="814020"/>
                  <a:pt x="885142" y="793684"/>
                  <a:pt x="1011777" y="803390"/>
                </a:cubicBezTo>
                <a:cubicBezTo>
                  <a:pt x="1213282" y="818641"/>
                  <a:pt x="1407855" y="913386"/>
                  <a:pt x="1543732" y="1062666"/>
                </a:cubicBezTo>
                <a:cubicBezTo>
                  <a:pt x="1557597" y="1077918"/>
                  <a:pt x="1571925" y="1094094"/>
                  <a:pt x="1591336" y="1100564"/>
                </a:cubicBezTo>
                <a:cubicBezTo>
                  <a:pt x="1610746" y="1107034"/>
                  <a:pt x="1636628" y="1097791"/>
                  <a:pt x="1640326" y="1077456"/>
                </a:cubicBezTo>
                <a:cubicBezTo>
                  <a:pt x="1642637" y="1062204"/>
                  <a:pt x="1632468" y="1048339"/>
                  <a:pt x="1622301" y="1037247"/>
                </a:cubicBezTo>
                <a:cubicBezTo>
                  <a:pt x="1524321" y="925864"/>
                  <a:pt x="1397688" y="839901"/>
                  <a:pt x="1258112" y="789525"/>
                </a:cubicBezTo>
                <a:cubicBezTo>
                  <a:pt x="1239625" y="782592"/>
                  <a:pt x="1219753" y="776122"/>
                  <a:pt x="1206812" y="761332"/>
                </a:cubicBezTo>
                <a:cubicBezTo>
                  <a:pt x="1180468" y="732216"/>
                  <a:pt x="1192947" y="681840"/>
                  <a:pt x="1223449" y="656883"/>
                </a:cubicBezTo>
                <a:cubicBezTo>
                  <a:pt x="1253953" y="631925"/>
                  <a:pt x="1295548" y="625455"/>
                  <a:pt x="1334832" y="624069"/>
                </a:cubicBezTo>
                <a:cubicBezTo>
                  <a:pt x="1470248" y="618060"/>
                  <a:pt x="1607049" y="651336"/>
                  <a:pt x="1724440" y="719275"/>
                </a:cubicBezTo>
                <a:cubicBezTo>
                  <a:pt x="1709188" y="630077"/>
                  <a:pt x="1635242" y="557054"/>
                  <a:pt x="1548816" y="528862"/>
                </a:cubicBezTo>
                <a:cubicBezTo>
                  <a:pt x="1462391" y="501132"/>
                  <a:pt x="1366721" y="513610"/>
                  <a:pt x="1283531" y="549659"/>
                </a:cubicBezTo>
                <a:cubicBezTo>
                  <a:pt x="1207736" y="582473"/>
                  <a:pt x="1141646" y="633312"/>
                  <a:pt x="1070472" y="674445"/>
                </a:cubicBezTo>
                <a:cubicBezTo>
                  <a:pt x="998836" y="715578"/>
                  <a:pt x="917957" y="747930"/>
                  <a:pt x="836153" y="737762"/>
                </a:cubicBezTo>
                <a:cubicBezTo>
                  <a:pt x="754348" y="727594"/>
                  <a:pt x="674856" y="663815"/>
                  <a:pt x="671158" y="581087"/>
                </a:cubicBezTo>
                <a:cubicBezTo>
                  <a:pt x="666999" y="482645"/>
                  <a:pt x="760819" y="412858"/>
                  <a:pt x="818590" y="332903"/>
                </a:cubicBezTo>
                <a:cubicBezTo>
                  <a:pt x="868966" y="262653"/>
                  <a:pt x="893924" y="174841"/>
                  <a:pt x="887453" y="88415"/>
                </a:cubicBezTo>
                <a:cubicBezTo>
                  <a:pt x="885605" y="66231"/>
                  <a:pt x="881907" y="43585"/>
                  <a:pt x="868966" y="25098"/>
                </a:cubicBezTo>
                <a:cubicBezTo>
                  <a:pt x="856025" y="7074"/>
                  <a:pt x="832455" y="-4943"/>
                  <a:pt x="811195" y="1990"/>
                </a:cubicBezTo>
                <a:cubicBezTo>
                  <a:pt x="789936" y="8922"/>
                  <a:pt x="777457" y="32493"/>
                  <a:pt x="775608" y="55139"/>
                </a:cubicBezTo>
                <a:cubicBezTo>
                  <a:pt x="773760" y="77786"/>
                  <a:pt x="779306" y="99970"/>
                  <a:pt x="781154" y="122616"/>
                </a:cubicBezTo>
                <a:cubicBezTo>
                  <a:pt x="791784" y="236771"/>
                  <a:pt x="714140" y="337524"/>
                  <a:pt x="640656" y="425798"/>
                </a:cubicBezTo>
                <a:cubicBezTo>
                  <a:pt x="594900" y="480796"/>
                  <a:pt x="530197" y="541803"/>
                  <a:pt x="462258" y="519156"/>
                </a:cubicBezTo>
                <a:cubicBezTo>
                  <a:pt x="393395" y="496048"/>
                  <a:pt x="379068" y="400379"/>
                  <a:pt x="407722" y="333365"/>
                </a:cubicBezTo>
                <a:cubicBezTo>
                  <a:pt x="435915" y="266350"/>
                  <a:pt x="491838" y="214587"/>
                  <a:pt x="525113" y="150346"/>
                </a:cubicBezTo>
                <a:cubicBezTo>
                  <a:pt x="541289" y="118456"/>
                  <a:pt x="550070" y="75475"/>
                  <a:pt x="524651" y="50980"/>
                </a:cubicBezTo>
                <a:cubicBezTo>
                  <a:pt x="495073" y="22788"/>
                  <a:pt x="443310" y="43585"/>
                  <a:pt x="421587" y="78248"/>
                </a:cubicBezTo>
                <a:cubicBezTo>
                  <a:pt x="399865" y="112448"/>
                  <a:pt x="396168" y="154968"/>
                  <a:pt x="382303" y="193328"/>
                </a:cubicBezTo>
                <a:cubicBezTo>
                  <a:pt x="354573" y="268661"/>
                  <a:pt x="276467" y="327819"/>
                  <a:pt x="196974" y="316727"/>
                </a:cubicBezTo>
                <a:cubicBezTo>
                  <a:pt x="117481" y="305172"/>
                  <a:pt x="56937" y="209503"/>
                  <a:pt x="94373" y="138330"/>
                </a:cubicBezTo>
                <a:cubicBezTo>
                  <a:pt x="101767" y="124002"/>
                  <a:pt x="112860" y="111062"/>
                  <a:pt x="118405" y="95810"/>
                </a:cubicBezTo>
                <a:cubicBezTo>
                  <a:pt x="123951" y="80559"/>
                  <a:pt x="123027" y="61148"/>
                  <a:pt x="110549" y="50980"/>
                </a:cubicBezTo>
                <a:cubicBezTo>
                  <a:pt x="67104" y="16779"/>
                  <a:pt x="1477" y="165135"/>
                  <a:pt x="90" y="1961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7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8"/>
          <p:cNvGrpSpPr/>
          <p:nvPr/>
        </p:nvGrpSpPr>
        <p:grpSpPr>
          <a:xfrm>
            <a:off x="-116332" y="3099276"/>
            <a:ext cx="9278812" cy="2218405"/>
            <a:chOff x="-116332" y="3099276"/>
            <a:chExt cx="9278812" cy="2218405"/>
          </a:xfrm>
        </p:grpSpPr>
        <p:grpSp>
          <p:nvGrpSpPr>
            <p:cNvPr id="304" name="Google Shape;304;p18"/>
            <p:cNvGrpSpPr/>
            <p:nvPr/>
          </p:nvGrpSpPr>
          <p:grpSpPr>
            <a:xfrm flipH="1" rot="129989">
              <a:off x="-97019" y="4151560"/>
              <a:ext cx="3827351" cy="1094168"/>
              <a:chOff x="5413340" y="4131450"/>
              <a:chExt cx="3827678" cy="1094262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5413340" y="4131450"/>
                <a:ext cx="3827678" cy="1094262"/>
              </a:xfrm>
              <a:custGeom>
                <a:rect b="b" l="l" r="r" t="t"/>
                <a:pathLst>
                  <a:path extrusionOk="0" h="433371" w="1515912">
                    <a:moveTo>
                      <a:pt x="1515912" y="0"/>
                    </a:moveTo>
                    <a:cubicBezTo>
                      <a:pt x="1503434" y="5084"/>
                      <a:pt x="1407303" y="11092"/>
                      <a:pt x="1370791" y="18949"/>
                    </a:cubicBezTo>
                    <a:cubicBezTo>
                      <a:pt x="1292685" y="36049"/>
                      <a:pt x="1194243" y="62393"/>
                      <a:pt x="1128615" y="108147"/>
                    </a:cubicBezTo>
                    <a:cubicBezTo>
                      <a:pt x="1059290" y="156213"/>
                      <a:pt x="1006603" y="207513"/>
                      <a:pt x="923874" y="234319"/>
                    </a:cubicBezTo>
                    <a:cubicBezTo>
                      <a:pt x="849927" y="257890"/>
                      <a:pt x="787073" y="244949"/>
                      <a:pt x="712664" y="247260"/>
                    </a:cubicBezTo>
                    <a:cubicBezTo>
                      <a:pt x="672455" y="248647"/>
                      <a:pt x="638254" y="270368"/>
                      <a:pt x="599894" y="273604"/>
                    </a:cubicBezTo>
                    <a:cubicBezTo>
                      <a:pt x="561072" y="276839"/>
                      <a:pt x="517629" y="255579"/>
                      <a:pt x="480193" y="248647"/>
                    </a:cubicBezTo>
                    <a:cubicBezTo>
                      <a:pt x="409481" y="235244"/>
                      <a:pt x="357256" y="253268"/>
                      <a:pt x="294863" y="284696"/>
                    </a:cubicBezTo>
                    <a:cubicBezTo>
                      <a:pt x="210749" y="326753"/>
                      <a:pt x="97980" y="432590"/>
                      <a:pt x="0" y="390070"/>
                    </a:cubicBezTo>
                    <a:cubicBezTo>
                      <a:pt x="0" y="390070"/>
                      <a:pt x="52225" y="426581"/>
                      <a:pt x="149742" y="432127"/>
                    </a:cubicBezTo>
                    <a:cubicBezTo>
                      <a:pt x="247260" y="437673"/>
                      <a:pt x="1479863" y="422884"/>
                      <a:pt x="1479863" y="422884"/>
                    </a:cubicBezTo>
                    <a:lnTo>
                      <a:pt x="15159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7121200" y="4163649"/>
                <a:ext cx="701704" cy="744128"/>
              </a:xfrm>
              <a:custGeom>
                <a:rect b="b" l="l" r="r" t="t"/>
                <a:pathLst>
                  <a:path extrusionOk="0" h="742272" w="699954">
                    <a:moveTo>
                      <a:pt x="280250" y="717813"/>
                    </a:moveTo>
                    <a:cubicBezTo>
                      <a:pt x="291805" y="682688"/>
                      <a:pt x="304284" y="645715"/>
                      <a:pt x="332014" y="620757"/>
                    </a:cubicBezTo>
                    <a:cubicBezTo>
                      <a:pt x="359282" y="595800"/>
                      <a:pt x="406885" y="588406"/>
                      <a:pt x="432304" y="615674"/>
                    </a:cubicBezTo>
                    <a:cubicBezTo>
                      <a:pt x="437850" y="621220"/>
                      <a:pt x="442009" y="628152"/>
                      <a:pt x="448480" y="632774"/>
                    </a:cubicBezTo>
                    <a:cubicBezTo>
                      <a:pt x="465118" y="643404"/>
                      <a:pt x="486840" y="632312"/>
                      <a:pt x="506251" y="634160"/>
                    </a:cubicBezTo>
                    <a:cubicBezTo>
                      <a:pt x="526125" y="636009"/>
                      <a:pt x="542762" y="652185"/>
                      <a:pt x="550619" y="670672"/>
                    </a:cubicBezTo>
                    <a:cubicBezTo>
                      <a:pt x="558477" y="689158"/>
                      <a:pt x="559401" y="709956"/>
                      <a:pt x="559862" y="729829"/>
                    </a:cubicBezTo>
                    <a:cubicBezTo>
                      <a:pt x="566795" y="733527"/>
                      <a:pt x="573727" y="736762"/>
                      <a:pt x="580660" y="740459"/>
                    </a:cubicBezTo>
                    <a:cubicBezTo>
                      <a:pt x="589442" y="745081"/>
                      <a:pt x="600996" y="740459"/>
                      <a:pt x="605155" y="731216"/>
                    </a:cubicBezTo>
                    <a:cubicBezTo>
                      <a:pt x="609315" y="722434"/>
                      <a:pt x="608390" y="711805"/>
                      <a:pt x="607004" y="702099"/>
                    </a:cubicBezTo>
                    <a:cubicBezTo>
                      <a:pt x="603768" y="679915"/>
                      <a:pt x="600533" y="656344"/>
                      <a:pt x="587131" y="638320"/>
                    </a:cubicBezTo>
                    <a:cubicBezTo>
                      <a:pt x="575577" y="622606"/>
                      <a:pt x="556627" y="612438"/>
                      <a:pt x="537216" y="608741"/>
                    </a:cubicBezTo>
                    <a:cubicBezTo>
                      <a:pt x="528436" y="607355"/>
                      <a:pt x="519654" y="606892"/>
                      <a:pt x="511797" y="603195"/>
                    </a:cubicBezTo>
                    <a:cubicBezTo>
                      <a:pt x="503940" y="599498"/>
                      <a:pt x="497008" y="591641"/>
                      <a:pt x="497932" y="582860"/>
                    </a:cubicBezTo>
                    <a:cubicBezTo>
                      <a:pt x="499319" y="572692"/>
                      <a:pt x="510873" y="567146"/>
                      <a:pt x="521040" y="564835"/>
                    </a:cubicBezTo>
                    <a:cubicBezTo>
                      <a:pt x="552468" y="558365"/>
                      <a:pt x="586207" y="567146"/>
                      <a:pt x="610701" y="587944"/>
                    </a:cubicBezTo>
                    <a:cubicBezTo>
                      <a:pt x="617633" y="593952"/>
                      <a:pt x="624104" y="601346"/>
                      <a:pt x="632423" y="605968"/>
                    </a:cubicBezTo>
                    <a:cubicBezTo>
                      <a:pt x="640742" y="610590"/>
                      <a:pt x="651372" y="611976"/>
                      <a:pt x="658767" y="606892"/>
                    </a:cubicBezTo>
                    <a:cubicBezTo>
                      <a:pt x="668010" y="600422"/>
                      <a:pt x="668472" y="585633"/>
                      <a:pt x="662926" y="575927"/>
                    </a:cubicBezTo>
                    <a:cubicBezTo>
                      <a:pt x="657380" y="566222"/>
                      <a:pt x="647213" y="559751"/>
                      <a:pt x="637045" y="553743"/>
                    </a:cubicBezTo>
                    <a:cubicBezTo>
                      <a:pt x="627339" y="547735"/>
                      <a:pt x="617172" y="541727"/>
                      <a:pt x="611163" y="532021"/>
                    </a:cubicBezTo>
                    <a:cubicBezTo>
                      <a:pt x="604693" y="521854"/>
                      <a:pt x="622717" y="510299"/>
                      <a:pt x="634734" y="507064"/>
                    </a:cubicBezTo>
                    <a:cubicBezTo>
                      <a:pt x="646289" y="503367"/>
                      <a:pt x="659228" y="505678"/>
                      <a:pt x="671245" y="504291"/>
                    </a:cubicBezTo>
                    <a:cubicBezTo>
                      <a:pt x="683262" y="502904"/>
                      <a:pt x="696664" y="496896"/>
                      <a:pt x="699438" y="484880"/>
                    </a:cubicBezTo>
                    <a:cubicBezTo>
                      <a:pt x="702673" y="471939"/>
                      <a:pt x="690195" y="458998"/>
                      <a:pt x="676791" y="457150"/>
                    </a:cubicBezTo>
                    <a:cubicBezTo>
                      <a:pt x="663389" y="455301"/>
                      <a:pt x="650448" y="461772"/>
                      <a:pt x="639356" y="469166"/>
                    </a:cubicBezTo>
                    <a:cubicBezTo>
                      <a:pt x="628263" y="476561"/>
                      <a:pt x="618096" y="485804"/>
                      <a:pt x="605617" y="490888"/>
                    </a:cubicBezTo>
                    <a:cubicBezTo>
                      <a:pt x="587592" y="498283"/>
                      <a:pt x="567257" y="496896"/>
                      <a:pt x="547384" y="496896"/>
                    </a:cubicBezTo>
                    <a:cubicBezTo>
                      <a:pt x="527973" y="497358"/>
                      <a:pt x="506251" y="500594"/>
                      <a:pt x="493310" y="515383"/>
                    </a:cubicBezTo>
                    <a:cubicBezTo>
                      <a:pt x="486840" y="522316"/>
                      <a:pt x="478983" y="532945"/>
                      <a:pt x="470665" y="527862"/>
                    </a:cubicBezTo>
                    <a:cubicBezTo>
                      <a:pt x="464656" y="524164"/>
                      <a:pt x="466043" y="514921"/>
                      <a:pt x="467891" y="507988"/>
                    </a:cubicBezTo>
                    <a:cubicBezTo>
                      <a:pt x="478983" y="473326"/>
                      <a:pt x="493773" y="434042"/>
                      <a:pt x="527973" y="422025"/>
                    </a:cubicBezTo>
                    <a:cubicBezTo>
                      <a:pt x="542301" y="416941"/>
                      <a:pt x="558014" y="417403"/>
                      <a:pt x="570955" y="410009"/>
                    </a:cubicBezTo>
                    <a:cubicBezTo>
                      <a:pt x="588979" y="399379"/>
                      <a:pt x="595912" y="377195"/>
                      <a:pt x="601457" y="356859"/>
                    </a:cubicBezTo>
                    <a:cubicBezTo>
                      <a:pt x="603307" y="349927"/>
                      <a:pt x="605155" y="342994"/>
                      <a:pt x="603768" y="336524"/>
                    </a:cubicBezTo>
                    <a:cubicBezTo>
                      <a:pt x="602844" y="329591"/>
                      <a:pt x="597761" y="322659"/>
                      <a:pt x="590828" y="321734"/>
                    </a:cubicBezTo>
                    <a:cubicBezTo>
                      <a:pt x="579274" y="319886"/>
                      <a:pt x="571879" y="333751"/>
                      <a:pt x="567720" y="344843"/>
                    </a:cubicBezTo>
                    <a:cubicBezTo>
                      <a:pt x="564022" y="355935"/>
                      <a:pt x="555703" y="369800"/>
                      <a:pt x="544149" y="367027"/>
                    </a:cubicBezTo>
                    <a:cubicBezTo>
                      <a:pt x="534906" y="364716"/>
                      <a:pt x="531671" y="353162"/>
                      <a:pt x="532132" y="343456"/>
                    </a:cubicBezTo>
                    <a:cubicBezTo>
                      <a:pt x="533057" y="333751"/>
                      <a:pt x="535830" y="323583"/>
                      <a:pt x="531671" y="314802"/>
                    </a:cubicBezTo>
                    <a:cubicBezTo>
                      <a:pt x="526586" y="303710"/>
                      <a:pt x="511334" y="299550"/>
                      <a:pt x="500243" y="304634"/>
                    </a:cubicBezTo>
                    <a:cubicBezTo>
                      <a:pt x="489151" y="309718"/>
                      <a:pt x="482680" y="321734"/>
                      <a:pt x="481294" y="334213"/>
                    </a:cubicBezTo>
                    <a:cubicBezTo>
                      <a:pt x="480369" y="346230"/>
                      <a:pt x="484067" y="358246"/>
                      <a:pt x="489151" y="369338"/>
                    </a:cubicBezTo>
                    <a:cubicBezTo>
                      <a:pt x="472975" y="390598"/>
                      <a:pt x="460496" y="415092"/>
                      <a:pt x="443859" y="436352"/>
                    </a:cubicBezTo>
                    <a:cubicBezTo>
                      <a:pt x="436002" y="446982"/>
                      <a:pt x="426759" y="458074"/>
                      <a:pt x="413818" y="461772"/>
                    </a:cubicBezTo>
                    <a:cubicBezTo>
                      <a:pt x="398566" y="465931"/>
                      <a:pt x="382390" y="457150"/>
                      <a:pt x="373609" y="444209"/>
                    </a:cubicBezTo>
                    <a:cubicBezTo>
                      <a:pt x="364827" y="431268"/>
                      <a:pt x="362516" y="415092"/>
                      <a:pt x="362979" y="399379"/>
                    </a:cubicBezTo>
                    <a:cubicBezTo>
                      <a:pt x="363903" y="346230"/>
                      <a:pt x="392096" y="297702"/>
                      <a:pt x="419826" y="251485"/>
                    </a:cubicBezTo>
                    <a:cubicBezTo>
                      <a:pt x="429994" y="234385"/>
                      <a:pt x="440624" y="217284"/>
                      <a:pt x="455413" y="204344"/>
                    </a:cubicBezTo>
                    <a:cubicBezTo>
                      <a:pt x="470202" y="191403"/>
                      <a:pt x="491000" y="183546"/>
                      <a:pt x="510410" y="188168"/>
                    </a:cubicBezTo>
                    <a:cubicBezTo>
                      <a:pt x="529821" y="193252"/>
                      <a:pt x="544149" y="209890"/>
                      <a:pt x="560787" y="220982"/>
                    </a:cubicBezTo>
                    <a:cubicBezTo>
                      <a:pt x="577887" y="232074"/>
                      <a:pt x="604693" y="234385"/>
                      <a:pt x="614398" y="216822"/>
                    </a:cubicBezTo>
                    <a:cubicBezTo>
                      <a:pt x="624104" y="198798"/>
                      <a:pt x="607004" y="178000"/>
                      <a:pt x="589903" y="166908"/>
                    </a:cubicBezTo>
                    <a:cubicBezTo>
                      <a:pt x="555240" y="144724"/>
                      <a:pt x="513184" y="134094"/>
                      <a:pt x="471589" y="137329"/>
                    </a:cubicBezTo>
                    <a:cubicBezTo>
                      <a:pt x="468815" y="115607"/>
                      <a:pt x="488226" y="98507"/>
                      <a:pt x="501167" y="81407"/>
                    </a:cubicBezTo>
                    <a:cubicBezTo>
                      <a:pt x="514108" y="63845"/>
                      <a:pt x="518267" y="32879"/>
                      <a:pt x="497932" y="25485"/>
                    </a:cubicBezTo>
                    <a:cubicBezTo>
                      <a:pt x="478059" y="18552"/>
                      <a:pt x="462345" y="41661"/>
                      <a:pt x="453563" y="61072"/>
                    </a:cubicBezTo>
                    <a:cubicBezTo>
                      <a:pt x="444783" y="80020"/>
                      <a:pt x="425833" y="102204"/>
                      <a:pt x="407347" y="92037"/>
                    </a:cubicBezTo>
                    <a:cubicBezTo>
                      <a:pt x="394407" y="84642"/>
                      <a:pt x="393944" y="66155"/>
                      <a:pt x="396718" y="51828"/>
                    </a:cubicBezTo>
                    <a:cubicBezTo>
                      <a:pt x="399490" y="37039"/>
                      <a:pt x="403188" y="20401"/>
                      <a:pt x="393944" y="8847"/>
                    </a:cubicBezTo>
                    <a:cubicBezTo>
                      <a:pt x="384238" y="-3632"/>
                      <a:pt x="362979" y="-2245"/>
                      <a:pt x="351425" y="8847"/>
                    </a:cubicBezTo>
                    <a:cubicBezTo>
                      <a:pt x="339871" y="19939"/>
                      <a:pt x="336636" y="37501"/>
                      <a:pt x="338484" y="53215"/>
                    </a:cubicBezTo>
                    <a:cubicBezTo>
                      <a:pt x="343106" y="96196"/>
                      <a:pt x="377768" y="134556"/>
                      <a:pt x="371760" y="177076"/>
                    </a:cubicBezTo>
                    <a:cubicBezTo>
                      <a:pt x="368525" y="201109"/>
                      <a:pt x="352349" y="221444"/>
                      <a:pt x="339871" y="242242"/>
                    </a:cubicBezTo>
                    <a:cubicBezTo>
                      <a:pt x="299200" y="309256"/>
                      <a:pt x="289032" y="393833"/>
                      <a:pt x="313065" y="468242"/>
                    </a:cubicBezTo>
                    <a:cubicBezTo>
                      <a:pt x="278402" y="480258"/>
                      <a:pt x="240042" y="451142"/>
                      <a:pt x="229412" y="416017"/>
                    </a:cubicBezTo>
                    <a:cubicBezTo>
                      <a:pt x="218783" y="380892"/>
                      <a:pt x="229412" y="342994"/>
                      <a:pt x="243277" y="309256"/>
                    </a:cubicBezTo>
                    <a:cubicBezTo>
                      <a:pt x="257142" y="275518"/>
                      <a:pt x="275167" y="242704"/>
                      <a:pt x="281176" y="206192"/>
                    </a:cubicBezTo>
                    <a:cubicBezTo>
                      <a:pt x="283486" y="192790"/>
                      <a:pt x="283486" y="178925"/>
                      <a:pt x="277939" y="166446"/>
                    </a:cubicBezTo>
                    <a:cubicBezTo>
                      <a:pt x="271932" y="154430"/>
                      <a:pt x="258991" y="144724"/>
                      <a:pt x="245588" y="147035"/>
                    </a:cubicBezTo>
                    <a:cubicBezTo>
                      <a:pt x="228488" y="149808"/>
                      <a:pt x="219244" y="169219"/>
                      <a:pt x="218320" y="186781"/>
                    </a:cubicBezTo>
                    <a:cubicBezTo>
                      <a:pt x="217396" y="204344"/>
                      <a:pt x="222018" y="221906"/>
                      <a:pt x="219244" y="239006"/>
                    </a:cubicBezTo>
                    <a:cubicBezTo>
                      <a:pt x="216472" y="256107"/>
                      <a:pt x="201220" y="273669"/>
                      <a:pt x="184120" y="269972"/>
                    </a:cubicBezTo>
                    <a:cubicBezTo>
                      <a:pt x="156390" y="263963"/>
                      <a:pt x="158238" y="214049"/>
                      <a:pt x="130508" y="207579"/>
                    </a:cubicBezTo>
                    <a:cubicBezTo>
                      <a:pt x="108787" y="202495"/>
                      <a:pt x="92611" y="232536"/>
                      <a:pt x="100467" y="253334"/>
                    </a:cubicBezTo>
                    <a:cubicBezTo>
                      <a:pt x="108324" y="274131"/>
                      <a:pt x="128660" y="287534"/>
                      <a:pt x="145760" y="301399"/>
                    </a:cubicBezTo>
                    <a:cubicBezTo>
                      <a:pt x="162860" y="315726"/>
                      <a:pt x="179499" y="336062"/>
                      <a:pt x="174877" y="358246"/>
                    </a:cubicBezTo>
                    <a:cubicBezTo>
                      <a:pt x="170717" y="378581"/>
                      <a:pt x="148995" y="394295"/>
                      <a:pt x="152230" y="414630"/>
                    </a:cubicBezTo>
                    <a:cubicBezTo>
                      <a:pt x="155465" y="434504"/>
                      <a:pt x="182271" y="448369"/>
                      <a:pt x="177649" y="467780"/>
                    </a:cubicBezTo>
                    <a:cubicBezTo>
                      <a:pt x="173952" y="484418"/>
                      <a:pt x="149919" y="487191"/>
                      <a:pt x="135130" y="479334"/>
                    </a:cubicBezTo>
                    <a:cubicBezTo>
                      <a:pt x="120341" y="471015"/>
                      <a:pt x="110173" y="456226"/>
                      <a:pt x="95846" y="447444"/>
                    </a:cubicBezTo>
                    <a:cubicBezTo>
                      <a:pt x="61183" y="425260"/>
                      <a:pt x="7109" y="449293"/>
                      <a:pt x="638" y="489964"/>
                    </a:cubicBezTo>
                    <a:cubicBezTo>
                      <a:pt x="-5831" y="530635"/>
                      <a:pt x="38075" y="570381"/>
                      <a:pt x="77821" y="559751"/>
                    </a:cubicBezTo>
                    <a:cubicBezTo>
                      <a:pt x="94459" y="555592"/>
                      <a:pt x="114332" y="544962"/>
                      <a:pt x="126811" y="556516"/>
                    </a:cubicBezTo>
                    <a:cubicBezTo>
                      <a:pt x="137903" y="566684"/>
                      <a:pt x="132356" y="585633"/>
                      <a:pt x="121265" y="596263"/>
                    </a:cubicBezTo>
                    <a:cubicBezTo>
                      <a:pt x="110635" y="606430"/>
                      <a:pt x="95846" y="611976"/>
                      <a:pt x="85215" y="622606"/>
                    </a:cubicBezTo>
                    <a:cubicBezTo>
                      <a:pt x="74585" y="633236"/>
                      <a:pt x="69502" y="652647"/>
                      <a:pt x="81056" y="662353"/>
                    </a:cubicBezTo>
                    <a:cubicBezTo>
                      <a:pt x="87526" y="667899"/>
                      <a:pt x="96770" y="667899"/>
                      <a:pt x="104626" y="666050"/>
                    </a:cubicBezTo>
                    <a:cubicBezTo>
                      <a:pt x="127273" y="660966"/>
                      <a:pt x="143449" y="641555"/>
                      <a:pt x="163323" y="629539"/>
                    </a:cubicBezTo>
                    <a:cubicBezTo>
                      <a:pt x="183195" y="617522"/>
                      <a:pt x="214623" y="615674"/>
                      <a:pt x="224329" y="636471"/>
                    </a:cubicBezTo>
                    <a:cubicBezTo>
                      <a:pt x="231261" y="651261"/>
                      <a:pt x="222942" y="668823"/>
                      <a:pt x="216009" y="683612"/>
                    </a:cubicBezTo>
                    <a:cubicBezTo>
                      <a:pt x="209077" y="698864"/>
                      <a:pt x="204455" y="718275"/>
                      <a:pt x="216009" y="729829"/>
                    </a:cubicBezTo>
                    <a:cubicBezTo>
                      <a:pt x="234496" y="745081"/>
                      <a:pt x="273318" y="739073"/>
                      <a:pt x="280250" y="71781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" name="Google Shape;307;p18"/>
            <p:cNvGrpSpPr/>
            <p:nvPr/>
          </p:nvGrpSpPr>
          <p:grpSpPr>
            <a:xfrm flipH="1">
              <a:off x="5584535" y="3099276"/>
              <a:ext cx="3577945" cy="2100327"/>
              <a:chOff x="-60075" y="3099276"/>
              <a:chExt cx="3577945" cy="2100327"/>
            </a:xfrm>
          </p:grpSpPr>
          <p:sp>
            <p:nvSpPr>
              <p:cNvPr id="308" name="Google Shape;308;p18"/>
              <p:cNvSpPr/>
              <p:nvPr/>
            </p:nvSpPr>
            <p:spPr>
              <a:xfrm>
                <a:off x="-60075" y="4223721"/>
                <a:ext cx="3577945" cy="975882"/>
              </a:xfrm>
              <a:custGeom>
                <a:rect b="b" l="l" r="r" t="t"/>
                <a:pathLst>
                  <a:path extrusionOk="0" h="386488" w="1417008">
                    <a:moveTo>
                      <a:pt x="1417008" y="367077"/>
                    </a:moveTo>
                    <a:cubicBezTo>
                      <a:pt x="1417008" y="372623"/>
                      <a:pt x="1327810" y="337960"/>
                      <a:pt x="1280668" y="328717"/>
                    </a:cubicBezTo>
                    <a:cubicBezTo>
                      <a:pt x="1203948" y="313465"/>
                      <a:pt x="1121220" y="276954"/>
                      <a:pt x="1043114" y="272794"/>
                    </a:cubicBezTo>
                    <a:cubicBezTo>
                      <a:pt x="968243" y="269097"/>
                      <a:pt x="903077" y="272794"/>
                      <a:pt x="828206" y="254770"/>
                    </a:cubicBezTo>
                    <a:cubicBezTo>
                      <a:pt x="771359" y="240905"/>
                      <a:pt x="734385" y="206704"/>
                      <a:pt x="682160" y="187756"/>
                    </a:cubicBezTo>
                    <a:cubicBezTo>
                      <a:pt x="614684" y="163260"/>
                      <a:pt x="543048" y="182672"/>
                      <a:pt x="475109" y="165571"/>
                    </a:cubicBezTo>
                    <a:cubicBezTo>
                      <a:pt x="421035" y="151706"/>
                      <a:pt x="406246" y="118430"/>
                      <a:pt x="368810" y="80995"/>
                    </a:cubicBezTo>
                    <a:cubicBezTo>
                      <a:pt x="269444" y="-17909"/>
                      <a:pt x="128945" y="115"/>
                      <a:pt x="0" y="3350"/>
                    </a:cubicBezTo>
                    <a:lnTo>
                      <a:pt x="0" y="386488"/>
                    </a:lnTo>
                    <a:lnTo>
                      <a:pt x="1417008" y="36707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>
                <a:off x="163323" y="3099276"/>
                <a:ext cx="265222" cy="1356095"/>
              </a:xfrm>
              <a:custGeom>
                <a:rect b="b" l="l" r="r" t="t"/>
                <a:pathLst>
                  <a:path extrusionOk="0" h="1307080" w="255636">
                    <a:moveTo>
                      <a:pt x="96728" y="1301004"/>
                    </a:moveTo>
                    <a:cubicBezTo>
                      <a:pt x="51898" y="1288525"/>
                      <a:pt x="24168" y="1241846"/>
                      <a:pt x="18159" y="1195629"/>
                    </a:cubicBezTo>
                    <a:cubicBezTo>
                      <a:pt x="12613" y="1149412"/>
                      <a:pt x="24629" y="1103196"/>
                      <a:pt x="35722" y="1058366"/>
                    </a:cubicBezTo>
                    <a:cubicBezTo>
                      <a:pt x="46813" y="1013535"/>
                      <a:pt x="57444" y="966394"/>
                      <a:pt x="48200" y="921101"/>
                    </a:cubicBezTo>
                    <a:cubicBezTo>
                      <a:pt x="38033" y="868876"/>
                      <a:pt x="2446" y="822660"/>
                      <a:pt x="135" y="769048"/>
                    </a:cubicBezTo>
                    <a:cubicBezTo>
                      <a:pt x="-3562" y="687706"/>
                      <a:pt x="69922" y="616995"/>
                      <a:pt x="62065" y="536115"/>
                    </a:cubicBezTo>
                    <a:cubicBezTo>
                      <a:pt x="57906" y="495907"/>
                      <a:pt x="34335" y="460320"/>
                      <a:pt x="26016" y="421035"/>
                    </a:cubicBezTo>
                    <a:cubicBezTo>
                      <a:pt x="15848" y="372046"/>
                      <a:pt x="30638" y="322131"/>
                      <a:pt x="38957" y="273141"/>
                    </a:cubicBezTo>
                    <a:cubicBezTo>
                      <a:pt x="47738" y="221841"/>
                      <a:pt x="50511" y="169616"/>
                      <a:pt x="65300" y="119701"/>
                    </a:cubicBezTo>
                    <a:cubicBezTo>
                      <a:pt x="80089" y="69787"/>
                      <a:pt x="110130" y="21722"/>
                      <a:pt x="157272" y="0"/>
                    </a:cubicBezTo>
                    <a:cubicBezTo>
                      <a:pt x="105509" y="96131"/>
                      <a:pt x="100887" y="214908"/>
                      <a:pt x="143869" y="315199"/>
                    </a:cubicBezTo>
                    <a:cubicBezTo>
                      <a:pt x="166053" y="366961"/>
                      <a:pt x="201178" y="417800"/>
                      <a:pt x="195631" y="473723"/>
                    </a:cubicBezTo>
                    <a:cubicBezTo>
                      <a:pt x="190548" y="526872"/>
                      <a:pt x="148490" y="574937"/>
                      <a:pt x="156810" y="627625"/>
                    </a:cubicBezTo>
                    <a:cubicBezTo>
                      <a:pt x="161894" y="662287"/>
                      <a:pt x="187313" y="689555"/>
                      <a:pt x="202102" y="721445"/>
                    </a:cubicBezTo>
                    <a:cubicBezTo>
                      <a:pt x="256639" y="842070"/>
                      <a:pt x="143869" y="991813"/>
                      <a:pt x="201178" y="1111515"/>
                    </a:cubicBezTo>
                    <a:cubicBezTo>
                      <a:pt x="221513" y="1154034"/>
                      <a:pt x="263571" y="1192856"/>
                      <a:pt x="254328" y="1239535"/>
                    </a:cubicBezTo>
                    <a:cubicBezTo>
                      <a:pt x="248319" y="1270963"/>
                      <a:pt x="218278" y="1294071"/>
                      <a:pt x="187313" y="1301004"/>
                    </a:cubicBezTo>
                    <a:cubicBezTo>
                      <a:pt x="156810" y="1308398"/>
                      <a:pt x="127693" y="1309785"/>
                      <a:pt x="96728" y="130100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8"/>
              <p:cNvSpPr/>
              <p:nvPr/>
            </p:nvSpPr>
            <p:spPr>
              <a:xfrm>
                <a:off x="417036" y="3428896"/>
                <a:ext cx="190756" cy="1074101"/>
              </a:xfrm>
              <a:custGeom>
                <a:rect b="b" l="l" r="r" t="t"/>
                <a:pathLst>
                  <a:path extrusionOk="0" h="1035278" w="183861">
                    <a:moveTo>
                      <a:pt x="105036" y="1034333"/>
                    </a:moveTo>
                    <a:cubicBezTo>
                      <a:pt x="60667" y="1025552"/>
                      <a:pt x="29240" y="974713"/>
                      <a:pt x="40794" y="931269"/>
                    </a:cubicBezTo>
                    <a:cubicBezTo>
                      <a:pt x="49576" y="899379"/>
                      <a:pt x="76843" y="869339"/>
                      <a:pt x="66676" y="837449"/>
                    </a:cubicBezTo>
                    <a:cubicBezTo>
                      <a:pt x="60667" y="818500"/>
                      <a:pt x="42643" y="806484"/>
                      <a:pt x="31089" y="789846"/>
                    </a:cubicBezTo>
                    <a:cubicBezTo>
                      <a:pt x="5207" y="752410"/>
                      <a:pt x="19072" y="701571"/>
                      <a:pt x="36635" y="659976"/>
                    </a:cubicBezTo>
                    <a:cubicBezTo>
                      <a:pt x="54659" y="618381"/>
                      <a:pt x="75919" y="573089"/>
                      <a:pt x="62978" y="529645"/>
                    </a:cubicBezTo>
                    <a:cubicBezTo>
                      <a:pt x="50037" y="485277"/>
                      <a:pt x="2896" y="453387"/>
                      <a:pt x="123" y="407170"/>
                    </a:cubicBezTo>
                    <a:cubicBezTo>
                      <a:pt x="-2188" y="367886"/>
                      <a:pt x="28778" y="333686"/>
                      <a:pt x="34786" y="294863"/>
                    </a:cubicBezTo>
                    <a:cubicBezTo>
                      <a:pt x="39870" y="262050"/>
                      <a:pt x="26005" y="229235"/>
                      <a:pt x="23694" y="195959"/>
                    </a:cubicBezTo>
                    <a:cubicBezTo>
                      <a:pt x="18148" y="123399"/>
                      <a:pt x="63441" y="58233"/>
                      <a:pt x="106422" y="0"/>
                    </a:cubicBezTo>
                    <a:cubicBezTo>
                      <a:pt x="66676" y="64704"/>
                      <a:pt x="63902" y="151129"/>
                      <a:pt x="95330" y="219992"/>
                    </a:cubicBezTo>
                    <a:cubicBezTo>
                      <a:pt x="109658" y="250957"/>
                      <a:pt x="130917" y="280998"/>
                      <a:pt x="129993" y="315199"/>
                    </a:cubicBezTo>
                    <a:cubicBezTo>
                      <a:pt x="129069" y="349399"/>
                      <a:pt x="105498" y="380364"/>
                      <a:pt x="106884" y="414565"/>
                    </a:cubicBezTo>
                    <a:cubicBezTo>
                      <a:pt x="109195" y="468176"/>
                      <a:pt x="170664" y="503763"/>
                      <a:pt x="175747" y="556913"/>
                    </a:cubicBezTo>
                    <a:cubicBezTo>
                      <a:pt x="180369" y="602668"/>
                      <a:pt x="142009" y="641028"/>
                      <a:pt x="130455" y="685396"/>
                    </a:cubicBezTo>
                    <a:cubicBezTo>
                      <a:pt x="119363" y="728840"/>
                      <a:pt x="135077" y="774132"/>
                      <a:pt x="152177" y="815265"/>
                    </a:cubicBezTo>
                    <a:cubicBezTo>
                      <a:pt x="169277" y="856860"/>
                      <a:pt x="187764" y="899842"/>
                      <a:pt x="183142" y="944210"/>
                    </a:cubicBezTo>
                    <a:cubicBezTo>
                      <a:pt x="179907" y="989040"/>
                      <a:pt x="148942" y="1043114"/>
                      <a:pt x="105036" y="103433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8"/>
              <p:cNvSpPr/>
              <p:nvPr/>
            </p:nvSpPr>
            <p:spPr>
              <a:xfrm>
                <a:off x="612135" y="3346731"/>
                <a:ext cx="185394" cy="1064725"/>
              </a:xfrm>
              <a:custGeom>
                <a:rect b="b" l="l" r="r" t="t"/>
                <a:pathLst>
                  <a:path extrusionOk="0" h="1026241" w="178693">
                    <a:moveTo>
                      <a:pt x="60189" y="980721"/>
                    </a:moveTo>
                    <a:cubicBezTo>
                      <a:pt x="80986" y="963159"/>
                      <a:pt x="84684" y="931269"/>
                      <a:pt x="77752" y="904926"/>
                    </a:cubicBezTo>
                    <a:cubicBezTo>
                      <a:pt x="70356" y="878582"/>
                      <a:pt x="54181" y="855473"/>
                      <a:pt x="39854" y="831903"/>
                    </a:cubicBezTo>
                    <a:cubicBezTo>
                      <a:pt x="25526" y="808332"/>
                      <a:pt x="13048" y="782451"/>
                      <a:pt x="13972" y="755183"/>
                    </a:cubicBezTo>
                    <a:cubicBezTo>
                      <a:pt x="15359" y="718672"/>
                      <a:pt x="40315" y="687706"/>
                      <a:pt x="54181" y="653968"/>
                    </a:cubicBezTo>
                    <a:cubicBezTo>
                      <a:pt x="72667" y="608675"/>
                      <a:pt x="69432" y="555064"/>
                      <a:pt x="46324" y="512082"/>
                    </a:cubicBezTo>
                    <a:cubicBezTo>
                      <a:pt x="30611" y="482966"/>
                      <a:pt x="5653" y="456622"/>
                      <a:pt x="2881" y="423808"/>
                    </a:cubicBezTo>
                    <a:cubicBezTo>
                      <a:pt x="-356" y="384062"/>
                      <a:pt x="31072" y="348013"/>
                      <a:pt x="31535" y="308266"/>
                    </a:cubicBezTo>
                    <a:cubicBezTo>
                      <a:pt x="31996" y="275452"/>
                      <a:pt x="12585" y="245873"/>
                      <a:pt x="4729" y="214446"/>
                    </a:cubicBezTo>
                    <a:cubicBezTo>
                      <a:pt x="-14682" y="139575"/>
                      <a:pt x="29224" y="64704"/>
                      <a:pt x="71743" y="0"/>
                    </a:cubicBezTo>
                    <a:cubicBezTo>
                      <a:pt x="48172" y="61930"/>
                      <a:pt x="52794" y="136802"/>
                      <a:pt x="85146" y="194573"/>
                    </a:cubicBezTo>
                    <a:cubicBezTo>
                      <a:pt x="104095" y="228311"/>
                      <a:pt x="132749" y="260663"/>
                      <a:pt x="130438" y="299023"/>
                    </a:cubicBezTo>
                    <a:cubicBezTo>
                      <a:pt x="128127" y="336921"/>
                      <a:pt x="95314" y="370197"/>
                      <a:pt x="101321" y="408095"/>
                    </a:cubicBezTo>
                    <a:cubicBezTo>
                      <a:pt x="105943" y="438136"/>
                      <a:pt x="133673" y="458471"/>
                      <a:pt x="152160" y="482966"/>
                    </a:cubicBezTo>
                    <a:cubicBezTo>
                      <a:pt x="178504" y="518553"/>
                      <a:pt x="185898" y="567543"/>
                      <a:pt x="170647" y="608675"/>
                    </a:cubicBezTo>
                    <a:cubicBezTo>
                      <a:pt x="154009" y="653506"/>
                      <a:pt x="113338" y="691866"/>
                      <a:pt x="117036" y="739469"/>
                    </a:cubicBezTo>
                    <a:cubicBezTo>
                      <a:pt x="119808" y="777829"/>
                      <a:pt x="150774" y="806946"/>
                      <a:pt x="166950" y="842070"/>
                    </a:cubicBezTo>
                    <a:cubicBezTo>
                      <a:pt x="193294" y="899379"/>
                      <a:pt x="173883" y="974251"/>
                      <a:pt x="123044" y="1011224"/>
                    </a:cubicBezTo>
                    <a:cubicBezTo>
                      <a:pt x="107792" y="1022316"/>
                      <a:pt x="87919" y="1030173"/>
                      <a:pt x="70356" y="1024165"/>
                    </a:cubicBezTo>
                    <a:cubicBezTo>
                      <a:pt x="51870" y="1017694"/>
                      <a:pt x="45861" y="992738"/>
                      <a:pt x="60189" y="98072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2" name="Google Shape;312;p18"/>
          <p:cNvGrpSpPr/>
          <p:nvPr/>
        </p:nvGrpSpPr>
        <p:grpSpPr>
          <a:xfrm>
            <a:off x="-774808" y="-625844"/>
            <a:ext cx="10373079" cy="3827769"/>
            <a:chOff x="-774808" y="-625844"/>
            <a:chExt cx="10373079" cy="3827769"/>
          </a:xfrm>
        </p:grpSpPr>
        <p:sp>
          <p:nvSpPr>
            <p:cNvPr id="313" name="Google Shape;313;p18"/>
            <p:cNvSpPr/>
            <p:nvPr/>
          </p:nvSpPr>
          <p:spPr>
            <a:xfrm rot="5400000">
              <a:off x="7785323" y="1388977"/>
              <a:ext cx="2498734" cy="1127160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8"/>
            <p:cNvSpPr/>
            <p:nvPr/>
          </p:nvSpPr>
          <p:spPr>
            <a:xfrm rot="-5726682">
              <a:off x="-1134824" y="-67248"/>
              <a:ext cx="2680665" cy="1714013"/>
            </a:xfrm>
            <a:custGeom>
              <a:rect b="b" l="l" r="r" t="t"/>
              <a:pathLst>
                <a:path extrusionOk="0" h="1102604" w="1724440">
                  <a:moveTo>
                    <a:pt x="90" y="196101"/>
                  </a:moveTo>
                  <a:cubicBezTo>
                    <a:pt x="-1758" y="249250"/>
                    <a:pt x="25048" y="302399"/>
                    <a:pt x="68954" y="332440"/>
                  </a:cubicBezTo>
                  <a:cubicBezTo>
                    <a:pt x="135968" y="378195"/>
                    <a:pt x="235334" y="371725"/>
                    <a:pt x="285710" y="435042"/>
                  </a:cubicBezTo>
                  <a:cubicBezTo>
                    <a:pt x="319910" y="478023"/>
                    <a:pt x="318524" y="538105"/>
                    <a:pt x="334700" y="590330"/>
                  </a:cubicBezTo>
                  <a:cubicBezTo>
                    <a:pt x="373059" y="711418"/>
                    <a:pt x="504777" y="779819"/>
                    <a:pt x="630950" y="796919"/>
                  </a:cubicBezTo>
                  <a:cubicBezTo>
                    <a:pt x="757122" y="814020"/>
                    <a:pt x="885142" y="793684"/>
                    <a:pt x="1011777" y="803390"/>
                  </a:cubicBezTo>
                  <a:cubicBezTo>
                    <a:pt x="1213282" y="818641"/>
                    <a:pt x="1407855" y="913386"/>
                    <a:pt x="1543732" y="1062666"/>
                  </a:cubicBezTo>
                  <a:cubicBezTo>
                    <a:pt x="1557597" y="1077918"/>
                    <a:pt x="1571925" y="1094094"/>
                    <a:pt x="1591336" y="1100564"/>
                  </a:cubicBezTo>
                  <a:cubicBezTo>
                    <a:pt x="1610746" y="1107034"/>
                    <a:pt x="1636628" y="1097791"/>
                    <a:pt x="1640326" y="1077456"/>
                  </a:cubicBezTo>
                  <a:cubicBezTo>
                    <a:pt x="1642637" y="1062204"/>
                    <a:pt x="1632468" y="1048339"/>
                    <a:pt x="1622301" y="1037247"/>
                  </a:cubicBezTo>
                  <a:cubicBezTo>
                    <a:pt x="1524321" y="925864"/>
                    <a:pt x="1397688" y="839901"/>
                    <a:pt x="1258112" y="789525"/>
                  </a:cubicBezTo>
                  <a:cubicBezTo>
                    <a:pt x="1239625" y="782592"/>
                    <a:pt x="1219753" y="776122"/>
                    <a:pt x="1206812" y="761332"/>
                  </a:cubicBezTo>
                  <a:cubicBezTo>
                    <a:pt x="1180468" y="732216"/>
                    <a:pt x="1192947" y="681840"/>
                    <a:pt x="1223449" y="656883"/>
                  </a:cubicBezTo>
                  <a:cubicBezTo>
                    <a:pt x="1253953" y="631925"/>
                    <a:pt x="1295548" y="625455"/>
                    <a:pt x="1334832" y="624069"/>
                  </a:cubicBezTo>
                  <a:cubicBezTo>
                    <a:pt x="1470248" y="618060"/>
                    <a:pt x="1607049" y="651336"/>
                    <a:pt x="1724440" y="719275"/>
                  </a:cubicBezTo>
                  <a:cubicBezTo>
                    <a:pt x="1709188" y="630077"/>
                    <a:pt x="1635242" y="557054"/>
                    <a:pt x="1548816" y="528862"/>
                  </a:cubicBezTo>
                  <a:cubicBezTo>
                    <a:pt x="1462391" y="501132"/>
                    <a:pt x="1366721" y="513610"/>
                    <a:pt x="1283531" y="549659"/>
                  </a:cubicBezTo>
                  <a:cubicBezTo>
                    <a:pt x="1207736" y="582473"/>
                    <a:pt x="1141646" y="633312"/>
                    <a:pt x="1070472" y="674445"/>
                  </a:cubicBezTo>
                  <a:cubicBezTo>
                    <a:pt x="998836" y="715578"/>
                    <a:pt x="917957" y="747930"/>
                    <a:pt x="836153" y="737762"/>
                  </a:cubicBezTo>
                  <a:cubicBezTo>
                    <a:pt x="754348" y="727594"/>
                    <a:pt x="674856" y="663815"/>
                    <a:pt x="671158" y="581087"/>
                  </a:cubicBezTo>
                  <a:cubicBezTo>
                    <a:pt x="666999" y="482645"/>
                    <a:pt x="760819" y="412858"/>
                    <a:pt x="818590" y="332903"/>
                  </a:cubicBezTo>
                  <a:cubicBezTo>
                    <a:pt x="868966" y="262653"/>
                    <a:pt x="893924" y="174841"/>
                    <a:pt x="887453" y="88415"/>
                  </a:cubicBezTo>
                  <a:cubicBezTo>
                    <a:pt x="885605" y="66231"/>
                    <a:pt x="881907" y="43585"/>
                    <a:pt x="868966" y="25098"/>
                  </a:cubicBezTo>
                  <a:cubicBezTo>
                    <a:pt x="856025" y="7074"/>
                    <a:pt x="832455" y="-4943"/>
                    <a:pt x="811195" y="1990"/>
                  </a:cubicBezTo>
                  <a:cubicBezTo>
                    <a:pt x="789936" y="8922"/>
                    <a:pt x="777457" y="32493"/>
                    <a:pt x="775608" y="55139"/>
                  </a:cubicBezTo>
                  <a:cubicBezTo>
                    <a:pt x="773760" y="77786"/>
                    <a:pt x="779306" y="99970"/>
                    <a:pt x="781154" y="122616"/>
                  </a:cubicBezTo>
                  <a:cubicBezTo>
                    <a:pt x="791784" y="236771"/>
                    <a:pt x="714140" y="337524"/>
                    <a:pt x="640656" y="425798"/>
                  </a:cubicBezTo>
                  <a:cubicBezTo>
                    <a:pt x="594900" y="480796"/>
                    <a:pt x="530197" y="541803"/>
                    <a:pt x="462258" y="519156"/>
                  </a:cubicBezTo>
                  <a:cubicBezTo>
                    <a:pt x="393395" y="496048"/>
                    <a:pt x="379068" y="400379"/>
                    <a:pt x="407722" y="333365"/>
                  </a:cubicBezTo>
                  <a:cubicBezTo>
                    <a:pt x="435915" y="266350"/>
                    <a:pt x="491838" y="214587"/>
                    <a:pt x="525113" y="150346"/>
                  </a:cubicBezTo>
                  <a:cubicBezTo>
                    <a:pt x="541289" y="118456"/>
                    <a:pt x="550070" y="75475"/>
                    <a:pt x="524651" y="50980"/>
                  </a:cubicBezTo>
                  <a:cubicBezTo>
                    <a:pt x="495073" y="22788"/>
                    <a:pt x="443310" y="43585"/>
                    <a:pt x="421587" y="78248"/>
                  </a:cubicBezTo>
                  <a:cubicBezTo>
                    <a:pt x="399865" y="112448"/>
                    <a:pt x="396168" y="154968"/>
                    <a:pt x="382303" y="193328"/>
                  </a:cubicBezTo>
                  <a:cubicBezTo>
                    <a:pt x="354573" y="268661"/>
                    <a:pt x="276467" y="327819"/>
                    <a:pt x="196974" y="316727"/>
                  </a:cubicBezTo>
                  <a:cubicBezTo>
                    <a:pt x="117481" y="305172"/>
                    <a:pt x="56937" y="209503"/>
                    <a:pt x="94373" y="138330"/>
                  </a:cubicBezTo>
                  <a:cubicBezTo>
                    <a:pt x="101767" y="124002"/>
                    <a:pt x="112860" y="111062"/>
                    <a:pt x="118405" y="95810"/>
                  </a:cubicBezTo>
                  <a:cubicBezTo>
                    <a:pt x="123951" y="80559"/>
                    <a:pt x="123027" y="61148"/>
                    <a:pt x="110549" y="50980"/>
                  </a:cubicBezTo>
                  <a:cubicBezTo>
                    <a:pt x="67104" y="16779"/>
                    <a:pt x="1477" y="165135"/>
                    <a:pt x="90" y="1961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8"/>
          <p:cNvGrpSpPr/>
          <p:nvPr/>
        </p:nvGrpSpPr>
        <p:grpSpPr>
          <a:xfrm>
            <a:off x="288900" y="216600"/>
            <a:ext cx="8446075" cy="4647225"/>
            <a:chOff x="288900" y="216600"/>
            <a:chExt cx="8446075" cy="4647225"/>
          </a:xfrm>
        </p:grpSpPr>
        <p:sp>
          <p:nvSpPr>
            <p:cNvPr id="316" name="Google Shape;316;p18"/>
            <p:cNvSpPr/>
            <p:nvPr/>
          </p:nvSpPr>
          <p:spPr>
            <a:xfrm>
              <a:off x="5232250" y="472702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288900" y="24013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1980300" y="2166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8628475" y="3714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  <p:sp>
        <p:nvSpPr>
          <p:cNvPr id="320" name="Google Shape;320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1" name="Google Shape;321;p18"/>
          <p:cNvSpPr txBox="1"/>
          <p:nvPr>
            <p:ph idx="1" type="subTitle"/>
          </p:nvPr>
        </p:nvSpPr>
        <p:spPr>
          <a:xfrm>
            <a:off x="905050" y="1340138"/>
            <a:ext cx="2218200" cy="7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2" name="Google Shape;322;p18"/>
          <p:cNvSpPr txBox="1"/>
          <p:nvPr>
            <p:ph idx="2" type="subTitle"/>
          </p:nvPr>
        </p:nvSpPr>
        <p:spPr>
          <a:xfrm>
            <a:off x="905075" y="2106263"/>
            <a:ext cx="2218200" cy="16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23" name="Google Shape;323;p18"/>
          <p:cNvSpPr txBox="1"/>
          <p:nvPr>
            <p:ph idx="3" type="subTitle"/>
          </p:nvPr>
        </p:nvSpPr>
        <p:spPr>
          <a:xfrm>
            <a:off x="3462896" y="1340138"/>
            <a:ext cx="2218200" cy="7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18"/>
          <p:cNvSpPr txBox="1"/>
          <p:nvPr>
            <p:ph idx="4" type="subTitle"/>
          </p:nvPr>
        </p:nvSpPr>
        <p:spPr>
          <a:xfrm>
            <a:off x="3462913" y="2106263"/>
            <a:ext cx="2218200" cy="16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25" name="Google Shape;325;p18"/>
          <p:cNvSpPr txBox="1"/>
          <p:nvPr>
            <p:ph idx="5" type="subTitle"/>
          </p:nvPr>
        </p:nvSpPr>
        <p:spPr>
          <a:xfrm>
            <a:off x="6020743" y="1340138"/>
            <a:ext cx="2218200" cy="7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6" name="Google Shape;326;p18"/>
          <p:cNvSpPr txBox="1"/>
          <p:nvPr>
            <p:ph idx="6" type="subTitle"/>
          </p:nvPr>
        </p:nvSpPr>
        <p:spPr>
          <a:xfrm>
            <a:off x="6020749" y="2106263"/>
            <a:ext cx="2218200" cy="16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1" type="subTitle"/>
          </p:nvPr>
        </p:nvSpPr>
        <p:spPr>
          <a:xfrm>
            <a:off x="1836322" y="1420500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0" name="Google Shape;330;p19"/>
          <p:cNvSpPr txBox="1"/>
          <p:nvPr>
            <p:ph idx="2" type="subTitle"/>
          </p:nvPr>
        </p:nvSpPr>
        <p:spPr>
          <a:xfrm>
            <a:off x="1836314" y="1929000"/>
            <a:ext cx="2076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1" name="Google Shape;331;p19"/>
          <p:cNvSpPr txBox="1"/>
          <p:nvPr>
            <p:ph idx="3" type="subTitle"/>
          </p:nvPr>
        </p:nvSpPr>
        <p:spPr>
          <a:xfrm>
            <a:off x="5231379" y="1420500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2" name="Google Shape;332;p19"/>
          <p:cNvSpPr txBox="1"/>
          <p:nvPr>
            <p:ph idx="4" type="subTitle"/>
          </p:nvPr>
        </p:nvSpPr>
        <p:spPr>
          <a:xfrm>
            <a:off x="5231382" y="1929000"/>
            <a:ext cx="2076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3" name="Google Shape;333;p19"/>
          <p:cNvSpPr txBox="1"/>
          <p:nvPr>
            <p:ph idx="5" type="subTitle"/>
          </p:nvPr>
        </p:nvSpPr>
        <p:spPr>
          <a:xfrm>
            <a:off x="1836326" y="2989575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4" name="Google Shape;334;p19"/>
          <p:cNvSpPr txBox="1"/>
          <p:nvPr>
            <p:ph idx="6" type="subTitle"/>
          </p:nvPr>
        </p:nvSpPr>
        <p:spPr>
          <a:xfrm>
            <a:off x="1836318" y="3498075"/>
            <a:ext cx="2076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5" name="Google Shape;335;p19"/>
          <p:cNvSpPr txBox="1"/>
          <p:nvPr>
            <p:ph idx="7" type="subTitle"/>
          </p:nvPr>
        </p:nvSpPr>
        <p:spPr>
          <a:xfrm>
            <a:off x="5231382" y="2989575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6" name="Google Shape;336;p19"/>
          <p:cNvSpPr txBox="1"/>
          <p:nvPr>
            <p:ph idx="8" type="subTitle"/>
          </p:nvPr>
        </p:nvSpPr>
        <p:spPr>
          <a:xfrm>
            <a:off x="5231386" y="3498075"/>
            <a:ext cx="2076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337" name="Google Shape;337;p19"/>
          <p:cNvGrpSpPr/>
          <p:nvPr/>
        </p:nvGrpSpPr>
        <p:grpSpPr>
          <a:xfrm>
            <a:off x="-156012" y="3673977"/>
            <a:ext cx="9456023" cy="1860052"/>
            <a:chOff x="-156012" y="3565627"/>
            <a:chExt cx="9456023" cy="1860052"/>
          </a:xfrm>
        </p:grpSpPr>
        <p:sp>
          <p:nvSpPr>
            <p:cNvPr id="338" name="Google Shape;338;p19"/>
            <p:cNvSpPr/>
            <p:nvPr/>
          </p:nvSpPr>
          <p:spPr>
            <a:xfrm>
              <a:off x="4476846" y="4379523"/>
              <a:ext cx="607074" cy="528768"/>
            </a:xfrm>
            <a:custGeom>
              <a:rect b="b" l="l" r="r" t="t"/>
              <a:pathLst>
                <a:path extrusionOk="0" h="133950" w="153787">
                  <a:moveTo>
                    <a:pt x="60922" y="129993"/>
                  </a:moveTo>
                  <a:cubicBezTo>
                    <a:pt x="66930" y="114280"/>
                    <a:pt x="49368" y="102263"/>
                    <a:pt x="37352" y="98104"/>
                  </a:cubicBezTo>
                  <a:cubicBezTo>
                    <a:pt x="31343" y="95793"/>
                    <a:pt x="16554" y="99490"/>
                    <a:pt x="18402" y="87936"/>
                  </a:cubicBezTo>
                  <a:cubicBezTo>
                    <a:pt x="19789" y="76844"/>
                    <a:pt x="31343" y="85163"/>
                    <a:pt x="36889" y="87474"/>
                  </a:cubicBezTo>
                  <a:cubicBezTo>
                    <a:pt x="41049" y="80541"/>
                    <a:pt x="14243" y="57895"/>
                    <a:pt x="31343" y="55584"/>
                  </a:cubicBezTo>
                  <a:cubicBezTo>
                    <a:pt x="40587" y="54198"/>
                    <a:pt x="41511" y="67601"/>
                    <a:pt x="42897" y="74071"/>
                  </a:cubicBezTo>
                  <a:cubicBezTo>
                    <a:pt x="45208" y="84701"/>
                    <a:pt x="44284" y="81466"/>
                    <a:pt x="51679" y="87936"/>
                  </a:cubicBezTo>
                  <a:cubicBezTo>
                    <a:pt x="54914" y="90709"/>
                    <a:pt x="58611" y="100415"/>
                    <a:pt x="62308" y="101339"/>
                  </a:cubicBezTo>
                  <a:cubicBezTo>
                    <a:pt x="71552" y="103650"/>
                    <a:pt x="74325" y="87012"/>
                    <a:pt x="74787" y="81466"/>
                  </a:cubicBezTo>
                  <a:cubicBezTo>
                    <a:pt x="75249" y="68063"/>
                    <a:pt x="68317" y="68987"/>
                    <a:pt x="61384" y="59744"/>
                  </a:cubicBezTo>
                  <a:cubicBezTo>
                    <a:pt x="55376" y="51887"/>
                    <a:pt x="56300" y="42644"/>
                    <a:pt x="46132" y="38484"/>
                  </a:cubicBezTo>
                  <a:cubicBezTo>
                    <a:pt x="34116" y="33863"/>
                    <a:pt x="9622" y="49114"/>
                    <a:pt x="1764" y="38946"/>
                  </a:cubicBezTo>
                  <a:cubicBezTo>
                    <a:pt x="-1933" y="33863"/>
                    <a:pt x="378" y="20460"/>
                    <a:pt x="6848" y="19073"/>
                  </a:cubicBezTo>
                  <a:cubicBezTo>
                    <a:pt x="14243" y="17687"/>
                    <a:pt x="14705" y="28316"/>
                    <a:pt x="20713" y="28316"/>
                  </a:cubicBezTo>
                  <a:cubicBezTo>
                    <a:pt x="33654" y="28316"/>
                    <a:pt x="26722" y="7519"/>
                    <a:pt x="36889" y="1973"/>
                  </a:cubicBezTo>
                  <a:cubicBezTo>
                    <a:pt x="53990" y="-7271"/>
                    <a:pt x="43822" y="18611"/>
                    <a:pt x="40125" y="25081"/>
                  </a:cubicBezTo>
                  <a:cubicBezTo>
                    <a:pt x="47519" y="32476"/>
                    <a:pt x="61384" y="27854"/>
                    <a:pt x="68317" y="38022"/>
                  </a:cubicBezTo>
                  <a:cubicBezTo>
                    <a:pt x="71090" y="42181"/>
                    <a:pt x="69241" y="50038"/>
                    <a:pt x="71552" y="52811"/>
                  </a:cubicBezTo>
                  <a:cubicBezTo>
                    <a:pt x="75711" y="57433"/>
                    <a:pt x="84493" y="51425"/>
                    <a:pt x="86803" y="47265"/>
                  </a:cubicBezTo>
                  <a:cubicBezTo>
                    <a:pt x="91425" y="39871"/>
                    <a:pt x="81258" y="1048"/>
                    <a:pt x="98358" y="2435"/>
                  </a:cubicBezTo>
                  <a:cubicBezTo>
                    <a:pt x="110836" y="3359"/>
                    <a:pt x="94660" y="21846"/>
                    <a:pt x="100668" y="29241"/>
                  </a:cubicBezTo>
                  <a:cubicBezTo>
                    <a:pt x="104366" y="33400"/>
                    <a:pt x="108988" y="28316"/>
                    <a:pt x="111299" y="34787"/>
                  </a:cubicBezTo>
                  <a:cubicBezTo>
                    <a:pt x="114071" y="42181"/>
                    <a:pt x="105752" y="47728"/>
                    <a:pt x="101131" y="50963"/>
                  </a:cubicBezTo>
                  <a:cubicBezTo>
                    <a:pt x="95123" y="56047"/>
                    <a:pt x="80795" y="70374"/>
                    <a:pt x="93736" y="73609"/>
                  </a:cubicBezTo>
                  <a:cubicBezTo>
                    <a:pt x="108525" y="77306"/>
                    <a:pt x="129785" y="54198"/>
                    <a:pt x="135793" y="43568"/>
                  </a:cubicBezTo>
                  <a:cubicBezTo>
                    <a:pt x="139029" y="37560"/>
                    <a:pt x="137642" y="14913"/>
                    <a:pt x="144112" y="14913"/>
                  </a:cubicBezTo>
                  <a:cubicBezTo>
                    <a:pt x="159826" y="14913"/>
                    <a:pt x="147809" y="41719"/>
                    <a:pt x="146423" y="47265"/>
                  </a:cubicBezTo>
                  <a:cubicBezTo>
                    <a:pt x="144574" y="53736"/>
                    <a:pt x="145961" y="54198"/>
                    <a:pt x="140415" y="59282"/>
                  </a:cubicBezTo>
                  <a:cubicBezTo>
                    <a:pt x="135331" y="63903"/>
                    <a:pt x="127937" y="64828"/>
                    <a:pt x="127937" y="73609"/>
                  </a:cubicBezTo>
                  <a:cubicBezTo>
                    <a:pt x="136255" y="75458"/>
                    <a:pt x="150583" y="72684"/>
                    <a:pt x="153356" y="84239"/>
                  </a:cubicBezTo>
                  <a:cubicBezTo>
                    <a:pt x="156591" y="98566"/>
                    <a:pt x="140877" y="99028"/>
                    <a:pt x="132096" y="93944"/>
                  </a:cubicBezTo>
                  <a:cubicBezTo>
                    <a:pt x="121928" y="88398"/>
                    <a:pt x="120542" y="85163"/>
                    <a:pt x="108525" y="87936"/>
                  </a:cubicBezTo>
                  <a:cubicBezTo>
                    <a:pt x="102517" y="89323"/>
                    <a:pt x="96509" y="91171"/>
                    <a:pt x="90963" y="94406"/>
                  </a:cubicBezTo>
                  <a:cubicBezTo>
                    <a:pt x="84493" y="98104"/>
                    <a:pt x="80795" y="101339"/>
                    <a:pt x="78947" y="108734"/>
                  </a:cubicBezTo>
                  <a:cubicBezTo>
                    <a:pt x="77560" y="114742"/>
                    <a:pt x="81258" y="124447"/>
                    <a:pt x="78947" y="129531"/>
                  </a:cubicBezTo>
                  <a:cubicBezTo>
                    <a:pt x="76636" y="134615"/>
                    <a:pt x="66930" y="136002"/>
                    <a:pt x="60922" y="1299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8171452" y="3579527"/>
              <a:ext cx="692301" cy="695226"/>
            </a:xfrm>
            <a:custGeom>
              <a:rect b="b" l="l" r="r" t="t"/>
              <a:pathLst>
                <a:path extrusionOk="0" h="176118" w="175377">
                  <a:moveTo>
                    <a:pt x="62594" y="172652"/>
                  </a:moveTo>
                  <a:cubicBezTo>
                    <a:pt x="62594" y="152779"/>
                    <a:pt x="62131" y="143536"/>
                    <a:pt x="43644" y="134292"/>
                  </a:cubicBezTo>
                  <a:cubicBezTo>
                    <a:pt x="33015" y="129209"/>
                    <a:pt x="-8580" y="125511"/>
                    <a:pt x="1587" y="104714"/>
                  </a:cubicBezTo>
                  <a:cubicBezTo>
                    <a:pt x="7596" y="104714"/>
                    <a:pt x="32553" y="134292"/>
                    <a:pt x="36250" y="113957"/>
                  </a:cubicBezTo>
                  <a:cubicBezTo>
                    <a:pt x="38561" y="101016"/>
                    <a:pt x="16377" y="96857"/>
                    <a:pt x="10369" y="89462"/>
                  </a:cubicBezTo>
                  <a:cubicBezTo>
                    <a:pt x="6209" y="84378"/>
                    <a:pt x="-4883" y="58959"/>
                    <a:pt x="11293" y="63581"/>
                  </a:cubicBezTo>
                  <a:cubicBezTo>
                    <a:pt x="19612" y="65892"/>
                    <a:pt x="18225" y="80219"/>
                    <a:pt x="24696" y="84840"/>
                  </a:cubicBezTo>
                  <a:cubicBezTo>
                    <a:pt x="34864" y="91311"/>
                    <a:pt x="44107" y="88076"/>
                    <a:pt x="46880" y="102865"/>
                  </a:cubicBezTo>
                  <a:cubicBezTo>
                    <a:pt x="48266" y="109798"/>
                    <a:pt x="45955" y="124587"/>
                    <a:pt x="53350" y="129209"/>
                  </a:cubicBezTo>
                  <a:cubicBezTo>
                    <a:pt x="70912" y="139376"/>
                    <a:pt x="68602" y="112570"/>
                    <a:pt x="67215" y="105176"/>
                  </a:cubicBezTo>
                  <a:cubicBezTo>
                    <a:pt x="65829" y="97781"/>
                    <a:pt x="64442" y="98705"/>
                    <a:pt x="70450" y="91773"/>
                  </a:cubicBezTo>
                  <a:cubicBezTo>
                    <a:pt x="73685" y="87614"/>
                    <a:pt x="77845" y="83454"/>
                    <a:pt x="81081" y="79757"/>
                  </a:cubicBezTo>
                  <a:cubicBezTo>
                    <a:pt x="88013" y="71438"/>
                    <a:pt x="106037" y="56648"/>
                    <a:pt x="86164" y="50178"/>
                  </a:cubicBezTo>
                  <a:cubicBezTo>
                    <a:pt x="74148" y="46480"/>
                    <a:pt x="62131" y="57573"/>
                    <a:pt x="50577" y="46943"/>
                  </a:cubicBezTo>
                  <a:cubicBezTo>
                    <a:pt x="45955" y="42783"/>
                    <a:pt x="42720" y="34926"/>
                    <a:pt x="48729" y="30305"/>
                  </a:cubicBezTo>
                  <a:cubicBezTo>
                    <a:pt x="54737" y="26145"/>
                    <a:pt x="59358" y="32615"/>
                    <a:pt x="64442" y="34926"/>
                  </a:cubicBezTo>
                  <a:cubicBezTo>
                    <a:pt x="81543" y="43245"/>
                    <a:pt x="75534" y="27532"/>
                    <a:pt x="76459" y="15515"/>
                  </a:cubicBezTo>
                  <a:cubicBezTo>
                    <a:pt x="76921" y="11356"/>
                    <a:pt x="78770" y="2574"/>
                    <a:pt x="82929" y="726"/>
                  </a:cubicBezTo>
                  <a:cubicBezTo>
                    <a:pt x="93097" y="-3434"/>
                    <a:pt x="90786" y="11356"/>
                    <a:pt x="91248" y="17826"/>
                  </a:cubicBezTo>
                  <a:cubicBezTo>
                    <a:pt x="92172" y="35851"/>
                    <a:pt x="103264" y="26607"/>
                    <a:pt x="112046" y="37699"/>
                  </a:cubicBezTo>
                  <a:cubicBezTo>
                    <a:pt x="120827" y="49254"/>
                    <a:pt x="112508" y="66354"/>
                    <a:pt x="104189" y="75135"/>
                  </a:cubicBezTo>
                  <a:cubicBezTo>
                    <a:pt x="99105" y="80681"/>
                    <a:pt x="71837" y="94546"/>
                    <a:pt x="89861" y="101016"/>
                  </a:cubicBezTo>
                  <a:cubicBezTo>
                    <a:pt x="101415" y="105176"/>
                    <a:pt x="106962" y="91773"/>
                    <a:pt x="115743" y="89462"/>
                  </a:cubicBezTo>
                  <a:cubicBezTo>
                    <a:pt x="124524" y="87151"/>
                    <a:pt x="127297" y="92697"/>
                    <a:pt x="136078" y="89462"/>
                  </a:cubicBezTo>
                  <a:cubicBezTo>
                    <a:pt x="144859" y="85765"/>
                    <a:pt x="161497" y="70051"/>
                    <a:pt x="171665" y="79295"/>
                  </a:cubicBezTo>
                  <a:cubicBezTo>
                    <a:pt x="178136" y="85303"/>
                    <a:pt x="175362" y="96395"/>
                    <a:pt x="169355" y="101479"/>
                  </a:cubicBezTo>
                  <a:cubicBezTo>
                    <a:pt x="161497" y="108873"/>
                    <a:pt x="150406" y="105176"/>
                    <a:pt x="141162" y="108411"/>
                  </a:cubicBezTo>
                  <a:cubicBezTo>
                    <a:pt x="136078" y="110260"/>
                    <a:pt x="130532" y="117192"/>
                    <a:pt x="126373" y="113033"/>
                  </a:cubicBezTo>
                  <a:cubicBezTo>
                    <a:pt x="123138" y="136141"/>
                    <a:pt x="104189" y="118579"/>
                    <a:pt x="91710" y="122738"/>
                  </a:cubicBezTo>
                  <a:cubicBezTo>
                    <a:pt x="82005" y="125973"/>
                    <a:pt x="79232" y="139839"/>
                    <a:pt x="78307" y="148620"/>
                  </a:cubicBezTo>
                  <a:cubicBezTo>
                    <a:pt x="77383" y="157401"/>
                    <a:pt x="88475" y="167569"/>
                    <a:pt x="82929" y="174039"/>
                  </a:cubicBezTo>
                  <a:cubicBezTo>
                    <a:pt x="80618" y="176350"/>
                    <a:pt x="67678" y="177736"/>
                    <a:pt x="62594" y="1726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-156012" y="3862161"/>
              <a:ext cx="9456023" cy="1563518"/>
            </a:xfrm>
            <a:custGeom>
              <a:rect b="b" l="l" r="r" t="t"/>
              <a:pathLst>
                <a:path extrusionOk="0" h="396078" w="2395446">
                  <a:moveTo>
                    <a:pt x="2395418" y="0"/>
                  </a:moveTo>
                  <a:cubicBezTo>
                    <a:pt x="2397267" y="1386"/>
                    <a:pt x="2308530" y="44830"/>
                    <a:pt x="2262313" y="61931"/>
                  </a:cubicBezTo>
                  <a:cubicBezTo>
                    <a:pt x="2203618" y="84115"/>
                    <a:pt x="2140301" y="90585"/>
                    <a:pt x="2078371" y="98904"/>
                  </a:cubicBezTo>
                  <a:cubicBezTo>
                    <a:pt x="1966064" y="113693"/>
                    <a:pt x="1850059" y="111382"/>
                    <a:pt x="1740064" y="140961"/>
                  </a:cubicBezTo>
                  <a:cubicBezTo>
                    <a:pt x="1646243" y="165919"/>
                    <a:pt x="1579229" y="232471"/>
                    <a:pt x="1482636" y="252344"/>
                  </a:cubicBezTo>
                  <a:cubicBezTo>
                    <a:pt x="1390665" y="271293"/>
                    <a:pt x="1291298" y="256503"/>
                    <a:pt x="1198402" y="246798"/>
                  </a:cubicBezTo>
                  <a:cubicBezTo>
                    <a:pt x="1079163" y="234319"/>
                    <a:pt x="962234" y="219992"/>
                    <a:pt x="846692" y="185792"/>
                  </a:cubicBezTo>
                  <a:cubicBezTo>
                    <a:pt x="761653" y="160372"/>
                    <a:pt x="677539" y="127096"/>
                    <a:pt x="586954" y="138188"/>
                  </a:cubicBezTo>
                  <a:cubicBezTo>
                    <a:pt x="553677" y="142348"/>
                    <a:pt x="519015" y="154364"/>
                    <a:pt x="484815" y="153440"/>
                  </a:cubicBezTo>
                  <a:cubicBezTo>
                    <a:pt x="450152" y="152516"/>
                    <a:pt x="415951" y="134029"/>
                    <a:pt x="385911" y="119239"/>
                  </a:cubicBezTo>
                  <a:cubicBezTo>
                    <a:pt x="326291" y="90123"/>
                    <a:pt x="270831" y="56385"/>
                    <a:pt x="205203" y="44368"/>
                  </a:cubicBezTo>
                  <a:cubicBezTo>
                    <a:pt x="138651" y="32352"/>
                    <a:pt x="67939" y="22646"/>
                    <a:pt x="0" y="22646"/>
                  </a:cubicBezTo>
                  <a:lnTo>
                    <a:pt x="2311" y="388683"/>
                  </a:lnTo>
                  <a:lnTo>
                    <a:pt x="2392646" y="396078"/>
                  </a:lnTo>
                  <a:lnTo>
                    <a:pt x="2395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144800" y="3565627"/>
              <a:ext cx="1031432" cy="572701"/>
            </a:xfrm>
            <a:custGeom>
              <a:rect b="b" l="l" r="r" t="t"/>
              <a:pathLst>
                <a:path extrusionOk="0" h="185791" w="334609">
                  <a:moveTo>
                    <a:pt x="87812" y="169154"/>
                  </a:moveTo>
                  <a:cubicBezTo>
                    <a:pt x="85039" y="165456"/>
                    <a:pt x="0" y="85501"/>
                    <a:pt x="0" y="85501"/>
                  </a:cubicBezTo>
                  <a:lnTo>
                    <a:pt x="12941" y="71174"/>
                  </a:lnTo>
                  <a:lnTo>
                    <a:pt x="86426" y="136802"/>
                  </a:lnTo>
                  <a:lnTo>
                    <a:pt x="28192" y="38822"/>
                  </a:lnTo>
                  <a:lnTo>
                    <a:pt x="48990" y="27268"/>
                  </a:lnTo>
                  <a:lnTo>
                    <a:pt x="100753" y="120164"/>
                  </a:lnTo>
                  <a:lnTo>
                    <a:pt x="86426" y="6470"/>
                  </a:lnTo>
                  <a:lnTo>
                    <a:pt x="116004" y="0"/>
                  </a:lnTo>
                  <a:lnTo>
                    <a:pt x="135416" y="117391"/>
                  </a:lnTo>
                  <a:lnTo>
                    <a:pt x="146970" y="7857"/>
                  </a:lnTo>
                  <a:lnTo>
                    <a:pt x="166381" y="6470"/>
                  </a:lnTo>
                  <a:lnTo>
                    <a:pt x="163608" y="120164"/>
                  </a:lnTo>
                  <a:lnTo>
                    <a:pt x="217681" y="18487"/>
                  </a:lnTo>
                  <a:lnTo>
                    <a:pt x="262974" y="41595"/>
                  </a:lnTo>
                  <a:lnTo>
                    <a:pt x="202892" y="142348"/>
                  </a:lnTo>
                  <a:lnTo>
                    <a:pt x="290704" y="70250"/>
                  </a:lnTo>
                  <a:lnTo>
                    <a:pt x="305031" y="80417"/>
                  </a:lnTo>
                  <a:lnTo>
                    <a:pt x="228773" y="151129"/>
                  </a:lnTo>
                  <a:lnTo>
                    <a:pt x="329526" y="122937"/>
                  </a:lnTo>
                  <a:lnTo>
                    <a:pt x="334610" y="157599"/>
                  </a:lnTo>
                  <a:lnTo>
                    <a:pt x="241714" y="185792"/>
                  </a:lnTo>
                  <a:lnTo>
                    <a:pt x="87812" y="16915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19"/>
          <p:cNvGrpSpPr/>
          <p:nvPr/>
        </p:nvGrpSpPr>
        <p:grpSpPr>
          <a:xfrm>
            <a:off x="314675" y="264900"/>
            <a:ext cx="8549075" cy="4615600"/>
            <a:chOff x="314675" y="264900"/>
            <a:chExt cx="8549075" cy="4615600"/>
          </a:xfrm>
        </p:grpSpPr>
        <p:sp>
          <p:nvSpPr>
            <p:cNvPr id="343" name="Google Shape;343;p19"/>
            <p:cNvSpPr/>
            <p:nvPr/>
          </p:nvSpPr>
          <p:spPr>
            <a:xfrm>
              <a:off x="314675" y="1958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2560375" y="47437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5369050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8757250" y="23032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  <p:grpSp>
        <p:nvGrpSpPr>
          <p:cNvPr id="347" name="Google Shape;347;p19"/>
          <p:cNvGrpSpPr/>
          <p:nvPr/>
        </p:nvGrpSpPr>
        <p:grpSpPr>
          <a:xfrm rot="-1164414">
            <a:off x="7014625" y="3909332"/>
            <a:ext cx="1192152" cy="1552188"/>
            <a:chOff x="817368" y="3680989"/>
            <a:chExt cx="1129840" cy="1471058"/>
          </a:xfrm>
        </p:grpSpPr>
        <p:sp>
          <p:nvSpPr>
            <p:cNvPr id="348" name="Google Shape;348;p19"/>
            <p:cNvSpPr/>
            <p:nvPr/>
          </p:nvSpPr>
          <p:spPr>
            <a:xfrm rot="631368">
              <a:off x="1200225" y="3766347"/>
              <a:ext cx="509651" cy="742026"/>
            </a:xfrm>
            <a:custGeom>
              <a:rect b="b" l="l" r="r" t="t"/>
              <a:pathLst>
                <a:path extrusionOk="0" h="742541" w="510005">
                  <a:moveTo>
                    <a:pt x="193290" y="2451"/>
                  </a:moveTo>
                  <a:cubicBezTo>
                    <a:pt x="193290" y="2451"/>
                    <a:pt x="266879" y="41109"/>
                    <a:pt x="280852" y="142644"/>
                  </a:cubicBezTo>
                  <a:cubicBezTo>
                    <a:pt x="294825" y="244180"/>
                    <a:pt x="313921" y="546457"/>
                    <a:pt x="333017" y="607937"/>
                  </a:cubicBezTo>
                  <a:cubicBezTo>
                    <a:pt x="352113" y="669417"/>
                    <a:pt x="510005" y="683390"/>
                    <a:pt x="510005" y="683390"/>
                  </a:cubicBezTo>
                  <a:lnTo>
                    <a:pt x="363757" y="742541"/>
                  </a:lnTo>
                  <a:lnTo>
                    <a:pt x="61480" y="671746"/>
                  </a:lnTo>
                  <a:lnTo>
                    <a:pt x="0" y="558567"/>
                  </a:lnTo>
                  <a:cubicBezTo>
                    <a:pt x="0" y="558567"/>
                    <a:pt x="134604" y="631691"/>
                    <a:pt x="172331" y="572540"/>
                  </a:cubicBezTo>
                  <a:cubicBezTo>
                    <a:pt x="210057" y="513388"/>
                    <a:pt x="229153" y="161275"/>
                    <a:pt x="207728" y="114233"/>
                  </a:cubicBezTo>
                  <a:cubicBezTo>
                    <a:pt x="186303" y="67192"/>
                    <a:pt x="143919" y="31328"/>
                    <a:pt x="117837" y="38780"/>
                  </a:cubicBezTo>
                  <a:cubicBezTo>
                    <a:pt x="92220" y="45767"/>
                    <a:pt x="138796" y="-12453"/>
                    <a:pt x="193290" y="2451"/>
                  </a:cubicBezTo>
                  <a:close/>
                </a:path>
              </a:pathLst>
            </a:custGeom>
            <a:solidFill>
              <a:srgbClr val="C8AD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9"/>
            <p:cNvSpPr/>
            <p:nvPr/>
          </p:nvSpPr>
          <p:spPr>
            <a:xfrm rot="631368">
              <a:off x="931099" y="3752216"/>
              <a:ext cx="902377" cy="1328603"/>
            </a:xfrm>
            <a:custGeom>
              <a:rect b="b" l="l" r="r" t="t"/>
              <a:pathLst>
                <a:path extrusionOk="0" h="1329526" w="903004">
                  <a:moveTo>
                    <a:pt x="138666" y="1260225"/>
                  </a:moveTo>
                  <a:cubicBezTo>
                    <a:pt x="138666" y="1260225"/>
                    <a:pt x="21295" y="1128881"/>
                    <a:pt x="1267" y="1043182"/>
                  </a:cubicBezTo>
                  <a:cubicBezTo>
                    <a:pt x="-18761" y="957482"/>
                    <a:pt x="204338" y="91172"/>
                    <a:pt x="267215" y="34349"/>
                  </a:cubicBezTo>
                  <a:cubicBezTo>
                    <a:pt x="330092" y="-22939"/>
                    <a:pt x="410203" y="8733"/>
                    <a:pt x="410203" y="8733"/>
                  </a:cubicBezTo>
                  <a:cubicBezTo>
                    <a:pt x="410203" y="8733"/>
                    <a:pt x="361764" y="25966"/>
                    <a:pt x="332887" y="77199"/>
                  </a:cubicBezTo>
                  <a:cubicBezTo>
                    <a:pt x="304476" y="128433"/>
                    <a:pt x="267215" y="325914"/>
                    <a:pt x="261626" y="400436"/>
                  </a:cubicBezTo>
                  <a:cubicBezTo>
                    <a:pt x="256037" y="474957"/>
                    <a:pt x="256037" y="600712"/>
                    <a:pt x="330092" y="646356"/>
                  </a:cubicBezTo>
                  <a:cubicBezTo>
                    <a:pt x="404614" y="692000"/>
                    <a:pt x="564369" y="703644"/>
                    <a:pt x="610013" y="663589"/>
                  </a:cubicBezTo>
                  <a:cubicBezTo>
                    <a:pt x="655658" y="623534"/>
                    <a:pt x="732973" y="526190"/>
                    <a:pt x="738562" y="446545"/>
                  </a:cubicBezTo>
                  <a:cubicBezTo>
                    <a:pt x="744152" y="366435"/>
                    <a:pt x="738562" y="260708"/>
                    <a:pt x="730179" y="217858"/>
                  </a:cubicBezTo>
                  <a:cubicBezTo>
                    <a:pt x="721795" y="175008"/>
                    <a:pt x="678945" y="86514"/>
                    <a:pt x="687329" y="69281"/>
                  </a:cubicBezTo>
                  <a:cubicBezTo>
                    <a:pt x="695713" y="52048"/>
                    <a:pt x="778618" y="43665"/>
                    <a:pt x="778618" y="43665"/>
                  </a:cubicBezTo>
                  <a:cubicBezTo>
                    <a:pt x="778618" y="43665"/>
                    <a:pt x="795851" y="112131"/>
                    <a:pt x="818673" y="192242"/>
                  </a:cubicBezTo>
                  <a:cubicBezTo>
                    <a:pt x="841495" y="272352"/>
                    <a:pt x="844290" y="475423"/>
                    <a:pt x="853139" y="546683"/>
                  </a:cubicBezTo>
                  <a:cubicBezTo>
                    <a:pt x="861523" y="617945"/>
                    <a:pt x="918811" y="855481"/>
                    <a:pt x="898783" y="966797"/>
                  </a:cubicBezTo>
                  <a:cubicBezTo>
                    <a:pt x="878756" y="1078114"/>
                    <a:pt x="827522" y="1140991"/>
                    <a:pt x="721329" y="1203869"/>
                  </a:cubicBezTo>
                  <a:cubicBezTo>
                    <a:pt x="616068" y="1266280"/>
                    <a:pt x="373408" y="1417651"/>
                    <a:pt x="138666" y="12602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9"/>
            <p:cNvSpPr/>
            <p:nvPr/>
          </p:nvSpPr>
          <p:spPr>
            <a:xfrm rot="631368">
              <a:off x="1098989" y="3810273"/>
              <a:ext cx="730121" cy="1285548"/>
            </a:xfrm>
            <a:custGeom>
              <a:rect b="b" l="l" r="r" t="t"/>
              <a:pathLst>
                <a:path extrusionOk="0" h="1286441" w="730628">
                  <a:moveTo>
                    <a:pt x="680473" y="503019"/>
                  </a:moveTo>
                  <a:cubicBezTo>
                    <a:pt x="672089" y="431758"/>
                    <a:pt x="668829" y="228687"/>
                    <a:pt x="646007" y="148577"/>
                  </a:cubicBezTo>
                  <a:cubicBezTo>
                    <a:pt x="623185" y="68466"/>
                    <a:pt x="605952" y="0"/>
                    <a:pt x="605952" y="0"/>
                  </a:cubicBezTo>
                  <a:cubicBezTo>
                    <a:pt x="605952" y="0"/>
                    <a:pt x="545403" y="6055"/>
                    <a:pt x="522581" y="18630"/>
                  </a:cubicBezTo>
                  <a:lnTo>
                    <a:pt x="565896" y="47507"/>
                  </a:lnTo>
                  <a:lnTo>
                    <a:pt x="608280" y="174193"/>
                  </a:lnTo>
                  <a:cubicBezTo>
                    <a:pt x="608280" y="174193"/>
                    <a:pt x="631102" y="408470"/>
                    <a:pt x="631102" y="435018"/>
                  </a:cubicBezTo>
                  <a:cubicBezTo>
                    <a:pt x="631102" y="462032"/>
                    <a:pt x="623650" y="580800"/>
                    <a:pt x="584992" y="619459"/>
                  </a:cubicBezTo>
                  <a:cubicBezTo>
                    <a:pt x="546800" y="657650"/>
                    <a:pt x="350716" y="673021"/>
                    <a:pt x="308798" y="677212"/>
                  </a:cubicBezTo>
                  <a:cubicBezTo>
                    <a:pt x="266414" y="680938"/>
                    <a:pt x="128549" y="669760"/>
                    <a:pt x="128549" y="669760"/>
                  </a:cubicBezTo>
                  <a:cubicBezTo>
                    <a:pt x="128549" y="669760"/>
                    <a:pt x="289702" y="773159"/>
                    <a:pt x="366552" y="773159"/>
                  </a:cubicBezTo>
                  <a:cubicBezTo>
                    <a:pt x="443402" y="773159"/>
                    <a:pt x="531430" y="750336"/>
                    <a:pt x="535622" y="795981"/>
                  </a:cubicBezTo>
                  <a:cubicBezTo>
                    <a:pt x="539348" y="842091"/>
                    <a:pt x="470416" y="930119"/>
                    <a:pt x="470416" y="930119"/>
                  </a:cubicBezTo>
                  <a:lnTo>
                    <a:pt x="205399" y="991599"/>
                  </a:lnTo>
                  <a:lnTo>
                    <a:pt x="308798" y="1060531"/>
                  </a:lnTo>
                  <a:lnTo>
                    <a:pt x="320442" y="1171848"/>
                  </a:lnTo>
                  <a:cubicBezTo>
                    <a:pt x="320442" y="1171848"/>
                    <a:pt x="132275" y="1252424"/>
                    <a:pt x="32603" y="1240780"/>
                  </a:cubicBezTo>
                  <a:cubicBezTo>
                    <a:pt x="21425" y="1239383"/>
                    <a:pt x="10247" y="1238451"/>
                    <a:pt x="0" y="1237985"/>
                  </a:cubicBezTo>
                  <a:cubicBezTo>
                    <a:pt x="223564" y="1360014"/>
                    <a:pt x="448525" y="1220287"/>
                    <a:pt x="549129" y="1160204"/>
                  </a:cubicBezTo>
                  <a:cubicBezTo>
                    <a:pt x="654856" y="1097326"/>
                    <a:pt x="706555" y="1034449"/>
                    <a:pt x="726583" y="923133"/>
                  </a:cubicBezTo>
                  <a:cubicBezTo>
                    <a:pt x="746145" y="811817"/>
                    <a:pt x="688856" y="574746"/>
                    <a:pt x="680473" y="5030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9"/>
            <p:cNvSpPr/>
            <p:nvPr/>
          </p:nvSpPr>
          <p:spPr>
            <a:xfrm rot="631368">
              <a:off x="983411" y="4435174"/>
              <a:ext cx="329993" cy="212392"/>
            </a:xfrm>
            <a:custGeom>
              <a:rect b="b" l="l" r="r" t="t"/>
              <a:pathLst>
                <a:path extrusionOk="0" h="212540" w="330222">
                  <a:moveTo>
                    <a:pt x="19562" y="0"/>
                  </a:moveTo>
                  <a:cubicBezTo>
                    <a:pt x="15836" y="15370"/>
                    <a:pt x="84768" y="122960"/>
                    <a:pt x="84768" y="122960"/>
                  </a:cubicBezTo>
                  <a:lnTo>
                    <a:pt x="330223" y="188166"/>
                  </a:lnTo>
                  <a:cubicBezTo>
                    <a:pt x="330223" y="188166"/>
                    <a:pt x="184440" y="230550"/>
                    <a:pt x="142056" y="203536"/>
                  </a:cubicBezTo>
                  <a:cubicBezTo>
                    <a:pt x="99672" y="176522"/>
                    <a:pt x="0" y="111316"/>
                    <a:pt x="0" y="111316"/>
                  </a:cubicBezTo>
                  <a:lnTo>
                    <a:pt x="19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p20"/>
          <p:cNvGrpSpPr/>
          <p:nvPr/>
        </p:nvGrpSpPr>
        <p:grpSpPr>
          <a:xfrm>
            <a:off x="-246877" y="-148882"/>
            <a:ext cx="9934579" cy="6303469"/>
            <a:chOff x="-246877" y="-148882"/>
            <a:chExt cx="9934579" cy="6303469"/>
          </a:xfrm>
        </p:grpSpPr>
        <p:sp>
          <p:nvSpPr>
            <p:cNvPr id="354" name="Google Shape;354;p20"/>
            <p:cNvSpPr/>
            <p:nvPr/>
          </p:nvSpPr>
          <p:spPr>
            <a:xfrm rot="2909113">
              <a:off x="-291865" y="3856740"/>
              <a:ext cx="3202192" cy="1321821"/>
            </a:xfrm>
            <a:custGeom>
              <a:rect b="b" l="l" r="r" t="t"/>
              <a:pathLst>
                <a:path extrusionOk="0" h="733155" w="1776113">
                  <a:moveTo>
                    <a:pt x="1386968" y="65954"/>
                  </a:moveTo>
                  <a:cubicBezTo>
                    <a:pt x="1266804" y="130657"/>
                    <a:pt x="1164202" y="224940"/>
                    <a:pt x="1041728" y="285021"/>
                  </a:cubicBezTo>
                  <a:cubicBezTo>
                    <a:pt x="937278" y="336322"/>
                    <a:pt x="822198" y="361741"/>
                    <a:pt x="716361" y="409807"/>
                  </a:cubicBezTo>
                  <a:cubicBezTo>
                    <a:pt x="623465" y="452326"/>
                    <a:pt x="536578" y="512408"/>
                    <a:pt x="436287" y="531357"/>
                  </a:cubicBezTo>
                  <a:cubicBezTo>
                    <a:pt x="360029" y="545684"/>
                    <a:pt x="281923" y="535055"/>
                    <a:pt x="204279" y="539676"/>
                  </a:cubicBezTo>
                  <a:cubicBezTo>
                    <a:pt x="127096" y="544298"/>
                    <a:pt x="43906" y="568331"/>
                    <a:pt x="0" y="632110"/>
                  </a:cubicBezTo>
                  <a:cubicBezTo>
                    <a:pt x="8319" y="638118"/>
                    <a:pt x="24495" y="649210"/>
                    <a:pt x="32352" y="655218"/>
                  </a:cubicBezTo>
                  <a:cubicBezTo>
                    <a:pt x="115542" y="581734"/>
                    <a:pt x="244025" y="595136"/>
                    <a:pt x="348475" y="632572"/>
                  </a:cubicBezTo>
                  <a:cubicBezTo>
                    <a:pt x="452925" y="670008"/>
                    <a:pt x="553216" y="728241"/>
                    <a:pt x="664136" y="732863"/>
                  </a:cubicBezTo>
                  <a:cubicBezTo>
                    <a:pt x="808795" y="738871"/>
                    <a:pt x="941437" y="651521"/>
                    <a:pt x="1043114" y="548457"/>
                  </a:cubicBezTo>
                  <a:cubicBezTo>
                    <a:pt x="1144791" y="445394"/>
                    <a:pt x="1226595" y="322919"/>
                    <a:pt x="1336129" y="228175"/>
                  </a:cubicBezTo>
                  <a:cubicBezTo>
                    <a:pt x="1445663" y="133430"/>
                    <a:pt x="1595405" y="66878"/>
                    <a:pt x="1734518" y="106625"/>
                  </a:cubicBezTo>
                  <a:cubicBezTo>
                    <a:pt x="1745148" y="82130"/>
                    <a:pt x="1765483" y="64567"/>
                    <a:pt x="1776113" y="40072"/>
                  </a:cubicBezTo>
                  <a:cubicBezTo>
                    <a:pt x="1660109" y="-30639"/>
                    <a:pt x="1506669" y="1250"/>
                    <a:pt x="1386968" y="65954"/>
                  </a:cubicBezTo>
                  <a:close/>
                  <a:moveTo>
                    <a:pt x="1058828" y="456948"/>
                  </a:moveTo>
                  <a:cubicBezTo>
                    <a:pt x="1020468" y="523962"/>
                    <a:pt x="961773" y="577112"/>
                    <a:pt x="892910" y="611312"/>
                  </a:cubicBezTo>
                  <a:cubicBezTo>
                    <a:pt x="818963" y="648286"/>
                    <a:pt x="758419" y="685721"/>
                    <a:pt x="670607" y="667697"/>
                  </a:cubicBezTo>
                  <a:cubicBezTo>
                    <a:pt x="633171" y="659840"/>
                    <a:pt x="592500" y="637194"/>
                    <a:pt x="588803" y="598834"/>
                  </a:cubicBezTo>
                  <a:cubicBezTo>
                    <a:pt x="586030" y="570179"/>
                    <a:pt x="605441" y="543836"/>
                    <a:pt x="626238" y="523500"/>
                  </a:cubicBezTo>
                  <a:cubicBezTo>
                    <a:pt x="723293" y="427369"/>
                    <a:pt x="861020" y="382539"/>
                    <a:pt x="996897" y="366825"/>
                  </a:cubicBezTo>
                  <a:cubicBezTo>
                    <a:pt x="1022317" y="364052"/>
                    <a:pt x="1052358" y="364052"/>
                    <a:pt x="1067147" y="384850"/>
                  </a:cubicBezTo>
                  <a:cubicBezTo>
                    <a:pt x="1081937" y="406110"/>
                    <a:pt x="1071768" y="434764"/>
                    <a:pt x="1058828" y="4569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0"/>
            <p:cNvSpPr/>
            <p:nvPr/>
          </p:nvSpPr>
          <p:spPr>
            <a:xfrm flipH="1" rot="5108635">
              <a:off x="7467221" y="695677"/>
              <a:ext cx="2894782" cy="1305815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20"/>
          <p:cNvGrpSpPr/>
          <p:nvPr/>
        </p:nvGrpSpPr>
        <p:grpSpPr>
          <a:xfrm flipH="1">
            <a:off x="262250" y="264900"/>
            <a:ext cx="8332325" cy="4567450"/>
            <a:chOff x="576425" y="264900"/>
            <a:chExt cx="8332325" cy="4567450"/>
          </a:xfrm>
        </p:grpSpPr>
        <p:sp>
          <p:nvSpPr>
            <p:cNvPr id="357" name="Google Shape;357;p20"/>
            <p:cNvSpPr/>
            <p:nvPr/>
          </p:nvSpPr>
          <p:spPr>
            <a:xfrm>
              <a:off x="8771950" y="7200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58" name="Google Shape;358;p20"/>
            <p:cNvSpPr/>
            <p:nvPr/>
          </p:nvSpPr>
          <p:spPr>
            <a:xfrm>
              <a:off x="576425" y="3237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59" name="Google Shape;359;p20"/>
            <p:cNvSpPr/>
            <p:nvPr/>
          </p:nvSpPr>
          <p:spPr>
            <a:xfrm>
              <a:off x="939250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8665450" y="33068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4095525" y="47258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  <p:sp>
        <p:nvSpPr>
          <p:cNvPr id="362" name="Google Shape;362;p2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3" name="Google Shape;363;p20"/>
          <p:cNvSpPr txBox="1"/>
          <p:nvPr>
            <p:ph idx="1" type="subTitle"/>
          </p:nvPr>
        </p:nvSpPr>
        <p:spPr>
          <a:xfrm>
            <a:off x="1127695" y="1420693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4" name="Google Shape;364;p20"/>
          <p:cNvSpPr txBox="1"/>
          <p:nvPr>
            <p:ph idx="2" type="subTitle"/>
          </p:nvPr>
        </p:nvSpPr>
        <p:spPr>
          <a:xfrm>
            <a:off x="1127687" y="1929193"/>
            <a:ext cx="2076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5" name="Google Shape;365;p20"/>
          <p:cNvSpPr txBox="1"/>
          <p:nvPr>
            <p:ph idx="3" type="subTitle"/>
          </p:nvPr>
        </p:nvSpPr>
        <p:spPr>
          <a:xfrm>
            <a:off x="3533856" y="1420693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6" name="Google Shape;366;p20"/>
          <p:cNvSpPr txBox="1"/>
          <p:nvPr>
            <p:ph idx="4" type="subTitle"/>
          </p:nvPr>
        </p:nvSpPr>
        <p:spPr>
          <a:xfrm>
            <a:off x="3533860" y="1929193"/>
            <a:ext cx="2076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7" name="Google Shape;367;p20"/>
          <p:cNvSpPr txBox="1"/>
          <p:nvPr>
            <p:ph idx="5" type="subTitle"/>
          </p:nvPr>
        </p:nvSpPr>
        <p:spPr>
          <a:xfrm>
            <a:off x="1127699" y="2984564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8" name="Google Shape;368;p20"/>
          <p:cNvSpPr txBox="1"/>
          <p:nvPr>
            <p:ph idx="6" type="subTitle"/>
          </p:nvPr>
        </p:nvSpPr>
        <p:spPr>
          <a:xfrm>
            <a:off x="1127690" y="3493064"/>
            <a:ext cx="2076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9" name="Google Shape;369;p20"/>
          <p:cNvSpPr txBox="1"/>
          <p:nvPr>
            <p:ph idx="7" type="subTitle"/>
          </p:nvPr>
        </p:nvSpPr>
        <p:spPr>
          <a:xfrm>
            <a:off x="3533860" y="2984564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0" name="Google Shape;370;p20"/>
          <p:cNvSpPr txBox="1"/>
          <p:nvPr>
            <p:ph idx="8" type="subTitle"/>
          </p:nvPr>
        </p:nvSpPr>
        <p:spPr>
          <a:xfrm>
            <a:off x="3533863" y="3493064"/>
            <a:ext cx="2076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1" name="Google Shape;371;p20"/>
          <p:cNvSpPr txBox="1"/>
          <p:nvPr>
            <p:ph idx="9" type="subTitle"/>
          </p:nvPr>
        </p:nvSpPr>
        <p:spPr>
          <a:xfrm>
            <a:off x="5940006" y="1420693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20"/>
          <p:cNvSpPr txBox="1"/>
          <p:nvPr>
            <p:ph idx="13" type="subTitle"/>
          </p:nvPr>
        </p:nvSpPr>
        <p:spPr>
          <a:xfrm>
            <a:off x="5940010" y="1929193"/>
            <a:ext cx="2076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3" name="Google Shape;373;p20"/>
          <p:cNvSpPr txBox="1"/>
          <p:nvPr>
            <p:ph idx="14" type="subTitle"/>
          </p:nvPr>
        </p:nvSpPr>
        <p:spPr>
          <a:xfrm>
            <a:off x="5940010" y="2984564"/>
            <a:ext cx="20763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4" name="Google Shape;374;p20"/>
          <p:cNvSpPr txBox="1"/>
          <p:nvPr>
            <p:ph idx="15" type="subTitle"/>
          </p:nvPr>
        </p:nvSpPr>
        <p:spPr>
          <a:xfrm>
            <a:off x="5940013" y="3493064"/>
            <a:ext cx="2076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8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7" name="Google Shape;377;p21"/>
          <p:cNvSpPr txBox="1"/>
          <p:nvPr>
            <p:ph idx="1" type="subTitle"/>
          </p:nvPr>
        </p:nvSpPr>
        <p:spPr>
          <a:xfrm>
            <a:off x="920549" y="1217175"/>
            <a:ext cx="22011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8" name="Google Shape;378;p21"/>
          <p:cNvSpPr txBox="1"/>
          <p:nvPr>
            <p:ph idx="2" type="subTitle"/>
          </p:nvPr>
        </p:nvSpPr>
        <p:spPr>
          <a:xfrm>
            <a:off x="920525" y="1725675"/>
            <a:ext cx="2201100" cy="10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79" name="Google Shape;379;p21"/>
          <p:cNvSpPr txBox="1"/>
          <p:nvPr>
            <p:ph idx="3" type="subTitle"/>
          </p:nvPr>
        </p:nvSpPr>
        <p:spPr>
          <a:xfrm>
            <a:off x="3471462" y="1217175"/>
            <a:ext cx="22011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0" name="Google Shape;380;p21"/>
          <p:cNvSpPr txBox="1"/>
          <p:nvPr>
            <p:ph idx="4" type="subTitle"/>
          </p:nvPr>
        </p:nvSpPr>
        <p:spPr>
          <a:xfrm>
            <a:off x="3471450" y="1725675"/>
            <a:ext cx="2201100" cy="10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81" name="Google Shape;381;p21"/>
          <p:cNvSpPr txBox="1"/>
          <p:nvPr>
            <p:ph idx="5" type="subTitle"/>
          </p:nvPr>
        </p:nvSpPr>
        <p:spPr>
          <a:xfrm>
            <a:off x="6022362" y="1217175"/>
            <a:ext cx="22011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2" name="Google Shape;382;p21"/>
          <p:cNvSpPr txBox="1"/>
          <p:nvPr>
            <p:ph idx="6" type="subTitle"/>
          </p:nvPr>
        </p:nvSpPr>
        <p:spPr>
          <a:xfrm>
            <a:off x="6022350" y="1725675"/>
            <a:ext cx="2201100" cy="10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83" name="Google Shape;383;p21"/>
          <p:cNvSpPr txBox="1"/>
          <p:nvPr>
            <p:ph idx="7" type="subTitle"/>
          </p:nvPr>
        </p:nvSpPr>
        <p:spPr>
          <a:xfrm>
            <a:off x="920559" y="2890900"/>
            <a:ext cx="22011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4" name="Google Shape;384;p21"/>
          <p:cNvSpPr txBox="1"/>
          <p:nvPr>
            <p:ph idx="8" type="subTitle"/>
          </p:nvPr>
        </p:nvSpPr>
        <p:spPr>
          <a:xfrm>
            <a:off x="920550" y="3399400"/>
            <a:ext cx="2201100" cy="10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85" name="Google Shape;385;p21"/>
          <p:cNvSpPr txBox="1"/>
          <p:nvPr>
            <p:ph idx="9" type="subTitle"/>
          </p:nvPr>
        </p:nvSpPr>
        <p:spPr>
          <a:xfrm>
            <a:off x="3471472" y="2890900"/>
            <a:ext cx="22011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21"/>
          <p:cNvSpPr txBox="1"/>
          <p:nvPr>
            <p:ph idx="13" type="subTitle"/>
          </p:nvPr>
        </p:nvSpPr>
        <p:spPr>
          <a:xfrm>
            <a:off x="3471475" y="3399400"/>
            <a:ext cx="2201100" cy="10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87" name="Google Shape;387;p21"/>
          <p:cNvSpPr txBox="1"/>
          <p:nvPr>
            <p:ph idx="14" type="subTitle"/>
          </p:nvPr>
        </p:nvSpPr>
        <p:spPr>
          <a:xfrm>
            <a:off x="6022372" y="2890900"/>
            <a:ext cx="22011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8" name="Google Shape;388;p21"/>
          <p:cNvSpPr txBox="1"/>
          <p:nvPr>
            <p:ph idx="15" type="subTitle"/>
          </p:nvPr>
        </p:nvSpPr>
        <p:spPr>
          <a:xfrm>
            <a:off x="6022375" y="3399400"/>
            <a:ext cx="2201100" cy="10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89" name="Google Shape;389;p21"/>
          <p:cNvSpPr/>
          <p:nvPr/>
        </p:nvSpPr>
        <p:spPr>
          <a:xfrm rot="-5108635">
            <a:off x="-1228727" y="292827"/>
            <a:ext cx="2894782" cy="1305815"/>
          </a:xfrm>
          <a:custGeom>
            <a:rect b="b" l="l" r="r" t="t"/>
            <a:pathLst>
              <a:path extrusionOk="0" h="724862" w="1606903">
                <a:moveTo>
                  <a:pt x="7339" y="234781"/>
                </a:moveTo>
                <a:cubicBezTo>
                  <a:pt x="-7912" y="286082"/>
                  <a:pt x="-517" y="348013"/>
                  <a:pt x="40153" y="383138"/>
                </a:cubicBezTo>
                <a:cubicBezTo>
                  <a:pt x="77589" y="415489"/>
                  <a:pt x="131201" y="416876"/>
                  <a:pt x="179266" y="428430"/>
                </a:cubicBezTo>
                <a:cubicBezTo>
                  <a:pt x="296656" y="456160"/>
                  <a:pt x="386779" y="546283"/>
                  <a:pt x="482911" y="619305"/>
                </a:cubicBezTo>
                <a:cubicBezTo>
                  <a:pt x="579042" y="692328"/>
                  <a:pt x="703827" y="752872"/>
                  <a:pt x="816596" y="711277"/>
                </a:cubicBezTo>
                <a:cubicBezTo>
                  <a:pt x="895164" y="682161"/>
                  <a:pt x="948314" y="610524"/>
                  <a:pt x="1005623" y="549518"/>
                </a:cubicBezTo>
                <a:cubicBezTo>
                  <a:pt x="1117005" y="429816"/>
                  <a:pt x="1258891" y="339232"/>
                  <a:pt x="1413718" y="287931"/>
                </a:cubicBezTo>
                <a:cubicBezTo>
                  <a:pt x="1453926" y="274528"/>
                  <a:pt x="1495059" y="263898"/>
                  <a:pt x="1531571" y="242638"/>
                </a:cubicBezTo>
                <a:cubicBezTo>
                  <a:pt x="1568082" y="221379"/>
                  <a:pt x="1599971" y="187640"/>
                  <a:pt x="1606904" y="146045"/>
                </a:cubicBezTo>
                <a:cubicBezTo>
                  <a:pt x="1584720" y="119239"/>
                  <a:pt x="1545436" y="112307"/>
                  <a:pt x="1511697" y="119702"/>
                </a:cubicBezTo>
                <a:cubicBezTo>
                  <a:pt x="1477959" y="127096"/>
                  <a:pt x="1447918" y="146507"/>
                  <a:pt x="1418801" y="164994"/>
                </a:cubicBezTo>
                <a:cubicBezTo>
                  <a:pt x="1306957" y="237554"/>
                  <a:pt x="1195574" y="310115"/>
                  <a:pt x="1083729" y="382675"/>
                </a:cubicBezTo>
                <a:cubicBezTo>
                  <a:pt x="1056461" y="400238"/>
                  <a:pt x="1025958" y="418725"/>
                  <a:pt x="993607" y="415027"/>
                </a:cubicBezTo>
                <a:cubicBezTo>
                  <a:pt x="935373" y="408095"/>
                  <a:pt x="909954" y="331375"/>
                  <a:pt x="930752" y="276839"/>
                </a:cubicBezTo>
                <a:cubicBezTo>
                  <a:pt x="951549" y="222303"/>
                  <a:pt x="1001001" y="184867"/>
                  <a:pt x="1044907" y="146507"/>
                </a:cubicBezTo>
                <a:cubicBezTo>
                  <a:pt x="1088813" y="107685"/>
                  <a:pt x="1131333" y="58233"/>
                  <a:pt x="1130870" y="0"/>
                </a:cubicBezTo>
                <a:cubicBezTo>
                  <a:pt x="1052764" y="34663"/>
                  <a:pt x="981590" y="84577"/>
                  <a:pt x="922432" y="146045"/>
                </a:cubicBezTo>
                <a:cubicBezTo>
                  <a:pt x="884997" y="185330"/>
                  <a:pt x="851258" y="231546"/>
                  <a:pt x="842940" y="284696"/>
                </a:cubicBezTo>
                <a:cubicBezTo>
                  <a:pt x="828613" y="373432"/>
                  <a:pt x="884535" y="467714"/>
                  <a:pt x="851258" y="550905"/>
                </a:cubicBezTo>
                <a:cubicBezTo>
                  <a:pt x="818907" y="631322"/>
                  <a:pt x="713071" y="659976"/>
                  <a:pt x="630342" y="635481"/>
                </a:cubicBezTo>
                <a:cubicBezTo>
                  <a:pt x="547614" y="610986"/>
                  <a:pt x="481986" y="548132"/>
                  <a:pt x="420056" y="488050"/>
                </a:cubicBezTo>
                <a:cubicBezTo>
                  <a:pt x="358125" y="427506"/>
                  <a:pt x="292497" y="365113"/>
                  <a:pt x="208844" y="342004"/>
                </a:cubicBezTo>
                <a:cubicBezTo>
                  <a:pt x="181114" y="334148"/>
                  <a:pt x="151536" y="330913"/>
                  <a:pt x="125654" y="318434"/>
                </a:cubicBezTo>
                <a:cubicBezTo>
                  <a:pt x="99311" y="305955"/>
                  <a:pt x="76202" y="281460"/>
                  <a:pt x="77127" y="252344"/>
                </a:cubicBezTo>
                <a:cubicBezTo>
                  <a:pt x="78051" y="224614"/>
                  <a:pt x="100235" y="202892"/>
                  <a:pt x="113638" y="178397"/>
                </a:cubicBezTo>
                <a:cubicBezTo>
                  <a:pt x="133973" y="140499"/>
                  <a:pt x="115487" y="99828"/>
                  <a:pt x="72967" y="121550"/>
                </a:cubicBezTo>
                <a:cubicBezTo>
                  <a:pt x="43389" y="136340"/>
                  <a:pt x="16121" y="204741"/>
                  <a:pt x="7339" y="23478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" name="Google Shape;390;p21"/>
          <p:cNvGrpSpPr/>
          <p:nvPr/>
        </p:nvGrpSpPr>
        <p:grpSpPr>
          <a:xfrm>
            <a:off x="190050" y="208550"/>
            <a:ext cx="8718700" cy="4680150"/>
            <a:chOff x="190050" y="208550"/>
            <a:chExt cx="8718700" cy="4680150"/>
          </a:xfrm>
        </p:grpSpPr>
        <p:sp>
          <p:nvSpPr>
            <p:cNvPr id="391" name="Google Shape;391;p21"/>
            <p:cNvSpPr/>
            <p:nvPr/>
          </p:nvSpPr>
          <p:spPr>
            <a:xfrm>
              <a:off x="8771950" y="7200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190050" y="29473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1341700" y="2085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8665450" y="33068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3121625" y="47822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ight columns">
  <p:cSld name="CUSTOM_16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22"/>
          <p:cNvGrpSpPr/>
          <p:nvPr/>
        </p:nvGrpSpPr>
        <p:grpSpPr>
          <a:xfrm>
            <a:off x="-156012" y="3728650"/>
            <a:ext cx="9456023" cy="1805379"/>
            <a:chOff x="-156012" y="3728650"/>
            <a:chExt cx="9456023" cy="1805379"/>
          </a:xfrm>
        </p:grpSpPr>
        <p:sp>
          <p:nvSpPr>
            <p:cNvPr id="398" name="Google Shape;398;p22"/>
            <p:cNvSpPr/>
            <p:nvPr/>
          </p:nvSpPr>
          <p:spPr>
            <a:xfrm>
              <a:off x="4476846" y="4487873"/>
              <a:ext cx="607074" cy="528768"/>
            </a:xfrm>
            <a:custGeom>
              <a:rect b="b" l="l" r="r" t="t"/>
              <a:pathLst>
                <a:path extrusionOk="0" h="133950" w="153787">
                  <a:moveTo>
                    <a:pt x="60922" y="129993"/>
                  </a:moveTo>
                  <a:cubicBezTo>
                    <a:pt x="66930" y="114280"/>
                    <a:pt x="49368" y="102263"/>
                    <a:pt x="37352" y="98104"/>
                  </a:cubicBezTo>
                  <a:cubicBezTo>
                    <a:pt x="31343" y="95793"/>
                    <a:pt x="16554" y="99490"/>
                    <a:pt x="18402" y="87936"/>
                  </a:cubicBezTo>
                  <a:cubicBezTo>
                    <a:pt x="19789" y="76844"/>
                    <a:pt x="31343" y="85163"/>
                    <a:pt x="36889" y="87474"/>
                  </a:cubicBezTo>
                  <a:cubicBezTo>
                    <a:pt x="41049" y="80541"/>
                    <a:pt x="14243" y="57895"/>
                    <a:pt x="31343" y="55584"/>
                  </a:cubicBezTo>
                  <a:cubicBezTo>
                    <a:pt x="40587" y="54198"/>
                    <a:pt x="41511" y="67601"/>
                    <a:pt x="42897" y="74071"/>
                  </a:cubicBezTo>
                  <a:cubicBezTo>
                    <a:pt x="45208" y="84701"/>
                    <a:pt x="44284" y="81466"/>
                    <a:pt x="51679" y="87936"/>
                  </a:cubicBezTo>
                  <a:cubicBezTo>
                    <a:pt x="54914" y="90709"/>
                    <a:pt x="58611" y="100415"/>
                    <a:pt x="62308" y="101339"/>
                  </a:cubicBezTo>
                  <a:cubicBezTo>
                    <a:pt x="71552" y="103650"/>
                    <a:pt x="74325" y="87012"/>
                    <a:pt x="74787" y="81466"/>
                  </a:cubicBezTo>
                  <a:cubicBezTo>
                    <a:pt x="75249" y="68063"/>
                    <a:pt x="68317" y="68987"/>
                    <a:pt x="61384" y="59744"/>
                  </a:cubicBezTo>
                  <a:cubicBezTo>
                    <a:pt x="55376" y="51887"/>
                    <a:pt x="56300" y="42644"/>
                    <a:pt x="46132" y="38484"/>
                  </a:cubicBezTo>
                  <a:cubicBezTo>
                    <a:pt x="34116" y="33863"/>
                    <a:pt x="9622" y="49114"/>
                    <a:pt x="1764" y="38946"/>
                  </a:cubicBezTo>
                  <a:cubicBezTo>
                    <a:pt x="-1933" y="33863"/>
                    <a:pt x="378" y="20460"/>
                    <a:pt x="6848" y="19073"/>
                  </a:cubicBezTo>
                  <a:cubicBezTo>
                    <a:pt x="14243" y="17687"/>
                    <a:pt x="14705" y="28316"/>
                    <a:pt x="20713" y="28316"/>
                  </a:cubicBezTo>
                  <a:cubicBezTo>
                    <a:pt x="33654" y="28316"/>
                    <a:pt x="26722" y="7519"/>
                    <a:pt x="36889" y="1973"/>
                  </a:cubicBezTo>
                  <a:cubicBezTo>
                    <a:pt x="53990" y="-7271"/>
                    <a:pt x="43822" y="18611"/>
                    <a:pt x="40125" y="25081"/>
                  </a:cubicBezTo>
                  <a:cubicBezTo>
                    <a:pt x="47519" y="32476"/>
                    <a:pt x="61384" y="27854"/>
                    <a:pt x="68317" y="38022"/>
                  </a:cubicBezTo>
                  <a:cubicBezTo>
                    <a:pt x="71090" y="42181"/>
                    <a:pt x="69241" y="50038"/>
                    <a:pt x="71552" y="52811"/>
                  </a:cubicBezTo>
                  <a:cubicBezTo>
                    <a:pt x="75711" y="57433"/>
                    <a:pt x="84493" y="51425"/>
                    <a:pt x="86803" y="47265"/>
                  </a:cubicBezTo>
                  <a:cubicBezTo>
                    <a:pt x="91425" y="39871"/>
                    <a:pt x="81258" y="1048"/>
                    <a:pt x="98358" y="2435"/>
                  </a:cubicBezTo>
                  <a:cubicBezTo>
                    <a:pt x="110836" y="3359"/>
                    <a:pt x="94660" y="21846"/>
                    <a:pt x="100668" y="29241"/>
                  </a:cubicBezTo>
                  <a:cubicBezTo>
                    <a:pt x="104366" y="33400"/>
                    <a:pt x="108988" y="28316"/>
                    <a:pt x="111299" y="34787"/>
                  </a:cubicBezTo>
                  <a:cubicBezTo>
                    <a:pt x="114071" y="42181"/>
                    <a:pt x="105752" y="47728"/>
                    <a:pt x="101131" y="50963"/>
                  </a:cubicBezTo>
                  <a:cubicBezTo>
                    <a:pt x="95123" y="56047"/>
                    <a:pt x="80795" y="70374"/>
                    <a:pt x="93736" y="73609"/>
                  </a:cubicBezTo>
                  <a:cubicBezTo>
                    <a:pt x="108525" y="77306"/>
                    <a:pt x="129785" y="54198"/>
                    <a:pt x="135793" y="43568"/>
                  </a:cubicBezTo>
                  <a:cubicBezTo>
                    <a:pt x="139029" y="37560"/>
                    <a:pt x="137642" y="14913"/>
                    <a:pt x="144112" y="14913"/>
                  </a:cubicBezTo>
                  <a:cubicBezTo>
                    <a:pt x="159826" y="14913"/>
                    <a:pt x="147809" y="41719"/>
                    <a:pt x="146423" y="47265"/>
                  </a:cubicBezTo>
                  <a:cubicBezTo>
                    <a:pt x="144574" y="53736"/>
                    <a:pt x="145961" y="54198"/>
                    <a:pt x="140415" y="59282"/>
                  </a:cubicBezTo>
                  <a:cubicBezTo>
                    <a:pt x="135331" y="63903"/>
                    <a:pt x="127937" y="64828"/>
                    <a:pt x="127937" y="73609"/>
                  </a:cubicBezTo>
                  <a:cubicBezTo>
                    <a:pt x="136255" y="75458"/>
                    <a:pt x="150583" y="72684"/>
                    <a:pt x="153356" y="84239"/>
                  </a:cubicBezTo>
                  <a:cubicBezTo>
                    <a:pt x="156591" y="98566"/>
                    <a:pt x="140877" y="99028"/>
                    <a:pt x="132096" y="93944"/>
                  </a:cubicBezTo>
                  <a:cubicBezTo>
                    <a:pt x="121928" y="88398"/>
                    <a:pt x="120542" y="85163"/>
                    <a:pt x="108525" y="87936"/>
                  </a:cubicBezTo>
                  <a:cubicBezTo>
                    <a:pt x="102517" y="89323"/>
                    <a:pt x="96509" y="91171"/>
                    <a:pt x="90963" y="94406"/>
                  </a:cubicBezTo>
                  <a:cubicBezTo>
                    <a:pt x="84493" y="98104"/>
                    <a:pt x="80795" y="101339"/>
                    <a:pt x="78947" y="108734"/>
                  </a:cubicBezTo>
                  <a:cubicBezTo>
                    <a:pt x="77560" y="114742"/>
                    <a:pt x="81258" y="124447"/>
                    <a:pt x="78947" y="129531"/>
                  </a:cubicBezTo>
                  <a:cubicBezTo>
                    <a:pt x="76636" y="134615"/>
                    <a:pt x="66930" y="136002"/>
                    <a:pt x="60922" y="1299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8329125" y="3728650"/>
              <a:ext cx="607243" cy="609809"/>
            </a:xfrm>
            <a:custGeom>
              <a:rect b="b" l="l" r="r" t="t"/>
              <a:pathLst>
                <a:path extrusionOk="0" h="176118" w="175377">
                  <a:moveTo>
                    <a:pt x="62594" y="172652"/>
                  </a:moveTo>
                  <a:cubicBezTo>
                    <a:pt x="62594" y="152779"/>
                    <a:pt x="62131" y="143536"/>
                    <a:pt x="43644" y="134292"/>
                  </a:cubicBezTo>
                  <a:cubicBezTo>
                    <a:pt x="33015" y="129209"/>
                    <a:pt x="-8580" y="125511"/>
                    <a:pt x="1587" y="104714"/>
                  </a:cubicBezTo>
                  <a:cubicBezTo>
                    <a:pt x="7596" y="104714"/>
                    <a:pt x="32553" y="134292"/>
                    <a:pt x="36250" y="113957"/>
                  </a:cubicBezTo>
                  <a:cubicBezTo>
                    <a:pt x="38561" y="101016"/>
                    <a:pt x="16377" y="96857"/>
                    <a:pt x="10369" y="89462"/>
                  </a:cubicBezTo>
                  <a:cubicBezTo>
                    <a:pt x="6209" y="84378"/>
                    <a:pt x="-4883" y="58959"/>
                    <a:pt x="11293" y="63581"/>
                  </a:cubicBezTo>
                  <a:cubicBezTo>
                    <a:pt x="19612" y="65892"/>
                    <a:pt x="18225" y="80219"/>
                    <a:pt x="24696" y="84840"/>
                  </a:cubicBezTo>
                  <a:cubicBezTo>
                    <a:pt x="34864" y="91311"/>
                    <a:pt x="44107" y="88076"/>
                    <a:pt x="46880" y="102865"/>
                  </a:cubicBezTo>
                  <a:cubicBezTo>
                    <a:pt x="48266" y="109798"/>
                    <a:pt x="45955" y="124587"/>
                    <a:pt x="53350" y="129209"/>
                  </a:cubicBezTo>
                  <a:cubicBezTo>
                    <a:pt x="70912" y="139376"/>
                    <a:pt x="68602" y="112570"/>
                    <a:pt x="67215" y="105176"/>
                  </a:cubicBezTo>
                  <a:cubicBezTo>
                    <a:pt x="65829" y="97781"/>
                    <a:pt x="64442" y="98705"/>
                    <a:pt x="70450" y="91773"/>
                  </a:cubicBezTo>
                  <a:cubicBezTo>
                    <a:pt x="73685" y="87614"/>
                    <a:pt x="77845" y="83454"/>
                    <a:pt x="81081" y="79757"/>
                  </a:cubicBezTo>
                  <a:cubicBezTo>
                    <a:pt x="88013" y="71438"/>
                    <a:pt x="106037" y="56648"/>
                    <a:pt x="86164" y="50178"/>
                  </a:cubicBezTo>
                  <a:cubicBezTo>
                    <a:pt x="74148" y="46480"/>
                    <a:pt x="62131" y="57573"/>
                    <a:pt x="50577" y="46943"/>
                  </a:cubicBezTo>
                  <a:cubicBezTo>
                    <a:pt x="45955" y="42783"/>
                    <a:pt x="42720" y="34926"/>
                    <a:pt x="48729" y="30305"/>
                  </a:cubicBezTo>
                  <a:cubicBezTo>
                    <a:pt x="54737" y="26145"/>
                    <a:pt x="59358" y="32615"/>
                    <a:pt x="64442" y="34926"/>
                  </a:cubicBezTo>
                  <a:cubicBezTo>
                    <a:pt x="81543" y="43245"/>
                    <a:pt x="75534" y="27532"/>
                    <a:pt x="76459" y="15515"/>
                  </a:cubicBezTo>
                  <a:cubicBezTo>
                    <a:pt x="76921" y="11356"/>
                    <a:pt x="78770" y="2574"/>
                    <a:pt x="82929" y="726"/>
                  </a:cubicBezTo>
                  <a:cubicBezTo>
                    <a:pt x="93097" y="-3434"/>
                    <a:pt x="90786" y="11356"/>
                    <a:pt x="91248" y="17826"/>
                  </a:cubicBezTo>
                  <a:cubicBezTo>
                    <a:pt x="92172" y="35851"/>
                    <a:pt x="103264" y="26607"/>
                    <a:pt x="112046" y="37699"/>
                  </a:cubicBezTo>
                  <a:cubicBezTo>
                    <a:pt x="120827" y="49254"/>
                    <a:pt x="112508" y="66354"/>
                    <a:pt x="104189" y="75135"/>
                  </a:cubicBezTo>
                  <a:cubicBezTo>
                    <a:pt x="99105" y="80681"/>
                    <a:pt x="71837" y="94546"/>
                    <a:pt x="89861" y="101016"/>
                  </a:cubicBezTo>
                  <a:cubicBezTo>
                    <a:pt x="101415" y="105176"/>
                    <a:pt x="106962" y="91773"/>
                    <a:pt x="115743" y="89462"/>
                  </a:cubicBezTo>
                  <a:cubicBezTo>
                    <a:pt x="124524" y="87151"/>
                    <a:pt x="127297" y="92697"/>
                    <a:pt x="136078" y="89462"/>
                  </a:cubicBezTo>
                  <a:cubicBezTo>
                    <a:pt x="144859" y="85765"/>
                    <a:pt x="161497" y="70051"/>
                    <a:pt x="171665" y="79295"/>
                  </a:cubicBezTo>
                  <a:cubicBezTo>
                    <a:pt x="178136" y="85303"/>
                    <a:pt x="175362" y="96395"/>
                    <a:pt x="169355" y="101479"/>
                  </a:cubicBezTo>
                  <a:cubicBezTo>
                    <a:pt x="161497" y="108873"/>
                    <a:pt x="150406" y="105176"/>
                    <a:pt x="141162" y="108411"/>
                  </a:cubicBezTo>
                  <a:cubicBezTo>
                    <a:pt x="136078" y="110260"/>
                    <a:pt x="130532" y="117192"/>
                    <a:pt x="126373" y="113033"/>
                  </a:cubicBezTo>
                  <a:cubicBezTo>
                    <a:pt x="123138" y="136141"/>
                    <a:pt x="104189" y="118579"/>
                    <a:pt x="91710" y="122738"/>
                  </a:cubicBezTo>
                  <a:cubicBezTo>
                    <a:pt x="82005" y="125973"/>
                    <a:pt x="79232" y="139839"/>
                    <a:pt x="78307" y="148620"/>
                  </a:cubicBezTo>
                  <a:cubicBezTo>
                    <a:pt x="77383" y="157401"/>
                    <a:pt x="88475" y="167569"/>
                    <a:pt x="82929" y="174039"/>
                  </a:cubicBezTo>
                  <a:cubicBezTo>
                    <a:pt x="80618" y="176350"/>
                    <a:pt x="67678" y="177736"/>
                    <a:pt x="62594" y="1726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-156012" y="3970511"/>
              <a:ext cx="9456023" cy="1563518"/>
            </a:xfrm>
            <a:custGeom>
              <a:rect b="b" l="l" r="r" t="t"/>
              <a:pathLst>
                <a:path extrusionOk="0" h="396078" w="2395446">
                  <a:moveTo>
                    <a:pt x="2395418" y="0"/>
                  </a:moveTo>
                  <a:cubicBezTo>
                    <a:pt x="2397267" y="1386"/>
                    <a:pt x="2308530" y="44830"/>
                    <a:pt x="2262313" y="61931"/>
                  </a:cubicBezTo>
                  <a:cubicBezTo>
                    <a:pt x="2203618" y="84115"/>
                    <a:pt x="2140301" y="90585"/>
                    <a:pt x="2078371" y="98904"/>
                  </a:cubicBezTo>
                  <a:cubicBezTo>
                    <a:pt x="1966064" y="113693"/>
                    <a:pt x="1850059" y="111382"/>
                    <a:pt x="1740064" y="140961"/>
                  </a:cubicBezTo>
                  <a:cubicBezTo>
                    <a:pt x="1646243" y="165919"/>
                    <a:pt x="1579229" y="232471"/>
                    <a:pt x="1482636" y="252344"/>
                  </a:cubicBezTo>
                  <a:cubicBezTo>
                    <a:pt x="1390665" y="271293"/>
                    <a:pt x="1291298" y="256503"/>
                    <a:pt x="1198402" y="246798"/>
                  </a:cubicBezTo>
                  <a:cubicBezTo>
                    <a:pt x="1079163" y="234319"/>
                    <a:pt x="962234" y="219992"/>
                    <a:pt x="846692" y="185792"/>
                  </a:cubicBezTo>
                  <a:cubicBezTo>
                    <a:pt x="761653" y="160372"/>
                    <a:pt x="677539" y="127096"/>
                    <a:pt x="586954" y="138188"/>
                  </a:cubicBezTo>
                  <a:cubicBezTo>
                    <a:pt x="553677" y="142348"/>
                    <a:pt x="519015" y="154364"/>
                    <a:pt x="484815" y="153440"/>
                  </a:cubicBezTo>
                  <a:cubicBezTo>
                    <a:pt x="450152" y="152516"/>
                    <a:pt x="415951" y="134029"/>
                    <a:pt x="385911" y="119239"/>
                  </a:cubicBezTo>
                  <a:cubicBezTo>
                    <a:pt x="326291" y="90123"/>
                    <a:pt x="270831" y="56385"/>
                    <a:pt x="205203" y="44368"/>
                  </a:cubicBezTo>
                  <a:cubicBezTo>
                    <a:pt x="138651" y="32352"/>
                    <a:pt x="67939" y="22646"/>
                    <a:pt x="0" y="22646"/>
                  </a:cubicBezTo>
                  <a:lnTo>
                    <a:pt x="2311" y="388683"/>
                  </a:lnTo>
                  <a:lnTo>
                    <a:pt x="2392646" y="396078"/>
                  </a:lnTo>
                  <a:lnTo>
                    <a:pt x="2395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177000" y="3772051"/>
              <a:ext cx="767928" cy="426390"/>
            </a:xfrm>
            <a:custGeom>
              <a:rect b="b" l="l" r="r" t="t"/>
              <a:pathLst>
                <a:path extrusionOk="0" h="185791" w="334609">
                  <a:moveTo>
                    <a:pt x="87812" y="169154"/>
                  </a:moveTo>
                  <a:cubicBezTo>
                    <a:pt x="85039" y="165456"/>
                    <a:pt x="0" y="85501"/>
                    <a:pt x="0" y="85501"/>
                  </a:cubicBezTo>
                  <a:lnTo>
                    <a:pt x="12941" y="71174"/>
                  </a:lnTo>
                  <a:lnTo>
                    <a:pt x="86426" y="136802"/>
                  </a:lnTo>
                  <a:lnTo>
                    <a:pt x="28192" y="38822"/>
                  </a:lnTo>
                  <a:lnTo>
                    <a:pt x="48990" y="27268"/>
                  </a:lnTo>
                  <a:lnTo>
                    <a:pt x="100753" y="120164"/>
                  </a:lnTo>
                  <a:lnTo>
                    <a:pt x="86426" y="6470"/>
                  </a:lnTo>
                  <a:lnTo>
                    <a:pt x="116004" y="0"/>
                  </a:lnTo>
                  <a:lnTo>
                    <a:pt x="135416" y="117391"/>
                  </a:lnTo>
                  <a:lnTo>
                    <a:pt x="146970" y="7857"/>
                  </a:lnTo>
                  <a:lnTo>
                    <a:pt x="166381" y="6470"/>
                  </a:lnTo>
                  <a:lnTo>
                    <a:pt x="163608" y="120164"/>
                  </a:lnTo>
                  <a:lnTo>
                    <a:pt x="217681" y="18487"/>
                  </a:lnTo>
                  <a:lnTo>
                    <a:pt x="262974" y="41595"/>
                  </a:lnTo>
                  <a:lnTo>
                    <a:pt x="202892" y="142348"/>
                  </a:lnTo>
                  <a:lnTo>
                    <a:pt x="290704" y="70250"/>
                  </a:lnTo>
                  <a:lnTo>
                    <a:pt x="305031" y="80417"/>
                  </a:lnTo>
                  <a:lnTo>
                    <a:pt x="228773" y="151129"/>
                  </a:lnTo>
                  <a:lnTo>
                    <a:pt x="329526" y="122937"/>
                  </a:lnTo>
                  <a:lnTo>
                    <a:pt x="334610" y="157599"/>
                  </a:lnTo>
                  <a:lnTo>
                    <a:pt x="241714" y="185792"/>
                  </a:lnTo>
                  <a:lnTo>
                    <a:pt x="87812" y="16915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3" name="Google Shape;403;p22"/>
          <p:cNvSpPr txBox="1"/>
          <p:nvPr>
            <p:ph idx="1" type="subTitle"/>
          </p:nvPr>
        </p:nvSpPr>
        <p:spPr>
          <a:xfrm>
            <a:off x="896342" y="1321800"/>
            <a:ext cx="16257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4" name="Google Shape;404;p22"/>
          <p:cNvSpPr txBox="1"/>
          <p:nvPr>
            <p:ph idx="2" type="subTitle"/>
          </p:nvPr>
        </p:nvSpPr>
        <p:spPr>
          <a:xfrm>
            <a:off x="896335" y="1830300"/>
            <a:ext cx="16257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5" name="Google Shape;405;p22"/>
          <p:cNvSpPr txBox="1"/>
          <p:nvPr>
            <p:ph idx="3" type="subTitle"/>
          </p:nvPr>
        </p:nvSpPr>
        <p:spPr>
          <a:xfrm>
            <a:off x="2804886" y="1321800"/>
            <a:ext cx="16257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6" name="Google Shape;406;p22"/>
          <p:cNvSpPr txBox="1"/>
          <p:nvPr>
            <p:ph idx="4" type="subTitle"/>
          </p:nvPr>
        </p:nvSpPr>
        <p:spPr>
          <a:xfrm>
            <a:off x="2804889" y="1830300"/>
            <a:ext cx="16257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7" name="Google Shape;407;p22"/>
          <p:cNvSpPr txBox="1"/>
          <p:nvPr>
            <p:ph idx="5" type="subTitle"/>
          </p:nvPr>
        </p:nvSpPr>
        <p:spPr>
          <a:xfrm>
            <a:off x="896344" y="2890875"/>
            <a:ext cx="16257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8" name="Google Shape;408;p22"/>
          <p:cNvSpPr txBox="1"/>
          <p:nvPr>
            <p:ph idx="6" type="subTitle"/>
          </p:nvPr>
        </p:nvSpPr>
        <p:spPr>
          <a:xfrm>
            <a:off x="896338" y="3399375"/>
            <a:ext cx="16257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9" name="Google Shape;409;p22"/>
          <p:cNvSpPr txBox="1"/>
          <p:nvPr>
            <p:ph idx="7" type="subTitle"/>
          </p:nvPr>
        </p:nvSpPr>
        <p:spPr>
          <a:xfrm>
            <a:off x="2804889" y="2890875"/>
            <a:ext cx="16257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0" name="Google Shape;410;p22"/>
          <p:cNvSpPr txBox="1"/>
          <p:nvPr>
            <p:ph idx="8" type="subTitle"/>
          </p:nvPr>
        </p:nvSpPr>
        <p:spPr>
          <a:xfrm>
            <a:off x="2804891" y="3399375"/>
            <a:ext cx="16257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1" name="Google Shape;411;p22"/>
          <p:cNvSpPr txBox="1"/>
          <p:nvPr>
            <p:ph idx="9" type="subTitle"/>
          </p:nvPr>
        </p:nvSpPr>
        <p:spPr>
          <a:xfrm>
            <a:off x="4713421" y="1321800"/>
            <a:ext cx="16257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2" name="Google Shape;412;p22"/>
          <p:cNvSpPr txBox="1"/>
          <p:nvPr>
            <p:ph idx="13" type="subTitle"/>
          </p:nvPr>
        </p:nvSpPr>
        <p:spPr>
          <a:xfrm>
            <a:off x="4713424" y="1830300"/>
            <a:ext cx="16257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3" name="Google Shape;413;p22"/>
          <p:cNvSpPr txBox="1"/>
          <p:nvPr>
            <p:ph idx="14" type="subTitle"/>
          </p:nvPr>
        </p:nvSpPr>
        <p:spPr>
          <a:xfrm>
            <a:off x="4713424" y="2890875"/>
            <a:ext cx="16257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4" name="Google Shape;414;p22"/>
          <p:cNvSpPr txBox="1"/>
          <p:nvPr>
            <p:ph idx="15" type="subTitle"/>
          </p:nvPr>
        </p:nvSpPr>
        <p:spPr>
          <a:xfrm>
            <a:off x="4713427" y="3399375"/>
            <a:ext cx="16257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5" name="Google Shape;415;p22"/>
          <p:cNvSpPr txBox="1"/>
          <p:nvPr>
            <p:ph idx="16" type="subTitle"/>
          </p:nvPr>
        </p:nvSpPr>
        <p:spPr>
          <a:xfrm>
            <a:off x="6621959" y="1321800"/>
            <a:ext cx="16257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6" name="Google Shape;416;p22"/>
          <p:cNvSpPr txBox="1"/>
          <p:nvPr>
            <p:ph idx="17" type="subTitle"/>
          </p:nvPr>
        </p:nvSpPr>
        <p:spPr>
          <a:xfrm>
            <a:off x="6621962" y="1830300"/>
            <a:ext cx="16257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7" name="Google Shape;417;p22"/>
          <p:cNvSpPr txBox="1"/>
          <p:nvPr>
            <p:ph idx="18" type="subTitle"/>
          </p:nvPr>
        </p:nvSpPr>
        <p:spPr>
          <a:xfrm>
            <a:off x="6621962" y="2890875"/>
            <a:ext cx="1625700" cy="5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tonio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8" name="Google Shape;418;p22"/>
          <p:cNvSpPr txBox="1"/>
          <p:nvPr>
            <p:ph idx="19" type="subTitle"/>
          </p:nvPr>
        </p:nvSpPr>
        <p:spPr>
          <a:xfrm>
            <a:off x="6621965" y="3399375"/>
            <a:ext cx="16257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419" name="Google Shape;419;p22"/>
          <p:cNvGrpSpPr/>
          <p:nvPr/>
        </p:nvGrpSpPr>
        <p:grpSpPr>
          <a:xfrm>
            <a:off x="314675" y="264900"/>
            <a:ext cx="8549075" cy="4615600"/>
            <a:chOff x="314675" y="264900"/>
            <a:chExt cx="8549075" cy="4615600"/>
          </a:xfrm>
        </p:grpSpPr>
        <p:sp>
          <p:nvSpPr>
            <p:cNvPr id="420" name="Google Shape;420;p22"/>
            <p:cNvSpPr/>
            <p:nvPr/>
          </p:nvSpPr>
          <p:spPr>
            <a:xfrm>
              <a:off x="314675" y="1958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2560375" y="47437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5369050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8757250" y="23032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6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3"/>
          <p:cNvSpPr/>
          <p:nvPr/>
        </p:nvSpPr>
        <p:spPr>
          <a:xfrm rot="337019">
            <a:off x="-650825" y="-258848"/>
            <a:ext cx="10094326" cy="4839489"/>
          </a:xfrm>
          <a:custGeom>
            <a:rect b="b" l="l" r="r" t="t"/>
            <a:pathLst>
              <a:path extrusionOk="0" h="1222399" w="2549710">
                <a:moveTo>
                  <a:pt x="2547010" y="27238"/>
                </a:moveTo>
                <a:cubicBezTo>
                  <a:pt x="2538691" y="3668"/>
                  <a:pt x="2486004" y="-7887"/>
                  <a:pt x="2465206" y="5978"/>
                </a:cubicBezTo>
                <a:cubicBezTo>
                  <a:pt x="2392646" y="54968"/>
                  <a:pt x="2350588" y="136772"/>
                  <a:pt x="2302523" y="209794"/>
                </a:cubicBezTo>
                <a:cubicBezTo>
                  <a:pt x="2253995" y="282817"/>
                  <a:pt x="2186981" y="354915"/>
                  <a:pt x="2100093" y="363234"/>
                </a:cubicBezTo>
                <a:cubicBezTo>
                  <a:pt x="2029381" y="369705"/>
                  <a:pt x="1962829" y="332269"/>
                  <a:pt x="1894428" y="311934"/>
                </a:cubicBezTo>
                <a:cubicBezTo>
                  <a:pt x="1752080" y="268952"/>
                  <a:pt x="1588935" y="303153"/>
                  <a:pt x="1475704" y="400208"/>
                </a:cubicBezTo>
                <a:cubicBezTo>
                  <a:pt x="1415622" y="451971"/>
                  <a:pt x="1366632" y="520834"/>
                  <a:pt x="1292223" y="548564"/>
                </a:cubicBezTo>
                <a:cubicBezTo>
                  <a:pt x="1223822" y="573983"/>
                  <a:pt x="1146640" y="558732"/>
                  <a:pt x="1079163" y="531926"/>
                </a:cubicBezTo>
                <a:cubicBezTo>
                  <a:pt x="1011225" y="505120"/>
                  <a:pt x="947445" y="467684"/>
                  <a:pt x="877658" y="446887"/>
                </a:cubicBezTo>
                <a:cubicBezTo>
                  <a:pt x="782913" y="418695"/>
                  <a:pt x="682160" y="421930"/>
                  <a:pt x="584181" y="411300"/>
                </a:cubicBezTo>
                <a:cubicBezTo>
                  <a:pt x="486201" y="400670"/>
                  <a:pt x="382676" y="370629"/>
                  <a:pt x="320283" y="293909"/>
                </a:cubicBezTo>
                <a:cubicBezTo>
                  <a:pt x="282385" y="247230"/>
                  <a:pt x="263898" y="188073"/>
                  <a:pt x="233857" y="135848"/>
                </a:cubicBezTo>
                <a:cubicBezTo>
                  <a:pt x="203816" y="83623"/>
                  <a:pt x="154826" y="34633"/>
                  <a:pt x="94745" y="34171"/>
                </a:cubicBezTo>
                <a:cubicBezTo>
                  <a:pt x="79493" y="59590"/>
                  <a:pt x="64704" y="88244"/>
                  <a:pt x="49452" y="113664"/>
                </a:cubicBezTo>
                <a:cubicBezTo>
                  <a:pt x="91047" y="98874"/>
                  <a:pt x="138188" y="119210"/>
                  <a:pt x="167305" y="152023"/>
                </a:cubicBezTo>
                <a:cubicBezTo>
                  <a:pt x="196422" y="184837"/>
                  <a:pt x="211211" y="227819"/>
                  <a:pt x="225076" y="269414"/>
                </a:cubicBezTo>
                <a:cubicBezTo>
                  <a:pt x="262512" y="383570"/>
                  <a:pt x="296250" y="506044"/>
                  <a:pt x="267134" y="622511"/>
                </a:cubicBezTo>
                <a:cubicBezTo>
                  <a:pt x="238017" y="738977"/>
                  <a:pt x="121550" y="842503"/>
                  <a:pt x="4622" y="814311"/>
                </a:cubicBezTo>
                <a:cubicBezTo>
                  <a:pt x="3235" y="851284"/>
                  <a:pt x="1387" y="887796"/>
                  <a:pt x="0" y="924769"/>
                </a:cubicBezTo>
                <a:cubicBezTo>
                  <a:pt x="69325" y="932164"/>
                  <a:pt x="139113" y="903509"/>
                  <a:pt x="194573" y="860527"/>
                </a:cubicBezTo>
                <a:cubicBezTo>
                  <a:pt x="250033" y="817546"/>
                  <a:pt x="293015" y="761624"/>
                  <a:pt x="335534" y="706163"/>
                </a:cubicBezTo>
                <a:cubicBezTo>
                  <a:pt x="365575" y="667341"/>
                  <a:pt x="396541" y="626670"/>
                  <a:pt x="440909" y="604948"/>
                </a:cubicBezTo>
                <a:cubicBezTo>
                  <a:pt x="513007" y="568899"/>
                  <a:pt x="603130" y="592932"/>
                  <a:pt x="668295" y="640535"/>
                </a:cubicBezTo>
                <a:cubicBezTo>
                  <a:pt x="733461" y="688601"/>
                  <a:pt x="779216" y="757002"/>
                  <a:pt x="827743" y="821243"/>
                </a:cubicBezTo>
                <a:cubicBezTo>
                  <a:pt x="947445" y="980229"/>
                  <a:pt x="1097188" y="1126737"/>
                  <a:pt x="1285753" y="1191440"/>
                </a:cubicBezTo>
                <a:cubicBezTo>
                  <a:pt x="1474317" y="1256144"/>
                  <a:pt x="1706788" y="1221481"/>
                  <a:pt x="1833422" y="1068041"/>
                </a:cubicBezTo>
                <a:cubicBezTo>
                  <a:pt x="1922620" y="959894"/>
                  <a:pt x="1947577" y="813849"/>
                  <a:pt x="2003962" y="684903"/>
                </a:cubicBezTo>
                <a:cubicBezTo>
                  <a:pt x="2033541" y="617427"/>
                  <a:pt x="2085766" y="545791"/>
                  <a:pt x="2159251" y="546253"/>
                </a:cubicBezTo>
                <a:cubicBezTo>
                  <a:pt x="2217022" y="546715"/>
                  <a:pt x="2263239" y="592008"/>
                  <a:pt x="2306220" y="630830"/>
                </a:cubicBezTo>
                <a:cubicBezTo>
                  <a:pt x="2349202" y="669652"/>
                  <a:pt x="2443484" y="711247"/>
                  <a:pt x="2498482" y="693685"/>
                </a:cubicBezTo>
                <a:cubicBezTo>
                  <a:pt x="2503104" y="672425"/>
                  <a:pt x="2511423" y="654400"/>
                  <a:pt x="2516507" y="633141"/>
                </a:cubicBezTo>
                <a:cubicBezTo>
                  <a:pt x="2467517" y="626670"/>
                  <a:pt x="2382478" y="613730"/>
                  <a:pt x="2339034" y="590621"/>
                </a:cubicBezTo>
                <a:cubicBezTo>
                  <a:pt x="2295590" y="567513"/>
                  <a:pt x="2258154" y="528691"/>
                  <a:pt x="2247987" y="480163"/>
                </a:cubicBezTo>
                <a:cubicBezTo>
                  <a:pt x="2232735" y="407602"/>
                  <a:pt x="2279877" y="337815"/>
                  <a:pt x="2325169" y="278658"/>
                </a:cubicBezTo>
                <a:cubicBezTo>
                  <a:pt x="2365840" y="225508"/>
                  <a:pt x="2407435" y="170510"/>
                  <a:pt x="2464282" y="134923"/>
                </a:cubicBezTo>
                <a:cubicBezTo>
                  <a:pt x="2485079" y="121520"/>
                  <a:pt x="2508188" y="110890"/>
                  <a:pt x="2526212" y="93790"/>
                </a:cubicBezTo>
                <a:cubicBezTo>
                  <a:pt x="2543313" y="77152"/>
                  <a:pt x="2555329" y="50808"/>
                  <a:pt x="2547010" y="27238"/>
                </a:cubicBezTo>
                <a:close/>
                <a:moveTo>
                  <a:pt x="972402" y="649316"/>
                </a:moveTo>
                <a:cubicBezTo>
                  <a:pt x="968705" y="670114"/>
                  <a:pt x="952991" y="686752"/>
                  <a:pt x="934505" y="696920"/>
                </a:cubicBezTo>
                <a:cubicBezTo>
                  <a:pt x="852701" y="742212"/>
                  <a:pt x="800938" y="654400"/>
                  <a:pt x="744091" y="602176"/>
                </a:cubicBezTo>
                <a:cubicBezTo>
                  <a:pt x="724218" y="583689"/>
                  <a:pt x="702496" y="558732"/>
                  <a:pt x="711277" y="532850"/>
                </a:cubicBezTo>
                <a:cubicBezTo>
                  <a:pt x="716823" y="517136"/>
                  <a:pt x="733461" y="506969"/>
                  <a:pt x="750099" y="504658"/>
                </a:cubicBezTo>
                <a:cubicBezTo>
                  <a:pt x="766737" y="502347"/>
                  <a:pt x="783837" y="506969"/>
                  <a:pt x="799551" y="512053"/>
                </a:cubicBezTo>
                <a:cubicBezTo>
                  <a:pt x="836987" y="523607"/>
                  <a:pt x="873036" y="539320"/>
                  <a:pt x="907237" y="558270"/>
                </a:cubicBezTo>
                <a:cubicBezTo>
                  <a:pt x="924337" y="567975"/>
                  <a:pt x="941437" y="578605"/>
                  <a:pt x="954378" y="593856"/>
                </a:cubicBezTo>
                <a:cubicBezTo>
                  <a:pt x="967781" y="609570"/>
                  <a:pt x="975637" y="629906"/>
                  <a:pt x="972402" y="649316"/>
                </a:cubicBezTo>
                <a:close/>
                <a:moveTo>
                  <a:pt x="1532550" y="448273"/>
                </a:moveTo>
                <a:cubicBezTo>
                  <a:pt x="1532088" y="384956"/>
                  <a:pt x="1690150" y="353991"/>
                  <a:pt x="1733131" y="356302"/>
                </a:cubicBezTo>
                <a:cubicBezTo>
                  <a:pt x="1740988" y="356764"/>
                  <a:pt x="1749769" y="358150"/>
                  <a:pt x="1754853" y="363696"/>
                </a:cubicBezTo>
                <a:cubicBezTo>
                  <a:pt x="1761786" y="371091"/>
                  <a:pt x="1759937" y="383570"/>
                  <a:pt x="1753467" y="391889"/>
                </a:cubicBezTo>
                <a:cubicBezTo>
                  <a:pt x="1747458" y="399746"/>
                  <a:pt x="1737753" y="404367"/>
                  <a:pt x="1728510" y="408989"/>
                </a:cubicBezTo>
                <a:cubicBezTo>
                  <a:pt x="1701241" y="421930"/>
                  <a:pt x="1533013" y="519909"/>
                  <a:pt x="1532550" y="448273"/>
                </a:cubicBezTo>
                <a:close/>
                <a:moveTo>
                  <a:pt x="1886109" y="733894"/>
                </a:moveTo>
                <a:cubicBezTo>
                  <a:pt x="1851446" y="822168"/>
                  <a:pt x="1817246" y="912290"/>
                  <a:pt x="1755778" y="985775"/>
                </a:cubicBezTo>
                <a:cubicBezTo>
                  <a:pt x="1671663" y="1086528"/>
                  <a:pt x="1540407" y="1145685"/>
                  <a:pt x="1409151" y="1142450"/>
                </a:cubicBezTo>
                <a:cubicBezTo>
                  <a:pt x="1277895" y="1138753"/>
                  <a:pt x="1149875" y="1072663"/>
                  <a:pt x="1071768" y="967289"/>
                </a:cubicBezTo>
                <a:cubicBezTo>
                  <a:pt x="1021392" y="899812"/>
                  <a:pt x="992738" y="801832"/>
                  <a:pt x="1041265" y="732969"/>
                </a:cubicBezTo>
                <a:cubicBezTo>
                  <a:pt x="1069458" y="693222"/>
                  <a:pt x="1117523" y="671963"/>
                  <a:pt x="1165126" y="662719"/>
                </a:cubicBezTo>
                <a:cubicBezTo>
                  <a:pt x="1212730" y="653476"/>
                  <a:pt x="1262182" y="653938"/>
                  <a:pt x="1310247" y="647468"/>
                </a:cubicBezTo>
                <a:cubicBezTo>
                  <a:pt x="1429487" y="631292"/>
                  <a:pt x="1537634" y="572597"/>
                  <a:pt x="1649479" y="529153"/>
                </a:cubicBezTo>
                <a:cubicBezTo>
                  <a:pt x="1746996" y="491255"/>
                  <a:pt x="1905058" y="441341"/>
                  <a:pt x="2002114" y="503271"/>
                </a:cubicBezTo>
                <a:cubicBezTo>
                  <a:pt x="1967451" y="579529"/>
                  <a:pt x="1918461" y="651627"/>
                  <a:pt x="1886109" y="73389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 txBox="1"/>
          <p:nvPr>
            <p:ph type="title"/>
          </p:nvPr>
        </p:nvSpPr>
        <p:spPr>
          <a:xfrm>
            <a:off x="882930" y="1379388"/>
            <a:ext cx="3656400" cy="156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7" name="Google Shape;427;p23"/>
          <p:cNvSpPr txBox="1"/>
          <p:nvPr>
            <p:ph idx="1" type="subTitle"/>
          </p:nvPr>
        </p:nvSpPr>
        <p:spPr>
          <a:xfrm>
            <a:off x="882930" y="2942413"/>
            <a:ext cx="3656400" cy="8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8" name="Google Shape;428;p23"/>
          <p:cNvSpPr/>
          <p:nvPr>
            <p:ph idx="2" type="pic"/>
          </p:nvPr>
        </p:nvSpPr>
        <p:spPr>
          <a:xfrm>
            <a:off x="5217270" y="539500"/>
            <a:ext cx="3043800" cy="4064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grpSp>
        <p:nvGrpSpPr>
          <p:cNvPr id="429" name="Google Shape;429;p23"/>
          <p:cNvGrpSpPr/>
          <p:nvPr/>
        </p:nvGrpSpPr>
        <p:grpSpPr>
          <a:xfrm>
            <a:off x="228300" y="241050"/>
            <a:ext cx="8534950" cy="4702000"/>
            <a:chOff x="228300" y="241050"/>
            <a:chExt cx="8534950" cy="4702000"/>
          </a:xfrm>
        </p:grpSpPr>
        <p:grpSp>
          <p:nvGrpSpPr>
            <p:cNvPr id="430" name="Google Shape;430;p23"/>
            <p:cNvGrpSpPr/>
            <p:nvPr/>
          </p:nvGrpSpPr>
          <p:grpSpPr>
            <a:xfrm>
              <a:off x="228300" y="241050"/>
              <a:ext cx="8534950" cy="4702000"/>
              <a:chOff x="228300" y="241050"/>
              <a:chExt cx="8534950" cy="4702000"/>
            </a:xfrm>
          </p:grpSpPr>
          <p:sp>
            <p:nvSpPr>
              <p:cNvPr id="431" name="Google Shape;431;p23"/>
              <p:cNvSpPr/>
              <p:nvPr/>
            </p:nvSpPr>
            <p:spPr>
              <a:xfrm>
                <a:off x="8058300" y="241050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432" name="Google Shape;432;p23"/>
              <p:cNvSpPr/>
              <p:nvPr/>
            </p:nvSpPr>
            <p:spPr>
              <a:xfrm>
                <a:off x="228300" y="3367625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433" name="Google Shape;433;p23"/>
              <p:cNvSpPr/>
              <p:nvPr/>
            </p:nvSpPr>
            <p:spPr>
              <a:xfrm>
                <a:off x="2035825" y="25620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434" name="Google Shape;434;p23"/>
              <p:cNvSpPr/>
              <p:nvPr/>
            </p:nvSpPr>
            <p:spPr>
              <a:xfrm>
                <a:off x="8656750" y="3397925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435" name="Google Shape;435;p23"/>
              <p:cNvSpPr/>
              <p:nvPr/>
            </p:nvSpPr>
            <p:spPr>
              <a:xfrm>
                <a:off x="3251325" y="4699750"/>
                <a:ext cx="106500" cy="106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436" name="Google Shape;436;p23"/>
              <p:cNvSpPr/>
              <p:nvPr/>
            </p:nvSpPr>
            <p:spPr>
              <a:xfrm>
                <a:off x="5782550" y="4806250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  <p:sp>
          <p:nvSpPr>
            <p:cNvPr id="437" name="Google Shape;437;p23"/>
            <p:cNvSpPr/>
            <p:nvPr/>
          </p:nvSpPr>
          <p:spPr>
            <a:xfrm>
              <a:off x="4962400" y="7131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8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"/>
          <p:cNvSpPr txBox="1"/>
          <p:nvPr>
            <p:ph type="title"/>
          </p:nvPr>
        </p:nvSpPr>
        <p:spPr>
          <a:xfrm>
            <a:off x="928689" y="1485676"/>
            <a:ext cx="2555700" cy="10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0" name="Google Shape;440;p24"/>
          <p:cNvSpPr txBox="1"/>
          <p:nvPr>
            <p:ph idx="1" type="subTitle"/>
          </p:nvPr>
        </p:nvSpPr>
        <p:spPr>
          <a:xfrm>
            <a:off x="928689" y="2571824"/>
            <a:ext cx="25557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441" name="Google Shape;441;p24"/>
          <p:cNvGrpSpPr/>
          <p:nvPr/>
        </p:nvGrpSpPr>
        <p:grpSpPr>
          <a:xfrm>
            <a:off x="-774808" y="-625844"/>
            <a:ext cx="10512335" cy="6292320"/>
            <a:chOff x="-774808" y="-625844"/>
            <a:chExt cx="10512335" cy="6292320"/>
          </a:xfrm>
        </p:grpSpPr>
        <p:sp>
          <p:nvSpPr>
            <p:cNvPr id="442" name="Google Shape;442;p24"/>
            <p:cNvSpPr/>
            <p:nvPr/>
          </p:nvSpPr>
          <p:spPr>
            <a:xfrm flipH="1" rot="10800000">
              <a:off x="6146099" y="4046409"/>
              <a:ext cx="3591428" cy="1620067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4"/>
            <p:cNvSpPr/>
            <p:nvPr/>
          </p:nvSpPr>
          <p:spPr>
            <a:xfrm rot="-5726682">
              <a:off x="-1134824" y="-67248"/>
              <a:ext cx="2680665" cy="1714013"/>
            </a:xfrm>
            <a:custGeom>
              <a:rect b="b" l="l" r="r" t="t"/>
              <a:pathLst>
                <a:path extrusionOk="0" h="1102604" w="1724440">
                  <a:moveTo>
                    <a:pt x="90" y="196101"/>
                  </a:moveTo>
                  <a:cubicBezTo>
                    <a:pt x="-1758" y="249250"/>
                    <a:pt x="25048" y="302399"/>
                    <a:pt x="68954" y="332440"/>
                  </a:cubicBezTo>
                  <a:cubicBezTo>
                    <a:pt x="135968" y="378195"/>
                    <a:pt x="235334" y="371725"/>
                    <a:pt x="285710" y="435042"/>
                  </a:cubicBezTo>
                  <a:cubicBezTo>
                    <a:pt x="319910" y="478023"/>
                    <a:pt x="318524" y="538105"/>
                    <a:pt x="334700" y="590330"/>
                  </a:cubicBezTo>
                  <a:cubicBezTo>
                    <a:pt x="373059" y="711418"/>
                    <a:pt x="504777" y="779819"/>
                    <a:pt x="630950" y="796919"/>
                  </a:cubicBezTo>
                  <a:cubicBezTo>
                    <a:pt x="757122" y="814020"/>
                    <a:pt x="885142" y="793684"/>
                    <a:pt x="1011777" y="803390"/>
                  </a:cubicBezTo>
                  <a:cubicBezTo>
                    <a:pt x="1213282" y="818641"/>
                    <a:pt x="1407855" y="913386"/>
                    <a:pt x="1543732" y="1062666"/>
                  </a:cubicBezTo>
                  <a:cubicBezTo>
                    <a:pt x="1557597" y="1077918"/>
                    <a:pt x="1571925" y="1094094"/>
                    <a:pt x="1591336" y="1100564"/>
                  </a:cubicBezTo>
                  <a:cubicBezTo>
                    <a:pt x="1610746" y="1107034"/>
                    <a:pt x="1636628" y="1097791"/>
                    <a:pt x="1640326" y="1077456"/>
                  </a:cubicBezTo>
                  <a:cubicBezTo>
                    <a:pt x="1642637" y="1062204"/>
                    <a:pt x="1632468" y="1048339"/>
                    <a:pt x="1622301" y="1037247"/>
                  </a:cubicBezTo>
                  <a:cubicBezTo>
                    <a:pt x="1524321" y="925864"/>
                    <a:pt x="1397688" y="839901"/>
                    <a:pt x="1258112" y="789525"/>
                  </a:cubicBezTo>
                  <a:cubicBezTo>
                    <a:pt x="1239625" y="782592"/>
                    <a:pt x="1219753" y="776122"/>
                    <a:pt x="1206812" y="761332"/>
                  </a:cubicBezTo>
                  <a:cubicBezTo>
                    <a:pt x="1180468" y="732216"/>
                    <a:pt x="1192947" y="681840"/>
                    <a:pt x="1223449" y="656883"/>
                  </a:cubicBezTo>
                  <a:cubicBezTo>
                    <a:pt x="1253953" y="631925"/>
                    <a:pt x="1295548" y="625455"/>
                    <a:pt x="1334832" y="624069"/>
                  </a:cubicBezTo>
                  <a:cubicBezTo>
                    <a:pt x="1470248" y="618060"/>
                    <a:pt x="1607049" y="651336"/>
                    <a:pt x="1724440" y="719275"/>
                  </a:cubicBezTo>
                  <a:cubicBezTo>
                    <a:pt x="1709188" y="630077"/>
                    <a:pt x="1635242" y="557054"/>
                    <a:pt x="1548816" y="528862"/>
                  </a:cubicBezTo>
                  <a:cubicBezTo>
                    <a:pt x="1462391" y="501132"/>
                    <a:pt x="1366721" y="513610"/>
                    <a:pt x="1283531" y="549659"/>
                  </a:cubicBezTo>
                  <a:cubicBezTo>
                    <a:pt x="1207736" y="582473"/>
                    <a:pt x="1141646" y="633312"/>
                    <a:pt x="1070472" y="674445"/>
                  </a:cubicBezTo>
                  <a:cubicBezTo>
                    <a:pt x="998836" y="715578"/>
                    <a:pt x="917957" y="747930"/>
                    <a:pt x="836153" y="737762"/>
                  </a:cubicBezTo>
                  <a:cubicBezTo>
                    <a:pt x="754348" y="727594"/>
                    <a:pt x="674856" y="663815"/>
                    <a:pt x="671158" y="581087"/>
                  </a:cubicBezTo>
                  <a:cubicBezTo>
                    <a:pt x="666999" y="482645"/>
                    <a:pt x="760819" y="412858"/>
                    <a:pt x="818590" y="332903"/>
                  </a:cubicBezTo>
                  <a:cubicBezTo>
                    <a:pt x="868966" y="262653"/>
                    <a:pt x="893924" y="174841"/>
                    <a:pt x="887453" y="88415"/>
                  </a:cubicBezTo>
                  <a:cubicBezTo>
                    <a:pt x="885605" y="66231"/>
                    <a:pt x="881907" y="43585"/>
                    <a:pt x="868966" y="25098"/>
                  </a:cubicBezTo>
                  <a:cubicBezTo>
                    <a:pt x="856025" y="7074"/>
                    <a:pt x="832455" y="-4943"/>
                    <a:pt x="811195" y="1990"/>
                  </a:cubicBezTo>
                  <a:cubicBezTo>
                    <a:pt x="789936" y="8922"/>
                    <a:pt x="777457" y="32493"/>
                    <a:pt x="775608" y="55139"/>
                  </a:cubicBezTo>
                  <a:cubicBezTo>
                    <a:pt x="773760" y="77786"/>
                    <a:pt x="779306" y="99970"/>
                    <a:pt x="781154" y="122616"/>
                  </a:cubicBezTo>
                  <a:cubicBezTo>
                    <a:pt x="791784" y="236771"/>
                    <a:pt x="714140" y="337524"/>
                    <a:pt x="640656" y="425798"/>
                  </a:cubicBezTo>
                  <a:cubicBezTo>
                    <a:pt x="594900" y="480796"/>
                    <a:pt x="530197" y="541803"/>
                    <a:pt x="462258" y="519156"/>
                  </a:cubicBezTo>
                  <a:cubicBezTo>
                    <a:pt x="393395" y="496048"/>
                    <a:pt x="379068" y="400379"/>
                    <a:pt x="407722" y="333365"/>
                  </a:cubicBezTo>
                  <a:cubicBezTo>
                    <a:pt x="435915" y="266350"/>
                    <a:pt x="491838" y="214587"/>
                    <a:pt x="525113" y="150346"/>
                  </a:cubicBezTo>
                  <a:cubicBezTo>
                    <a:pt x="541289" y="118456"/>
                    <a:pt x="550070" y="75475"/>
                    <a:pt x="524651" y="50980"/>
                  </a:cubicBezTo>
                  <a:cubicBezTo>
                    <a:pt x="495073" y="22788"/>
                    <a:pt x="443310" y="43585"/>
                    <a:pt x="421587" y="78248"/>
                  </a:cubicBezTo>
                  <a:cubicBezTo>
                    <a:pt x="399865" y="112448"/>
                    <a:pt x="396168" y="154968"/>
                    <a:pt x="382303" y="193328"/>
                  </a:cubicBezTo>
                  <a:cubicBezTo>
                    <a:pt x="354573" y="268661"/>
                    <a:pt x="276467" y="327819"/>
                    <a:pt x="196974" y="316727"/>
                  </a:cubicBezTo>
                  <a:cubicBezTo>
                    <a:pt x="117481" y="305172"/>
                    <a:pt x="56937" y="209503"/>
                    <a:pt x="94373" y="138330"/>
                  </a:cubicBezTo>
                  <a:cubicBezTo>
                    <a:pt x="101767" y="124002"/>
                    <a:pt x="112860" y="111062"/>
                    <a:pt x="118405" y="95810"/>
                  </a:cubicBezTo>
                  <a:cubicBezTo>
                    <a:pt x="123951" y="80559"/>
                    <a:pt x="123027" y="61148"/>
                    <a:pt x="110549" y="50980"/>
                  </a:cubicBezTo>
                  <a:cubicBezTo>
                    <a:pt x="67104" y="16779"/>
                    <a:pt x="1477" y="165135"/>
                    <a:pt x="90" y="1961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4" name="Google Shape;444;p24"/>
          <p:cNvGrpSpPr/>
          <p:nvPr/>
        </p:nvGrpSpPr>
        <p:grpSpPr>
          <a:xfrm>
            <a:off x="301650" y="264900"/>
            <a:ext cx="8510400" cy="4612738"/>
            <a:chOff x="301650" y="264900"/>
            <a:chExt cx="8510400" cy="4612738"/>
          </a:xfrm>
        </p:grpSpPr>
        <p:sp>
          <p:nvSpPr>
            <p:cNvPr id="445" name="Google Shape;445;p24"/>
            <p:cNvSpPr/>
            <p:nvPr/>
          </p:nvSpPr>
          <p:spPr>
            <a:xfrm>
              <a:off x="301650" y="2299538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7579100" y="4711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47" name="Google Shape;447;p24"/>
            <p:cNvSpPr/>
            <p:nvPr/>
          </p:nvSpPr>
          <p:spPr>
            <a:xfrm>
              <a:off x="2418725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8705550" y="35513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49" name="Google Shape;449;p24"/>
            <p:cNvSpPr/>
            <p:nvPr/>
          </p:nvSpPr>
          <p:spPr>
            <a:xfrm>
              <a:off x="5162400" y="4740838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5"/>
          <p:cNvSpPr txBox="1"/>
          <p:nvPr>
            <p:ph type="title"/>
          </p:nvPr>
        </p:nvSpPr>
        <p:spPr>
          <a:xfrm>
            <a:off x="5710062" y="1485675"/>
            <a:ext cx="2349300" cy="10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25"/>
          <p:cNvSpPr txBox="1"/>
          <p:nvPr>
            <p:ph idx="1" type="subTitle"/>
          </p:nvPr>
        </p:nvSpPr>
        <p:spPr>
          <a:xfrm>
            <a:off x="5710062" y="2571825"/>
            <a:ext cx="23493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453" name="Google Shape;453;p25"/>
          <p:cNvGrpSpPr/>
          <p:nvPr/>
        </p:nvGrpSpPr>
        <p:grpSpPr>
          <a:xfrm>
            <a:off x="314675" y="264900"/>
            <a:ext cx="8444625" cy="4572263"/>
            <a:chOff x="314675" y="264900"/>
            <a:chExt cx="8444625" cy="4572263"/>
          </a:xfrm>
        </p:grpSpPr>
        <p:sp>
          <p:nvSpPr>
            <p:cNvPr id="454" name="Google Shape;454;p25"/>
            <p:cNvSpPr/>
            <p:nvPr/>
          </p:nvSpPr>
          <p:spPr>
            <a:xfrm>
              <a:off x="314675" y="1958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55" name="Google Shape;455;p25"/>
            <p:cNvSpPr/>
            <p:nvPr/>
          </p:nvSpPr>
          <p:spPr>
            <a:xfrm>
              <a:off x="7030800" y="4711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56" name="Google Shape;456;p25"/>
            <p:cNvSpPr/>
            <p:nvPr/>
          </p:nvSpPr>
          <p:spPr>
            <a:xfrm>
              <a:off x="2418725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8652800" y="22162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58" name="Google Shape;458;p25"/>
            <p:cNvSpPr/>
            <p:nvPr/>
          </p:nvSpPr>
          <p:spPr>
            <a:xfrm>
              <a:off x="4441750" y="4700363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  <p:sp>
        <p:nvSpPr>
          <p:cNvPr id="459" name="Google Shape;459;p25"/>
          <p:cNvSpPr/>
          <p:nvPr/>
        </p:nvSpPr>
        <p:spPr>
          <a:xfrm flipH="1" rot="10800000">
            <a:off x="-419726" y="-577280"/>
            <a:ext cx="2894489" cy="2233562"/>
          </a:xfrm>
          <a:custGeom>
            <a:rect b="b" l="l" r="r" t="t"/>
            <a:pathLst>
              <a:path extrusionOk="0" h="1406968" w="1823300">
                <a:moveTo>
                  <a:pt x="1503018" y="1160478"/>
                </a:moveTo>
                <a:cubicBezTo>
                  <a:pt x="1463272" y="1086069"/>
                  <a:pt x="1451255" y="990862"/>
                  <a:pt x="1382854" y="941410"/>
                </a:cubicBezTo>
                <a:cubicBezTo>
                  <a:pt x="1319076" y="895194"/>
                  <a:pt x="1231264" y="907210"/>
                  <a:pt x="1156391" y="883177"/>
                </a:cubicBezTo>
                <a:cubicBezTo>
                  <a:pt x="1063958" y="853598"/>
                  <a:pt x="994171" y="763938"/>
                  <a:pt x="988625" y="667344"/>
                </a:cubicBezTo>
                <a:cubicBezTo>
                  <a:pt x="981230" y="543483"/>
                  <a:pt x="1068579" y="416387"/>
                  <a:pt x="1021901" y="301307"/>
                </a:cubicBezTo>
                <a:cubicBezTo>
                  <a:pt x="990473" y="223201"/>
                  <a:pt x="906359" y="180219"/>
                  <a:pt x="825480" y="157111"/>
                </a:cubicBezTo>
                <a:cubicBezTo>
                  <a:pt x="705316" y="123372"/>
                  <a:pt x="577295" y="119675"/>
                  <a:pt x="455745" y="147405"/>
                </a:cubicBezTo>
                <a:cubicBezTo>
                  <a:pt x="387344" y="162657"/>
                  <a:pt x="320329" y="188076"/>
                  <a:pt x="250541" y="187152"/>
                </a:cubicBezTo>
                <a:cubicBezTo>
                  <a:pt x="199241" y="186689"/>
                  <a:pt x="130840" y="166816"/>
                  <a:pt x="101723" y="120137"/>
                </a:cubicBezTo>
                <a:cubicBezTo>
                  <a:pt x="97102" y="113205"/>
                  <a:pt x="47650" y="-25446"/>
                  <a:pt x="22693" y="4133"/>
                </a:cubicBezTo>
                <a:cubicBezTo>
                  <a:pt x="-15667" y="50350"/>
                  <a:pt x="-1802" y="123372"/>
                  <a:pt x="37483" y="168665"/>
                </a:cubicBezTo>
                <a:cubicBezTo>
                  <a:pt x="76767" y="213957"/>
                  <a:pt x="134999" y="237528"/>
                  <a:pt x="191385" y="258325"/>
                </a:cubicBezTo>
                <a:cubicBezTo>
                  <a:pt x="247769" y="279123"/>
                  <a:pt x="306002" y="299921"/>
                  <a:pt x="348984" y="341978"/>
                </a:cubicBezTo>
                <a:cubicBezTo>
                  <a:pt x="403520" y="395589"/>
                  <a:pt x="423855" y="473696"/>
                  <a:pt x="448350" y="546256"/>
                </a:cubicBezTo>
                <a:cubicBezTo>
                  <a:pt x="472845" y="618817"/>
                  <a:pt x="509818" y="695537"/>
                  <a:pt x="580068" y="726502"/>
                </a:cubicBezTo>
                <a:cubicBezTo>
                  <a:pt x="651242" y="757929"/>
                  <a:pt x="739054" y="733435"/>
                  <a:pt x="808841" y="767635"/>
                </a:cubicBezTo>
                <a:cubicBezTo>
                  <a:pt x="872158" y="798600"/>
                  <a:pt x="905435" y="870236"/>
                  <a:pt x="961819" y="913218"/>
                </a:cubicBezTo>
                <a:cubicBezTo>
                  <a:pt x="1041775" y="974224"/>
                  <a:pt x="1155006" y="969140"/>
                  <a:pt x="1243279" y="1017206"/>
                </a:cubicBezTo>
                <a:cubicBezTo>
                  <a:pt x="1330167" y="1064809"/>
                  <a:pt x="1381468" y="1156781"/>
                  <a:pt x="1427685" y="1244593"/>
                </a:cubicBezTo>
                <a:cubicBezTo>
                  <a:pt x="1440163" y="1268163"/>
                  <a:pt x="1452179" y="1299591"/>
                  <a:pt x="1433692" y="1319002"/>
                </a:cubicBezTo>
                <a:cubicBezTo>
                  <a:pt x="1423988" y="1329169"/>
                  <a:pt x="1409660" y="1331943"/>
                  <a:pt x="1395795" y="1334253"/>
                </a:cubicBezTo>
                <a:cubicBezTo>
                  <a:pt x="1309832" y="1349043"/>
                  <a:pt x="1223406" y="1363832"/>
                  <a:pt x="1137443" y="1379084"/>
                </a:cubicBezTo>
                <a:cubicBezTo>
                  <a:pt x="1364830" y="1407738"/>
                  <a:pt x="1594990" y="1414209"/>
                  <a:pt x="1823300" y="1398957"/>
                </a:cubicBezTo>
                <a:cubicBezTo>
                  <a:pt x="1699439" y="1343959"/>
                  <a:pt x="1566336" y="1280642"/>
                  <a:pt x="1503018" y="1160478"/>
                </a:cubicBezTo>
                <a:close/>
                <a:moveTo>
                  <a:pt x="933165" y="450125"/>
                </a:moveTo>
                <a:cubicBezTo>
                  <a:pt x="922072" y="515291"/>
                  <a:pt x="896653" y="611422"/>
                  <a:pt x="832412" y="635917"/>
                </a:cubicBezTo>
                <a:cubicBezTo>
                  <a:pt x="768170" y="660874"/>
                  <a:pt x="658636" y="646085"/>
                  <a:pt x="605950" y="601717"/>
                </a:cubicBezTo>
                <a:cubicBezTo>
                  <a:pt x="570363" y="571213"/>
                  <a:pt x="551414" y="526383"/>
                  <a:pt x="533851" y="482939"/>
                </a:cubicBezTo>
                <a:cubicBezTo>
                  <a:pt x="513516" y="433487"/>
                  <a:pt x="493642" y="383573"/>
                  <a:pt x="473307" y="334121"/>
                </a:cubicBezTo>
                <a:cubicBezTo>
                  <a:pt x="464988" y="313786"/>
                  <a:pt x="456669" y="291601"/>
                  <a:pt x="463602" y="270804"/>
                </a:cubicBezTo>
                <a:cubicBezTo>
                  <a:pt x="472845" y="242612"/>
                  <a:pt x="504734" y="230133"/>
                  <a:pt x="533389" y="223201"/>
                </a:cubicBezTo>
                <a:cubicBezTo>
                  <a:pt x="616580" y="203327"/>
                  <a:pt x="704392" y="203790"/>
                  <a:pt x="787119" y="224125"/>
                </a:cubicBezTo>
                <a:cubicBezTo>
                  <a:pt x="830101" y="234755"/>
                  <a:pt x="874007" y="252317"/>
                  <a:pt x="902661" y="286518"/>
                </a:cubicBezTo>
                <a:cubicBezTo>
                  <a:pt x="938711" y="330886"/>
                  <a:pt x="942408" y="393741"/>
                  <a:pt x="933165" y="45012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0" name="Google Shape;460;p25"/>
          <p:cNvGrpSpPr/>
          <p:nvPr/>
        </p:nvGrpSpPr>
        <p:grpSpPr>
          <a:xfrm>
            <a:off x="-80924" y="3427526"/>
            <a:ext cx="3136217" cy="1780055"/>
            <a:chOff x="-80924" y="3427526"/>
            <a:chExt cx="3136217" cy="1780055"/>
          </a:xfrm>
        </p:grpSpPr>
        <p:sp>
          <p:nvSpPr>
            <p:cNvPr id="461" name="Google Shape;461;p25"/>
            <p:cNvSpPr/>
            <p:nvPr/>
          </p:nvSpPr>
          <p:spPr>
            <a:xfrm>
              <a:off x="2082861" y="4480688"/>
              <a:ext cx="775065" cy="576136"/>
            </a:xfrm>
            <a:custGeom>
              <a:rect b="b" l="l" r="r" t="t"/>
              <a:pathLst>
                <a:path extrusionOk="0" h="262178" w="352703">
                  <a:moveTo>
                    <a:pt x="121088" y="248969"/>
                  </a:moveTo>
                  <a:cubicBezTo>
                    <a:pt x="125248" y="232794"/>
                    <a:pt x="126172" y="227247"/>
                    <a:pt x="116004" y="215693"/>
                  </a:cubicBezTo>
                  <a:cubicBezTo>
                    <a:pt x="112307" y="211534"/>
                    <a:pt x="105837" y="211996"/>
                    <a:pt x="102601" y="206450"/>
                  </a:cubicBezTo>
                  <a:cubicBezTo>
                    <a:pt x="99366" y="201366"/>
                    <a:pt x="103064" y="193971"/>
                    <a:pt x="99366" y="188888"/>
                  </a:cubicBezTo>
                  <a:cubicBezTo>
                    <a:pt x="92896" y="180106"/>
                    <a:pt x="68401" y="171787"/>
                    <a:pt x="58233" y="172249"/>
                  </a:cubicBezTo>
                  <a:cubicBezTo>
                    <a:pt x="48990" y="172712"/>
                    <a:pt x="41133" y="179644"/>
                    <a:pt x="30503" y="178720"/>
                  </a:cubicBezTo>
                  <a:cubicBezTo>
                    <a:pt x="20336" y="177795"/>
                    <a:pt x="9706" y="172712"/>
                    <a:pt x="0" y="169939"/>
                  </a:cubicBezTo>
                  <a:cubicBezTo>
                    <a:pt x="12016" y="147292"/>
                    <a:pt x="38360" y="170401"/>
                    <a:pt x="49452" y="155149"/>
                  </a:cubicBezTo>
                  <a:cubicBezTo>
                    <a:pt x="63317" y="135738"/>
                    <a:pt x="11092" y="121873"/>
                    <a:pt x="4160" y="103848"/>
                  </a:cubicBezTo>
                  <a:cubicBezTo>
                    <a:pt x="-6933" y="72883"/>
                    <a:pt x="17100" y="58094"/>
                    <a:pt x="33738" y="86748"/>
                  </a:cubicBezTo>
                  <a:cubicBezTo>
                    <a:pt x="39284" y="95992"/>
                    <a:pt x="36973" y="102924"/>
                    <a:pt x="47603" y="105235"/>
                  </a:cubicBezTo>
                  <a:cubicBezTo>
                    <a:pt x="57309" y="107084"/>
                    <a:pt x="64242" y="93681"/>
                    <a:pt x="74409" y="96454"/>
                  </a:cubicBezTo>
                  <a:cubicBezTo>
                    <a:pt x="74409" y="108470"/>
                    <a:pt x="71174" y="120487"/>
                    <a:pt x="71174" y="132503"/>
                  </a:cubicBezTo>
                  <a:cubicBezTo>
                    <a:pt x="70712" y="152838"/>
                    <a:pt x="71174" y="146830"/>
                    <a:pt x="86426" y="153301"/>
                  </a:cubicBezTo>
                  <a:cubicBezTo>
                    <a:pt x="91972" y="155611"/>
                    <a:pt x="94745" y="152838"/>
                    <a:pt x="100291" y="156998"/>
                  </a:cubicBezTo>
                  <a:cubicBezTo>
                    <a:pt x="106761" y="162082"/>
                    <a:pt x="107685" y="174560"/>
                    <a:pt x="114156" y="180106"/>
                  </a:cubicBezTo>
                  <a:cubicBezTo>
                    <a:pt x="128483" y="192585"/>
                    <a:pt x="134953" y="188888"/>
                    <a:pt x="139113" y="172712"/>
                  </a:cubicBezTo>
                  <a:cubicBezTo>
                    <a:pt x="141424" y="164393"/>
                    <a:pt x="141886" y="150990"/>
                    <a:pt x="136802" y="143595"/>
                  </a:cubicBezTo>
                  <a:cubicBezTo>
                    <a:pt x="132642" y="137587"/>
                    <a:pt x="125710" y="137587"/>
                    <a:pt x="122013" y="132503"/>
                  </a:cubicBezTo>
                  <a:cubicBezTo>
                    <a:pt x="112769" y="119100"/>
                    <a:pt x="122013" y="105235"/>
                    <a:pt x="117853" y="90446"/>
                  </a:cubicBezTo>
                  <a:cubicBezTo>
                    <a:pt x="112307" y="68724"/>
                    <a:pt x="92896" y="54396"/>
                    <a:pt x="104912" y="28977"/>
                  </a:cubicBezTo>
                  <a:cubicBezTo>
                    <a:pt x="110458" y="16499"/>
                    <a:pt x="130332" y="-4299"/>
                    <a:pt x="143734" y="785"/>
                  </a:cubicBezTo>
                  <a:cubicBezTo>
                    <a:pt x="143734" y="12339"/>
                    <a:pt x="125248" y="35910"/>
                    <a:pt x="134953" y="47002"/>
                  </a:cubicBezTo>
                  <a:cubicBezTo>
                    <a:pt x="145121" y="58556"/>
                    <a:pt x="158986" y="38221"/>
                    <a:pt x="169616" y="41918"/>
                  </a:cubicBezTo>
                  <a:cubicBezTo>
                    <a:pt x="189027" y="48850"/>
                    <a:pt x="164532" y="73808"/>
                    <a:pt x="157137" y="81202"/>
                  </a:cubicBezTo>
                  <a:cubicBezTo>
                    <a:pt x="152978" y="85362"/>
                    <a:pt x="139113" y="91832"/>
                    <a:pt x="139575" y="99689"/>
                  </a:cubicBezTo>
                  <a:cubicBezTo>
                    <a:pt x="140037" y="104311"/>
                    <a:pt x="146507" y="104311"/>
                    <a:pt x="147432" y="107084"/>
                  </a:cubicBezTo>
                  <a:cubicBezTo>
                    <a:pt x="149280" y="110781"/>
                    <a:pt x="156213" y="111243"/>
                    <a:pt x="158524" y="117251"/>
                  </a:cubicBezTo>
                  <a:cubicBezTo>
                    <a:pt x="161759" y="126033"/>
                    <a:pt x="152053" y="137587"/>
                    <a:pt x="152978" y="146830"/>
                  </a:cubicBezTo>
                  <a:cubicBezTo>
                    <a:pt x="154364" y="157922"/>
                    <a:pt x="166381" y="173636"/>
                    <a:pt x="180708" y="167628"/>
                  </a:cubicBezTo>
                  <a:cubicBezTo>
                    <a:pt x="200581" y="159771"/>
                    <a:pt x="183481" y="125570"/>
                    <a:pt x="187178" y="112167"/>
                  </a:cubicBezTo>
                  <a:cubicBezTo>
                    <a:pt x="191338" y="96454"/>
                    <a:pt x="218606" y="83513"/>
                    <a:pt x="233395" y="84437"/>
                  </a:cubicBezTo>
                  <a:cubicBezTo>
                    <a:pt x="234319" y="100613"/>
                    <a:pt x="220454" y="116789"/>
                    <a:pt x="219530" y="133889"/>
                  </a:cubicBezTo>
                  <a:cubicBezTo>
                    <a:pt x="226000" y="135738"/>
                    <a:pt x="232933" y="135276"/>
                    <a:pt x="239865" y="133427"/>
                  </a:cubicBezTo>
                  <a:cubicBezTo>
                    <a:pt x="223690" y="160695"/>
                    <a:pt x="230160" y="187963"/>
                    <a:pt x="261587" y="161157"/>
                  </a:cubicBezTo>
                  <a:cubicBezTo>
                    <a:pt x="279612" y="145906"/>
                    <a:pt x="293477" y="116789"/>
                    <a:pt x="318434" y="111243"/>
                  </a:cubicBezTo>
                  <a:cubicBezTo>
                    <a:pt x="346626" y="104773"/>
                    <a:pt x="356794" y="129730"/>
                    <a:pt x="351248" y="153763"/>
                  </a:cubicBezTo>
                  <a:cubicBezTo>
                    <a:pt x="347088" y="171325"/>
                    <a:pt x="336921" y="183804"/>
                    <a:pt x="318434" y="182879"/>
                  </a:cubicBezTo>
                  <a:cubicBezTo>
                    <a:pt x="310577" y="182417"/>
                    <a:pt x="302258" y="172712"/>
                    <a:pt x="297637" y="172712"/>
                  </a:cubicBezTo>
                  <a:cubicBezTo>
                    <a:pt x="278688" y="172712"/>
                    <a:pt x="269444" y="207374"/>
                    <a:pt x="244949" y="208298"/>
                  </a:cubicBezTo>
                  <a:cubicBezTo>
                    <a:pt x="222303" y="209223"/>
                    <a:pt x="197808" y="177795"/>
                    <a:pt x="178397" y="187963"/>
                  </a:cubicBezTo>
                  <a:cubicBezTo>
                    <a:pt x="154364" y="200904"/>
                    <a:pt x="161297" y="228172"/>
                    <a:pt x="164532" y="247121"/>
                  </a:cubicBezTo>
                  <a:cubicBezTo>
                    <a:pt x="168229" y="267918"/>
                    <a:pt x="161297" y="262835"/>
                    <a:pt x="142348" y="257288"/>
                  </a:cubicBezTo>
                  <a:cubicBezTo>
                    <a:pt x="137264" y="254978"/>
                    <a:pt x="128483" y="252204"/>
                    <a:pt x="121088" y="248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5"/>
            <p:cNvSpPr/>
            <p:nvPr/>
          </p:nvSpPr>
          <p:spPr>
            <a:xfrm>
              <a:off x="109404" y="3532302"/>
              <a:ext cx="196936" cy="1083088"/>
            </a:xfrm>
            <a:custGeom>
              <a:rect b="b" l="l" r="r" t="t"/>
              <a:pathLst>
                <a:path extrusionOk="0" h="492873" w="89618">
                  <a:moveTo>
                    <a:pt x="35545" y="0"/>
                  </a:moveTo>
                  <a:cubicBezTo>
                    <a:pt x="23066" y="10630"/>
                    <a:pt x="19369" y="33276"/>
                    <a:pt x="14285" y="48528"/>
                  </a:cubicBezTo>
                  <a:cubicBezTo>
                    <a:pt x="3193" y="81804"/>
                    <a:pt x="-9748" y="117391"/>
                    <a:pt x="11050" y="149280"/>
                  </a:cubicBezTo>
                  <a:cubicBezTo>
                    <a:pt x="24915" y="170540"/>
                    <a:pt x="42477" y="183019"/>
                    <a:pt x="37856" y="210287"/>
                  </a:cubicBezTo>
                  <a:cubicBezTo>
                    <a:pt x="33234" y="236168"/>
                    <a:pt x="9663" y="254193"/>
                    <a:pt x="12898" y="282847"/>
                  </a:cubicBezTo>
                  <a:cubicBezTo>
                    <a:pt x="15209" y="302720"/>
                    <a:pt x="30461" y="316585"/>
                    <a:pt x="31847" y="336921"/>
                  </a:cubicBezTo>
                  <a:cubicBezTo>
                    <a:pt x="33234" y="358180"/>
                    <a:pt x="23991" y="377592"/>
                    <a:pt x="18445" y="397003"/>
                  </a:cubicBezTo>
                  <a:cubicBezTo>
                    <a:pt x="5966" y="437673"/>
                    <a:pt x="16596" y="449228"/>
                    <a:pt x="33696" y="482504"/>
                  </a:cubicBezTo>
                  <a:cubicBezTo>
                    <a:pt x="47561" y="488050"/>
                    <a:pt x="74367" y="494058"/>
                    <a:pt x="89618" y="492671"/>
                  </a:cubicBezTo>
                  <a:cubicBezTo>
                    <a:pt x="78526" y="478344"/>
                    <a:pt x="64199" y="460320"/>
                    <a:pt x="57267" y="442757"/>
                  </a:cubicBezTo>
                  <a:cubicBezTo>
                    <a:pt x="48485" y="421498"/>
                    <a:pt x="56342" y="406246"/>
                    <a:pt x="63275" y="384986"/>
                  </a:cubicBezTo>
                  <a:cubicBezTo>
                    <a:pt x="71132" y="360029"/>
                    <a:pt x="75291" y="339694"/>
                    <a:pt x="63275" y="316123"/>
                  </a:cubicBezTo>
                  <a:cubicBezTo>
                    <a:pt x="54494" y="298561"/>
                    <a:pt x="42015" y="288855"/>
                    <a:pt x="42015" y="268982"/>
                  </a:cubicBezTo>
                  <a:cubicBezTo>
                    <a:pt x="42015" y="241714"/>
                    <a:pt x="63737" y="219530"/>
                    <a:pt x="64661" y="191338"/>
                  </a:cubicBezTo>
                  <a:cubicBezTo>
                    <a:pt x="65123" y="167305"/>
                    <a:pt x="55418" y="154826"/>
                    <a:pt x="42015" y="136340"/>
                  </a:cubicBezTo>
                  <a:cubicBezTo>
                    <a:pt x="26301" y="114156"/>
                    <a:pt x="17058" y="90123"/>
                    <a:pt x="18907" y="62393"/>
                  </a:cubicBezTo>
                  <a:cubicBezTo>
                    <a:pt x="20755" y="41595"/>
                    <a:pt x="29999" y="19873"/>
                    <a:pt x="355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25"/>
            <p:cNvSpPr/>
            <p:nvPr/>
          </p:nvSpPr>
          <p:spPr>
            <a:xfrm>
              <a:off x="217968" y="3427526"/>
              <a:ext cx="258336" cy="1244128"/>
            </a:xfrm>
            <a:custGeom>
              <a:rect b="b" l="l" r="r" t="t"/>
              <a:pathLst>
                <a:path extrusionOk="0" h="566156" w="117559">
                  <a:moveTo>
                    <a:pt x="50926" y="0"/>
                  </a:moveTo>
                  <a:cubicBezTo>
                    <a:pt x="23196" y="18025"/>
                    <a:pt x="1474" y="52687"/>
                    <a:pt x="88" y="85963"/>
                  </a:cubicBezTo>
                  <a:cubicBezTo>
                    <a:pt x="-1761" y="130332"/>
                    <a:pt x="25969" y="140037"/>
                    <a:pt x="47691" y="171927"/>
                  </a:cubicBezTo>
                  <a:cubicBezTo>
                    <a:pt x="69413" y="204278"/>
                    <a:pt x="51388" y="232471"/>
                    <a:pt x="40296" y="265747"/>
                  </a:cubicBezTo>
                  <a:cubicBezTo>
                    <a:pt x="35213" y="280998"/>
                    <a:pt x="29667" y="296250"/>
                    <a:pt x="37523" y="311964"/>
                  </a:cubicBezTo>
                  <a:cubicBezTo>
                    <a:pt x="43994" y="325366"/>
                    <a:pt x="62943" y="331375"/>
                    <a:pt x="65716" y="347088"/>
                  </a:cubicBezTo>
                  <a:cubicBezTo>
                    <a:pt x="70337" y="372046"/>
                    <a:pt x="36599" y="399776"/>
                    <a:pt x="36137" y="427044"/>
                  </a:cubicBezTo>
                  <a:cubicBezTo>
                    <a:pt x="36137" y="439060"/>
                    <a:pt x="42145" y="449690"/>
                    <a:pt x="41683" y="462168"/>
                  </a:cubicBezTo>
                  <a:cubicBezTo>
                    <a:pt x="41221" y="475109"/>
                    <a:pt x="34750" y="486663"/>
                    <a:pt x="31053" y="498680"/>
                  </a:cubicBezTo>
                  <a:cubicBezTo>
                    <a:pt x="19037" y="538888"/>
                    <a:pt x="61094" y="554140"/>
                    <a:pt x="88824" y="566156"/>
                  </a:cubicBezTo>
                  <a:cubicBezTo>
                    <a:pt x="75421" y="546283"/>
                    <a:pt x="73573" y="530107"/>
                    <a:pt x="84665" y="508385"/>
                  </a:cubicBezTo>
                  <a:cubicBezTo>
                    <a:pt x="91135" y="494982"/>
                    <a:pt x="98067" y="490361"/>
                    <a:pt x="96681" y="474185"/>
                  </a:cubicBezTo>
                  <a:cubicBezTo>
                    <a:pt x="95757" y="460782"/>
                    <a:pt x="84202" y="452001"/>
                    <a:pt x="82354" y="439522"/>
                  </a:cubicBezTo>
                  <a:cubicBezTo>
                    <a:pt x="75883" y="403935"/>
                    <a:pt x="126722" y="379902"/>
                    <a:pt x="116092" y="339232"/>
                  </a:cubicBezTo>
                  <a:cubicBezTo>
                    <a:pt x="107773" y="307804"/>
                    <a:pt x="74035" y="299023"/>
                    <a:pt x="77270" y="262974"/>
                  </a:cubicBezTo>
                  <a:cubicBezTo>
                    <a:pt x="80967" y="223227"/>
                    <a:pt x="109622" y="185792"/>
                    <a:pt x="84665" y="148356"/>
                  </a:cubicBezTo>
                  <a:cubicBezTo>
                    <a:pt x="66640" y="121550"/>
                    <a:pt x="43532" y="105374"/>
                    <a:pt x="38910" y="72098"/>
                  </a:cubicBezTo>
                  <a:cubicBezTo>
                    <a:pt x="34750" y="46217"/>
                    <a:pt x="41221" y="22184"/>
                    <a:pt x="50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25"/>
            <p:cNvSpPr/>
            <p:nvPr/>
          </p:nvSpPr>
          <p:spPr>
            <a:xfrm>
              <a:off x="478772" y="3629958"/>
              <a:ext cx="157058" cy="1079599"/>
            </a:xfrm>
            <a:custGeom>
              <a:rect b="b" l="l" r="r" t="t"/>
              <a:pathLst>
                <a:path extrusionOk="0" h="491285" w="71471">
                  <a:moveTo>
                    <a:pt x="57226" y="491285"/>
                  </a:moveTo>
                  <a:cubicBezTo>
                    <a:pt x="44747" y="481579"/>
                    <a:pt x="20252" y="485739"/>
                    <a:pt x="8236" y="476033"/>
                  </a:cubicBezTo>
                  <a:cubicBezTo>
                    <a:pt x="-18107" y="454312"/>
                    <a:pt x="28572" y="406708"/>
                    <a:pt x="12858" y="375743"/>
                  </a:cubicBezTo>
                  <a:cubicBezTo>
                    <a:pt x="2228" y="354021"/>
                    <a:pt x="-545" y="352635"/>
                    <a:pt x="9160" y="326753"/>
                  </a:cubicBezTo>
                  <a:cubicBezTo>
                    <a:pt x="17017" y="305956"/>
                    <a:pt x="38739" y="283309"/>
                    <a:pt x="35042" y="260201"/>
                  </a:cubicBezTo>
                  <a:cubicBezTo>
                    <a:pt x="31345" y="235244"/>
                    <a:pt x="3614" y="219992"/>
                    <a:pt x="1304" y="195035"/>
                  </a:cubicBezTo>
                  <a:cubicBezTo>
                    <a:pt x="-1469" y="167305"/>
                    <a:pt x="29496" y="156213"/>
                    <a:pt x="30882" y="133105"/>
                  </a:cubicBezTo>
                  <a:cubicBezTo>
                    <a:pt x="32269" y="109996"/>
                    <a:pt x="-1932" y="101215"/>
                    <a:pt x="1304" y="73947"/>
                  </a:cubicBezTo>
                  <a:cubicBezTo>
                    <a:pt x="4539" y="47141"/>
                    <a:pt x="20252" y="22646"/>
                    <a:pt x="33655" y="0"/>
                  </a:cubicBezTo>
                  <a:cubicBezTo>
                    <a:pt x="25798" y="18487"/>
                    <a:pt x="19328" y="43444"/>
                    <a:pt x="23950" y="62855"/>
                  </a:cubicBezTo>
                  <a:cubicBezTo>
                    <a:pt x="30882" y="91509"/>
                    <a:pt x="60461" y="103526"/>
                    <a:pt x="66007" y="130794"/>
                  </a:cubicBezTo>
                  <a:cubicBezTo>
                    <a:pt x="69704" y="148818"/>
                    <a:pt x="57688" y="162683"/>
                    <a:pt x="50293" y="177935"/>
                  </a:cubicBezTo>
                  <a:cubicBezTo>
                    <a:pt x="42437" y="193649"/>
                    <a:pt x="44285" y="196422"/>
                    <a:pt x="53529" y="211211"/>
                  </a:cubicBezTo>
                  <a:cubicBezTo>
                    <a:pt x="73402" y="244025"/>
                    <a:pt x="78486" y="268520"/>
                    <a:pt x="59999" y="302258"/>
                  </a:cubicBezTo>
                  <a:cubicBezTo>
                    <a:pt x="43361" y="332761"/>
                    <a:pt x="51218" y="340618"/>
                    <a:pt x="60461" y="369735"/>
                  </a:cubicBezTo>
                  <a:cubicBezTo>
                    <a:pt x="66932" y="390070"/>
                    <a:pt x="49831" y="409943"/>
                    <a:pt x="47058" y="429817"/>
                  </a:cubicBezTo>
                  <a:cubicBezTo>
                    <a:pt x="43361" y="451539"/>
                    <a:pt x="51680" y="471874"/>
                    <a:pt x="57226" y="4912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5"/>
            <p:cNvSpPr/>
            <p:nvPr/>
          </p:nvSpPr>
          <p:spPr>
            <a:xfrm>
              <a:off x="-80924" y="4493159"/>
              <a:ext cx="3136217" cy="714423"/>
            </a:xfrm>
            <a:custGeom>
              <a:rect b="b" l="l" r="r" t="t"/>
              <a:pathLst>
                <a:path extrusionOk="0" h="325107" w="1427175">
                  <a:moveTo>
                    <a:pt x="10630" y="2514"/>
                  </a:moveTo>
                  <a:cubicBezTo>
                    <a:pt x="10630" y="2514"/>
                    <a:pt x="86888" y="-11813"/>
                    <a:pt x="195497" y="27934"/>
                  </a:cubicBezTo>
                  <a:cubicBezTo>
                    <a:pt x="304107" y="67680"/>
                    <a:pt x="441833" y="165660"/>
                    <a:pt x="525023" y="179987"/>
                  </a:cubicBezTo>
                  <a:cubicBezTo>
                    <a:pt x="608214" y="194314"/>
                    <a:pt x="966856" y="194314"/>
                    <a:pt x="1104582" y="212801"/>
                  </a:cubicBezTo>
                  <a:cubicBezTo>
                    <a:pt x="1242308" y="230826"/>
                    <a:pt x="1427176" y="299688"/>
                    <a:pt x="1427176" y="299688"/>
                  </a:cubicBezTo>
                  <a:lnTo>
                    <a:pt x="0" y="325108"/>
                  </a:lnTo>
                  <a:lnTo>
                    <a:pt x="10630" y="25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6" name="Google Shape;466;p25"/>
          <p:cNvGrpSpPr/>
          <p:nvPr/>
        </p:nvGrpSpPr>
        <p:grpSpPr>
          <a:xfrm rot="-147633">
            <a:off x="7632731" y="3970271"/>
            <a:ext cx="1192176" cy="1552220"/>
            <a:chOff x="817368" y="3680989"/>
            <a:chExt cx="1129840" cy="1471058"/>
          </a:xfrm>
        </p:grpSpPr>
        <p:sp>
          <p:nvSpPr>
            <p:cNvPr id="467" name="Google Shape;467;p25"/>
            <p:cNvSpPr/>
            <p:nvPr/>
          </p:nvSpPr>
          <p:spPr>
            <a:xfrm rot="631368">
              <a:off x="1200225" y="3766347"/>
              <a:ext cx="509651" cy="742026"/>
            </a:xfrm>
            <a:custGeom>
              <a:rect b="b" l="l" r="r" t="t"/>
              <a:pathLst>
                <a:path extrusionOk="0" h="742541" w="510005">
                  <a:moveTo>
                    <a:pt x="193290" y="2451"/>
                  </a:moveTo>
                  <a:cubicBezTo>
                    <a:pt x="193290" y="2451"/>
                    <a:pt x="266879" y="41109"/>
                    <a:pt x="280852" y="142644"/>
                  </a:cubicBezTo>
                  <a:cubicBezTo>
                    <a:pt x="294825" y="244180"/>
                    <a:pt x="313921" y="546457"/>
                    <a:pt x="333017" y="607937"/>
                  </a:cubicBezTo>
                  <a:cubicBezTo>
                    <a:pt x="352113" y="669417"/>
                    <a:pt x="510005" y="683390"/>
                    <a:pt x="510005" y="683390"/>
                  </a:cubicBezTo>
                  <a:lnTo>
                    <a:pt x="363757" y="742541"/>
                  </a:lnTo>
                  <a:lnTo>
                    <a:pt x="61480" y="671746"/>
                  </a:lnTo>
                  <a:lnTo>
                    <a:pt x="0" y="558567"/>
                  </a:lnTo>
                  <a:cubicBezTo>
                    <a:pt x="0" y="558567"/>
                    <a:pt x="134604" y="631691"/>
                    <a:pt x="172331" y="572540"/>
                  </a:cubicBezTo>
                  <a:cubicBezTo>
                    <a:pt x="210057" y="513388"/>
                    <a:pt x="229153" y="161275"/>
                    <a:pt x="207728" y="114233"/>
                  </a:cubicBezTo>
                  <a:cubicBezTo>
                    <a:pt x="186303" y="67192"/>
                    <a:pt x="143919" y="31328"/>
                    <a:pt x="117837" y="38780"/>
                  </a:cubicBezTo>
                  <a:cubicBezTo>
                    <a:pt x="92220" y="45767"/>
                    <a:pt x="138796" y="-12453"/>
                    <a:pt x="193290" y="2451"/>
                  </a:cubicBezTo>
                  <a:close/>
                </a:path>
              </a:pathLst>
            </a:custGeom>
            <a:solidFill>
              <a:srgbClr val="C8AD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25"/>
            <p:cNvSpPr/>
            <p:nvPr/>
          </p:nvSpPr>
          <p:spPr>
            <a:xfrm rot="631368">
              <a:off x="931099" y="3752216"/>
              <a:ext cx="902377" cy="1328603"/>
            </a:xfrm>
            <a:custGeom>
              <a:rect b="b" l="l" r="r" t="t"/>
              <a:pathLst>
                <a:path extrusionOk="0" h="1329526" w="903004">
                  <a:moveTo>
                    <a:pt x="138666" y="1260225"/>
                  </a:moveTo>
                  <a:cubicBezTo>
                    <a:pt x="138666" y="1260225"/>
                    <a:pt x="21295" y="1128881"/>
                    <a:pt x="1267" y="1043182"/>
                  </a:cubicBezTo>
                  <a:cubicBezTo>
                    <a:pt x="-18761" y="957482"/>
                    <a:pt x="204338" y="91172"/>
                    <a:pt x="267215" y="34349"/>
                  </a:cubicBezTo>
                  <a:cubicBezTo>
                    <a:pt x="330092" y="-22939"/>
                    <a:pt x="410203" y="8733"/>
                    <a:pt x="410203" y="8733"/>
                  </a:cubicBezTo>
                  <a:cubicBezTo>
                    <a:pt x="410203" y="8733"/>
                    <a:pt x="361764" y="25966"/>
                    <a:pt x="332887" y="77199"/>
                  </a:cubicBezTo>
                  <a:cubicBezTo>
                    <a:pt x="304476" y="128433"/>
                    <a:pt x="267215" y="325914"/>
                    <a:pt x="261626" y="400436"/>
                  </a:cubicBezTo>
                  <a:cubicBezTo>
                    <a:pt x="256037" y="474957"/>
                    <a:pt x="256037" y="600712"/>
                    <a:pt x="330092" y="646356"/>
                  </a:cubicBezTo>
                  <a:cubicBezTo>
                    <a:pt x="404614" y="692000"/>
                    <a:pt x="564369" y="703644"/>
                    <a:pt x="610013" y="663589"/>
                  </a:cubicBezTo>
                  <a:cubicBezTo>
                    <a:pt x="655658" y="623534"/>
                    <a:pt x="732973" y="526190"/>
                    <a:pt x="738562" y="446545"/>
                  </a:cubicBezTo>
                  <a:cubicBezTo>
                    <a:pt x="744152" y="366435"/>
                    <a:pt x="738562" y="260708"/>
                    <a:pt x="730179" y="217858"/>
                  </a:cubicBezTo>
                  <a:cubicBezTo>
                    <a:pt x="721795" y="175008"/>
                    <a:pt x="678945" y="86514"/>
                    <a:pt x="687329" y="69281"/>
                  </a:cubicBezTo>
                  <a:cubicBezTo>
                    <a:pt x="695713" y="52048"/>
                    <a:pt x="778618" y="43665"/>
                    <a:pt x="778618" y="43665"/>
                  </a:cubicBezTo>
                  <a:cubicBezTo>
                    <a:pt x="778618" y="43665"/>
                    <a:pt x="795851" y="112131"/>
                    <a:pt x="818673" y="192242"/>
                  </a:cubicBezTo>
                  <a:cubicBezTo>
                    <a:pt x="841495" y="272352"/>
                    <a:pt x="844290" y="475423"/>
                    <a:pt x="853139" y="546683"/>
                  </a:cubicBezTo>
                  <a:cubicBezTo>
                    <a:pt x="861523" y="617945"/>
                    <a:pt x="918811" y="855481"/>
                    <a:pt x="898783" y="966797"/>
                  </a:cubicBezTo>
                  <a:cubicBezTo>
                    <a:pt x="878756" y="1078114"/>
                    <a:pt x="827522" y="1140991"/>
                    <a:pt x="721329" y="1203869"/>
                  </a:cubicBezTo>
                  <a:cubicBezTo>
                    <a:pt x="616068" y="1266280"/>
                    <a:pt x="373408" y="1417651"/>
                    <a:pt x="138666" y="12602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25"/>
            <p:cNvSpPr/>
            <p:nvPr/>
          </p:nvSpPr>
          <p:spPr>
            <a:xfrm rot="631368">
              <a:off x="1098989" y="3810273"/>
              <a:ext cx="730121" cy="1285548"/>
            </a:xfrm>
            <a:custGeom>
              <a:rect b="b" l="l" r="r" t="t"/>
              <a:pathLst>
                <a:path extrusionOk="0" h="1286441" w="730628">
                  <a:moveTo>
                    <a:pt x="680473" y="503019"/>
                  </a:moveTo>
                  <a:cubicBezTo>
                    <a:pt x="672089" y="431758"/>
                    <a:pt x="668829" y="228687"/>
                    <a:pt x="646007" y="148577"/>
                  </a:cubicBezTo>
                  <a:cubicBezTo>
                    <a:pt x="623185" y="68466"/>
                    <a:pt x="605952" y="0"/>
                    <a:pt x="605952" y="0"/>
                  </a:cubicBezTo>
                  <a:cubicBezTo>
                    <a:pt x="605952" y="0"/>
                    <a:pt x="545403" y="6055"/>
                    <a:pt x="522581" y="18630"/>
                  </a:cubicBezTo>
                  <a:lnTo>
                    <a:pt x="565896" y="47507"/>
                  </a:lnTo>
                  <a:lnTo>
                    <a:pt x="608280" y="174193"/>
                  </a:lnTo>
                  <a:cubicBezTo>
                    <a:pt x="608280" y="174193"/>
                    <a:pt x="631102" y="408470"/>
                    <a:pt x="631102" y="435018"/>
                  </a:cubicBezTo>
                  <a:cubicBezTo>
                    <a:pt x="631102" y="462032"/>
                    <a:pt x="623650" y="580800"/>
                    <a:pt x="584992" y="619459"/>
                  </a:cubicBezTo>
                  <a:cubicBezTo>
                    <a:pt x="546800" y="657650"/>
                    <a:pt x="350716" y="673021"/>
                    <a:pt x="308798" y="677212"/>
                  </a:cubicBezTo>
                  <a:cubicBezTo>
                    <a:pt x="266414" y="680938"/>
                    <a:pt x="128549" y="669760"/>
                    <a:pt x="128549" y="669760"/>
                  </a:cubicBezTo>
                  <a:cubicBezTo>
                    <a:pt x="128549" y="669760"/>
                    <a:pt x="289702" y="773159"/>
                    <a:pt x="366552" y="773159"/>
                  </a:cubicBezTo>
                  <a:cubicBezTo>
                    <a:pt x="443402" y="773159"/>
                    <a:pt x="531430" y="750336"/>
                    <a:pt x="535622" y="795981"/>
                  </a:cubicBezTo>
                  <a:cubicBezTo>
                    <a:pt x="539348" y="842091"/>
                    <a:pt x="470416" y="930119"/>
                    <a:pt x="470416" y="930119"/>
                  </a:cubicBezTo>
                  <a:lnTo>
                    <a:pt x="205399" y="991599"/>
                  </a:lnTo>
                  <a:lnTo>
                    <a:pt x="308798" y="1060531"/>
                  </a:lnTo>
                  <a:lnTo>
                    <a:pt x="320442" y="1171848"/>
                  </a:lnTo>
                  <a:cubicBezTo>
                    <a:pt x="320442" y="1171848"/>
                    <a:pt x="132275" y="1252424"/>
                    <a:pt x="32603" y="1240780"/>
                  </a:cubicBezTo>
                  <a:cubicBezTo>
                    <a:pt x="21425" y="1239383"/>
                    <a:pt x="10247" y="1238451"/>
                    <a:pt x="0" y="1237985"/>
                  </a:cubicBezTo>
                  <a:cubicBezTo>
                    <a:pt x="223564" y="1360014"/>
                    <a:pt x="448525" y="1220287"/>
                    <a:pt x="549129" y="1160204"/>
                  </a:cubicBezTo>
                  <a:cubicBezTo>
                    <a:pt x="654856" y="1097326"/>
                    <a:pt x="706555" y="1034449"/>
                    <a:pt x="726583" y="923133"/>
                  </a:cubicBezTo>
                  <a:cubicBezTo>
                    <a:pt x="746145" y="811817"/>
                    <a:pt x="688856" y="574746"/>
                    <a:pt x="680473" y="5030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25"/>
            <p:cNvSpPr/>
            <p:nvPr/>
          </p:nvSpPr>
          <p:spPr>
            <a:xfrm rot="631368">
              <a:off x="983411" y="4435174"/>
              <a:ext cx="329993" cy="212392"/>
            </a:xfrm>
            <a:custGeom>
              <a:rect b="b" l="l" r="r" t="t"/>
              <a:pathLst>
                <a:path extrusionOk="0" h="212540" w="330222">
                  <a:moveTo>
                    <a:pt x="19562" y="0"/>
                  </a:moveTo>
                  <a:cubicBezTo>
                    <a:pt x="15836" y="15370"/>
                    <a:pt x="84768" y="122960"/>
                    <a:pt x="84768" y="122960"/>
                  </a:cubicBezTo>
                  <a:lnTo>
                    <a:pt x="330223" y="188166"/>
                  </a:lnTo>
                  <a:cubicBezTo>
                    <a:pt x="330223" y="188166"/>
                    <a:pt x="184440" y="230550"/>
                    <a:pt x="142056" y="203536"/>
                  </a:cubicBezTo>
                  <a:cubicBezTo>
                    <a:pt x="99672" y="176522"/>
                    <a:pt x="0" y="111316"/>
                    <a:pt x="0" y="111316"/>
                  </a:cubicBezTo>
                  <a:lnTo>
                    <a:pt x="19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6"/>
          <p:cNvSpPr txBox="1"/>
          <p:nvPr>
            <p:ph type="title"/>
          </p:nvPr>
        </p:nvSpPr>
        <p:spPr>
          <a:xfrm>
            <a:off x="1732375" y="1485676"/>
            <a:ext cx="2555700" cy="10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3" name="Google Shape;473;p26"/>
          <p:cNvSpPr txBox="1"/>
          <p:nvPr>
            <p:ph idx="1" type="subTitle"/>
          </p:nvPr>
        </p:nvSpPr>
        <p:spPr>
          <a:xfrm>
            <a:off x="1732375" y="2571824"/>
            <a:ext cx="25557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474" name="Google Shape;474;p26"/>
          <p:cNvGrpSpPr/>
          <p:nvPr/>
        </p:nvGrpSpPr>
        <p:grpSpPr>
          <a:xfrm>
            <a:off x="-246877" y="-148882"/>
            <a:ext cx="9934579" cy="6303469"/>
            <a:chOff x="-246877" y="-148882"/>
            <a:chExt cx="9934579" cy="6303469"/>
          </a:xfrm>
        </p:grpSpPr>
        <p:sp>
          <p:nvSpPr>
            <p:cNvPr id="475" name="Google Shape;475;p26"/>
            <p:cNvSpPr/>
            <p:nvPr/>
          </p:nvSpPr>
          <p:spPr>
            <a:xfrm rot="2909113">
              <a:off x="-291865" y="3856740"/>
              <a:ext cx="3202192" cy="1321821"/>
            </a:xfrm>
            <a:custGeom>
              <a:rect b="b" l="l" r="r" t="t"/>
              <a:pathLst>
                <a:path extrusionOk="0" h="733155" w="1776113">
                  <a:moveTo>
                    <a:pt x="1386968" y="65954"/>
                  </a:moveTo>
                  <a:cubicBezTo>
                    <a:pt x="1266804" y="130657"/>
                    <a:pt x="1164202" y="224940"/>
                    <a:pt x="1041728" y="285021"/>
                  </a:cubicBezTo>
                  <a:cubicBezTo>
                    <a:pt x="937278" y="336322"/>
                    <a:pt x="822198" y="361741"/>
                    <a:pt x="716361" y="409807"/>
                  </a:cubicBezTo>
                  <a:cubicBezTo>
                    <a:pt x="623465" y="452326"/>
                    <a:pt x="536578" y="512408"/>
                    <a:pt x="436287" y="531357"/>
                  </a:cubicBezTo>
                  <a:cubicBezTo>
                    <a:pt x="360029" y="545684"/>
                    <a:pt x="281923" y="535055"/>
                    <a:pt x="204279" y="539676"/>
                  </a:cubicBezTo>
                  <a:cubicBezTo>
                    <a:pt x="127096" y="544298"/>
                    <a:pt x="43906" y="568331"/>
                    <a:pt x="0" y="632110"/>
                  </a:cubicBezTo>
                  <a:cubicBezTo>
                    <a:pt x="8319" y="638118"/>
                    <a:pt x="24495" y="649210"/>
                    <a:pt x="32352" y="655218"/>
                  </a:cubicBezTo>
                  <a:cubicBezTo>
                    <a:pt x="115542" y="581734"/>
                    <a:pt x="244025" y="595136"/>
                    <a:pt x="348475" y="632572"/>
                  </a:cubicBezTo>
                  <a:cubicBezTo>
                    <a:pt x="452925" y="670008"/>
                    <a:pt x="553216" y="728241"/>
                    <a:pt x="664136" y="732863"/>
                  </a:cubicBezTo>
                  <a:cubicBezTo>
                    <a:pt x="808795" y="738871"/>
                    <a:pt x="941437" y="651521"/>
                    <a:pt x="1043114" y="548457"/>
                  </a:cubicBezTo>
                  <a:cubicBezTo>
                    <a:pt x="1144791" y="445394"/>
                    <a:pt x="1226595" y="322919"/>
                    <a:pt x="1336129" y="228175"/>
                  </a:cubicBezTo>
                  <a:cubicBezTo>
                    <a:pt x="1445663" y="133430"/>
                    <a:pt x="1595405" y="66878"/>
                    <a:pt x="1734518" y="106625"/>
                  </a:cubicBezTo>
                  <a:cubicBezTo>
                    <a:pt x="1745148" y="82130"/>
                    <a:pt x="1765483" y="64567"/>
                    <a:pt x="1776113" y="40072"/>
                  </a:cubicBezTo>
                  <a:cubicBezTo>
                    <a:pt x="1660109" y="-30639"/>
                    <a:pt x="1506669" y="1250"/>
                    <a:pt x="1386968" y="65954"/>
                  </a:cubicBezTo>
                  <a:close/>
                  <a:moveTo>
                    <a:pt x="1058828" y="456948"/>
                  </a:moveTo>
                  <a:cubicBezTo>
                    <a:pt x="1020468" y="523962"/>
                    <a:pt x="961773" y="577112"/>
                    <a:pt x="892910" y="611312"/>
                  </a:cubicBezTo>
                  <a:cubicBezTo>
                    <a:pt x="818963" y="648286"/>
                    <a:pt x="758419" y="685721"/>
                    <a:pt x="670607" y="667697"/>
                  </a:cubicBezTo>
                  <a:cubicBezTo>
                    <a:pt x="633171" y="659840"/>
                    <a:pt x="592500" y="637194"/>
                    <a:pt x="588803" y="598834"/>
                  </a:cubicBezTo>
                  <a:cubicBezTo>
                    <a:pt x="586030" y="570179"/>
                    <a:pt x="605441" y="543836"/>
                    <a:pt x="626238" y="523500"/>
                  </a:cubicBezTo>
                  <a:cubicBezTo>
                    <a:pt x="723293" y="427369"/>
                    <a:pt x="861020" y="382539"/>
                    <a:pt x="996897" y="366825"/>
                  </a:cubicBezTo>
                  <a:cubicBezTo>
                    <a:pt x="1022317" y="364052"/>
                    <a:pt x="1052358" y="364052"/>
                    <a:pt x="1067147" y="384850"/>
                  </a:cubicBezTo>
                  <a:cubicBezTo>
                    <a:pt x="1081937" y="406110"/>
                    <a:pt x="1071768" y="434764"/>
                    <a:pt x="1058828" y="4569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26"/>
            <p:cNvSpPr/>
            <p:nvPr/>
          </p:nvSpPr>
          <p:spPr>
            <a:xfrm flipH="1" rot="5108635">
              <a:off x="7467221" y="695677"/>
              <a:ext cx="2894782" cy="1305815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7" name="Google Shape;477;p26"/>
          <p:cNvGrpSpPr/>
          <p:nvPr/>
        </p:nvGrpSpPr>
        <p:grpSpPr>
          <a:xfrm flipH="1">
            <a:off x="262250" y="264900"/>
            <a:ext cx="8332325" cy="4567450"/>
            <a:chOff x="576425" y="264900"/>
            <a:chExt cx="8332325" cy="4567450"/>
          </a:xfrm>
        </p:grpSpPr>
        <p:sp>
          <p:nvSpPr>
            <p:cNvPr id="478" name="Google Shape;478;p26"/>
            <p:cNvSpPr/>
            <p:nvPr/>
          </p:nvSpPr>
          <p:spPr>
            <a:xfrm>
              <a:off x="8771950" y="7200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576425" y="3237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939250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8665450" y="33068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4095525" y="47258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9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27"/>
          <p:cNvGrpSpPr/>
          <p:nvPr/>
        </p:nvGrpSpPr>
        <p:grpSpPr>
          <a:xfrm>
            <a:off x="-419726" y="-769095"/>
            <a:ext cx="10528460" cy="6681685"/>
            <a:chOff x="-419726" y="-769095"/>
            <a:chExt cx="10528460" cy="6681685"/>
          </a:xfrm>
        </p:grpSpPr>
        <p:sp>
          <p:nvSpPr>
            <p:cNvPr id="485" name="Google Shape;485;p27"/>
            <p:cNvSpPr/>
            <p:nvPr/>
          </p:nvSpPr>
          <p:spPr>
            <a:xfrm rot="-3367288">
              <a:off x="4134718" y="1211282"/>
              <a:ext cx="6221167" cy="2720933"/>
            </a:xfrm>
            <a:custGeom>
              <a:rect b="b" l="l" r="r" t="t"/>
              <a:pathLst>
                <a:path extrusionOk="0" h="1173494" w="2683088">
                  <a:moveTo>
                    <a:pt x="2012945" y="330918"/>
                  </a:moveTo>
                  <a:cubicBezTo>
                    <a:pt x="2107690" y="276382"/>
                    <a:pt x="2224618" y="271760"/>
                    <a:pt x="2330917" y="295331"/>
                  </a:cubicBezTo>
                  <a:cubicBezTo>
                    <a:pt x="2437678" y="318901"/>
                    <a:pt x="2536120" y="368816"/>
                    <a:pt x="2634100" y="417805"/>
                  </a:cubicBezTo>
                  <a:cubicBezTo>
                    <a:pt x="2649352" y="382681"/>
                    <a:pt x="2667838" y="349867"/>
                    <a:pt x="2683089" y="314742"/>
                  </a:cubicBezTo>
                  <a:lnTo>
                    <a:pt x="1889084" y="57776"/>
                  </a:lnTo>
                  <a:cubicBezTo>
                    <a:pt x="1786483" y="24500"/>
                    <a:pt x="1679722" y="-9238"/>
                    <a:pt x="1572499" y="2316"/>
                  </a:cubicBezTo>
                  <a:cubicBezTo>
                    <a:pt x="1446327" y="15719"/>
                    <a:pt x="1328936" y="95212"/>
                    <a:pt x="1269779" y="207519"/>
                  </a:cubicBezTo>
                  <a:cubicBezTo>
                    <a:pt x="1224948" y="293020"/>
                    <a:pt x="1212007" y="394697"/>
                    <a:pt x="1154236" y="472341"/>
                  </a:cubicBezTo>
                  <a:cubicBezTo>
                    <a:pt x="1072895" y="581413"/>
                    <a:pt x="922228" y="614689"/>
                    <a:pt x="786813" y="603135"/>
                  </a:cubicBezTo>
                  <a:cubicBezTo>
                    <a:pt x="651398" y="591581"/>
                    <a:pt x="521991" y="543515"/>
                    <a:pt x="387962" y="522255"/>
                  </a:cubicBezTo>
                  <a:cubicBezTo>
                    <a:pt x="253933" y="500996"/>
                    <a:pt x="103728" y="511163"/>
                    <a:pt x="1589" y="600362"/>
                  </a:cubicBezTo>
                  <a:cubicBezTo>
                    <a:pt x="9908" y="651663"/>
                    <a:pt x="-5806" y="683090"/>
                    <a:pt x="2513" y="734391"/>
                  </a:cubicBezTo>
                  <a:cubicBezTo>
                    <a:pt x="44570" y="651201"/>
                    <a:pt x="144399" y="603597"/>
                    <a:pt x="236832" y="592505"/>
                  </a:cubicBezTo>
                  <a:cubicBezTo>
                    <a:pt x="329266" y="581413"/>
                    <a:pt x="422624" y="600362"/>
                    <a:pt x="514133" y="619773"/>
                  </a:cubicBezTo>
                  <a:cubicBezTo>
                    <a:pt x="562199" y="629941"/>
                    <a:pt x="616272" y="644730"/>
                    <a:pt x="639843" y="687712"/>
                  </a:cubicBezTo>
                  <a:cubicBezTo>
                    <a:pt x="665263" y="734391"/>
                    <a:pt x="643540" y="792624"/>
                    <a:pt x="614886" y="837454"/>
                  </a:cubicBezTo>
                  <a:cubicBezTo>
                    <a:pt x="495647" y="1024632"/>
                    <a:pt x="255319" y="1126772"/>
                    <a:pt x="37638" y="1082404"/>
                  </a:cubicBezTo>
                  <a:cubicBezTo>
                    <a:pt x="41798" y="1102739"/>
                    <a:pt x="49654" y="1136477"/>
                    <a:pt x="53814" y="1156813"/>
                  </a:cubicBezTo>
                  <a:cubicBezTo>
                    <a:pt x="209564" y="1202567"/>
                    <a:pt x="379180" y="1148494"/>
                    <a:pt x="517369" y="1063917"/>
                  </a:cubicBezTo>
                  <a:cubicBezTo>
                    <a:pt x="656019" y="979340"/>
                    <a:pt x="773872" y="865184"/>
                    <a:pt x="907901" y="773213"/>
                  </a:cubicBezTo>
                  <a:cubicBezTo>
                    <a:pt x="1041930" y="681241"/>
                    <a:pt x="1201378" y="610530"/>
                    <a:pt x="1362212" y="630865"/>
                  </a:cubicBezTo>
                  <a:cubicBezTo>
                    <a:pt x="1529517" y="651663"/>
                    <a:pt x="1671865" y="769053"/>
                    <a:pt x="1765685" y="909090"/>
                  </a:cubicBezTo>
                  <a:cubicBezTo>
                    <a:pt x="1803121" y="964551"/>
                    <a:pt x="1835011" y="1025557"/>
                    <a:pt x="1885849" y="1069001"/>
                  </a:cubicBezTo>
                  <a:cubicBezTo>
                    <a:pt x="1943620" y="1118453"/>
                    <a:pt x="2019416" y="1140637"/>
                    <a:pt x="2094287" y="1153577"/>
                  </a:cubicBezTo>
                  <a:cubicBezTo>
                    <a:pt x="2250500" y="1180383"/>
                    <a:pt x="2412259" y="1171602"/>
                    <a:pt x="2564775" y="1128620"/>
                  </a:cubicBezTo>
                  <a:cubicBezTo>
                    <a:pt x="2572631" y="1104588"/>
                    <a:pt x="2586959" y="1075009"/>
                    <a:pt x="2594815" y="1050976"/>
                  </a:cubicBezTo>
                  <a:cubicBezTo>
                    <a:pt x="2450619" y="1104588"/>
                    <a:pt x="2287011" y="1113831"/>
                    <a:pt x="2143277" y="1058371"/>
                  </a:cubicBezTo>
                  <a:cubicBezTo>
                    <a:pt x="1999542" y="1003373"/>
                    <a:pt x="1879841" y="879512"/>
                    <a:pt x="1847027" y="728845"/>
                  </a:cubicBezTo>
                  <a:cubicBezTo>
                    <a:pt x="1815137" y="579564"/>
                    <a:pt x="1879841" y="408100"/>
                    <a:pt x="2012945" y="330918"/>
                  </a:cubicBezTo>
                  <a:close/>
                  <a:moveTo>
                    <a:pt x="1774467" y="325834"/>
                  </a:moveTo>
                  <a:cubicBezTo>
                    <a:pt x="1754593" y="378983"/>
                    <a:pt x="1730098" y="431671"/>
                    <a:pt x="1691276" y="473728"/>
                  </a:cubicBezTo>
                  <a:cubicBezTo>
                    <a:pt x="1589599" y="583724"/>
                    <a:pt x="1398724" y="547675"/>
                    <a:pt x="1354356" y="399319"/>
                  </a:cubicBezTo>
                  <a:cubicBezTo>
                    <a:pt x="1329860" y="317515"/>
                    <a:pt x="1361750" y="223695"/>
                    <a:pt x="1426454" y="167772"/>
                  </a:cubicBezTo>
                  <a:cubicBezTo>
                    <a:pt x="1491157" y="111850"/>
                    <a:pt x="1583591" y="92901"/>
                    <a:pt x="1667243" y="111850"/>
                  </a:cubicBezTo>
                  <a:cubicBezTo>
                    <a:pt x="1719469" y="123404"/>
                    <a:pt x="1773080" y="153907"/>
                    <a:pt x="1788794" y="205208"/>
                  </a:cubicBezTo>
                  <a:cubicBezTo>
                    <a:pt x="1801734" y="244492"/>
                    <a:pt x="1789256" y="287012"/>
                    <a:pt x="1774467" y="3258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27"/>
            <p:cNvSpPr/>
            <p:nvPr/>
          </p:nvSpPr>
          <p:spPr>
            <a:xfrm flipH="1" rot="10800000">
              <a:off x="-419726" y="-577280"/>
              <a:ext cx="2894489" cy="2233562"/>
            </a:xfrm>
            <a:custGeom>
              <a:rect b="b" l="l" r="r" t="t"/>
              <a:pathLst>
                <a:path extrusionOk="0" h="1406968" w="1823300">
                  <a:moveTo>
                    <a:pt x="1503018" y="1160478"/>
                  </a:moveTo>
                  <a:cubicBezTo>
                    <a:pt x="1463272" y="1086069"/>
                    <a:pt x="1451255" y="990862"/>
                    <a:pt x="1382854" y="941410"/>
                  </a:cubicBezTo>
                  <a:cubicBezTo>
                    <a:pt x="1319076" y="895194"/>
                    <a:pt x="1231264" y="907210"/>
                    <a:pt x="1156391" y="883177"/>
                  </a:cubicBezTo>
                  <a:cubicBezTo>
                    <a:pt x="1063958" y="853598"/>
                    <a:pt x="994171" y="763938"/>
                    <a:pt x="988625" y="667344"/>
                  </a:cubicBezTo>
                  <a:cubicBezTo>
                    <a:pt x="981230" y="543483"/>
                    <a:pt x="1068579" y="416387"/>
                    <a:pt x="1021901" y="301307"/>
                  </a:cubicBezTo>
                  <a:cubicBezTo>
                    <a:pt x="990473" y="223201"/>
                    <a:pt x="906359" y="180219"/>
                    <a:pt x="825480" y="157111"/>
                  </a:cubicBezTo>
                  <a:cubicBezTo>
                    <a:pt x="705316" y="123372"/>
                    <a:pt x="577295" y="119675"/>
                    <a:pt x="455745" y="147405"/>
                  </a:cubicBezTo>
                  <a:cubicBezTo>
                    <a:pt x="387344" y="162657"/>
                    <a:pt x="320329" y="188076"/>
                    <a:pt x="250541" y="187152"/>
                  </a:cubicBezTo>
                  <a:cubicBezTo>
                    <a:pt x="199241" y="186689"/>
                    <a:pt x="130840" y="166816"/>
                    <a:pt x="101723" y="120137"/>
                  </a:cubicBezTo>
                  <a:cubicBezTo>
                    <a:pt x="97102" y="113205"/>
                    <a:pt x="47650" y="-25446"/>
                    <a:pt x="22693" y="4133"/>
                  </a:cubicBezTo>
                  <a:cubicBezTo>
                    <a:pt x="-15667" y="50350"/>
                    <a:pt x="-1802" y="123372"/>
                    <a:pt x="37483" y="168665"/>
                  </a:cubicBezTo>
                  <a:cubicBezTo>
                    <a:pt x="76767" y="213957"/>
                    <a:pt x="134999" y="237528"/>
                    <a:pt x="191385" y="258325"/>
                  </a:cubicBezTo>
                  <a:cubicBezTo>
                    <a:pt x="247769" y="279123"/>
                    <a:pt x="306002" y="299921"/>
                    <a:pt x="348984" y="341978"/>
                  </a:cubicBezTo>
                  <a:cubicBezTo>
                    <a:pt x="403520" y="395589"/>
                    <a:pt x="423855" y="473696"/>
                    <a:pt x="448350" y="546256"/>
                  </a:cubicBezTo>
                  <a:cubicBezTo>
                    <a:pt x="472845" y="618817"/>
                    <a:pt x="509818" y="695537"/>
                    <a:pt x="580068" y="726502"/>
                  </a:cubicBezTo>
                  <a:cubicBezTo>
                    <a:pt x="651242" y="757929"/>
                    <a:pt x="739054" y="733435"/>
                    <a:pt x="808841" y="767635"/>
                  </a:cubicBezTo>
                  <a:cubicBezTo>
                    <a:pt x="872158" y="798600"/>
                    <a:pt x="905435" y="870236"/>
                    <a:pt x="961819" y="913218"/>
                  </a:cubicBezTo>
                  <a:cubicBezTo>
                    <a:pt x="1041775" y="974224"/>
                    <a:pt x="1155006" y="969140"/>
                    <a:pt x="1243279" y="1017206"/>
                  </a:cubicBezTo>
                  <a:cubicBezTo>
                    <a:pt x="1330167" y="1064809"/>
                    <a:pt x="1381468" y="1156781"/>
                    <a:pt x="1427685" y="1244593"/>
                  </a:cubicBezTo>
                  <a:cubicBezTo>
                    <a:pt x="1440163" y="1268163"/>
                    <a:pt x="1452179" y="1299591"/>
                    <a:pt x="1433692" y="1319002"/>
                  </a:cubicBezTo>
                  <a:cubicBezTo>
                    <a:pt x="1423988" y="1329169"/>
                    <a:pt x="1409660" y="1331943"/>
                    <a:pt x="1395795" y="1334253"/>
                  </a:cubicBezTo>
                  <a:cubicBezTo>
                    <a:pt x="1309832" y="1349043"/>
                    <a:pt x="1223406" y="1363832"/>
                    <a:pt x="1137443" y="1379084"/>
                  </a:cubicBezTo>
                  <a:cubicBezTo>
                    <a:pt x="1364830" y="1407738"/>
                    <a:pt x="1594990" y="1414209"/>
                    <a:pt x="1823300" y="1398957"/>
                  </a:cubicBezTo>
                  <a:cubicBezTo>
                    <a:pt x="1699439" y="1343959"/>
                    <a:pt x="1566336" y="1280642"/>
                    <a:pt x="1503018" y="1160478"/>
                  </a:cubicBezTo>
                  <a:close/>
                  <a:moveTo>
                    <a:pt x="933165" y="450125"/>
                  </a:moveTo>
                  <a:cubicBezTo>
                    <a:pt x="922072" y="515291"/>
                    <a:pt x="896653" y="611422"/>
                    <a:pt x="832412" y="635917"/>
                  </a:cubicBezTo>
                  <a:cubicBezTo>
                    <a:pt x="768170" y="660874"/>
                    <a:pt x="658636" y="646085"/>
                    <a:pt x="605950" y="601717"/>
                  </a:cubicBezTo>
                  <a:cubicBezTo>
                    <a:pt x="570363" y="571213"/>
                    <a:pt x="551414" y="526383"/>
                    <a:pt x="533851" y="482939"/>
                  </a:cubicBezTo>
                  <a:cubicBezTo>
                    <a:pt x="513516" y="433487"/>
                    <a:pt x="493642" y="383573"/>
                    <a:pt x="473307" y="334121"/>
                  </a:cubicBezTo>
                  <a:cubicBezTo>
                    <a:pt x="464988" y="313786"/>
                    <a:pt x="456669" y="291601"/>
                    <a:pt x="463602" y="270804"/>
                  </a:cubicBezTo>
                  <a:cubicBezTo>
                    <a:pt x="472845" y="242612"/>
                    <a:pt x="504734" y="230133"/>
                    <a:pt x="533389" y="223201"/>
                  </a:cubicBezTo>
                  <a:cubicBezTo>
                    <a:pt x="616580" y="203327"/>
                    <a:pt x="704392" y="203790"/>
                    <a:pt x="787119" y="224125"/>
                  </a:cubicBezTo>
                  <a:cubicBezTo>
                    <a:pt x="830101" y="234755"/>
                    <a:pt x="874007" y="252317"/>
                    <a:pt x="902661" y="286518"/>
                  </a:cubicBezTo>
                  <a:cubicBezTo>
                    <a:pt x="938711" y="330886"/>
                    <a:pt x="942408" y="393741"/>
                    <a:pt x="933165" y="4501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7" name="Google Shape;487;p27"/>
          <p:cNvGrpSpPr/>
          <p:nvPr/>
        </p:nvGrpSpPr>
        <p:grpSpPr>
          <a:xfrm>
            <a:off x="-80924" y="3427526"/>
            <a:ext cx="3136217" cy="1780055"/>
            <a:chOff x="-80924" y="3427526"/>
            <a:chExt cx="3136217" cy="1780055"/>
          </a:xfrm>
        </p:grpSpPr>
        <p:sp>
          <p:nvSpPr>
            <p:cNvPr id="488" name="Google Shape;488;p27"/>
            <p:cNvSpPr/>
            <p:nvPr/>
          </p:nvSpPr>
          <p:spPr>
            <a:xfrm>
              <a:off x="2082861" y="4480688"/>
              <a:ext cx="775065" cy="576136"/>
            </a:xfrm>
            <a:custGeom>
              <a:rect b="b" l="l" r="r" t="t"/>
              <a:pathLst>
                <a:path extrusionOk="0" h="262178" w="352703">
                  <a:moveTo>
                    <a:pt x="121088" y="248969"/>
                  </a:moveTo>
                  <a:cubicBezTo>
                    <a:pt x="125248" y="232794"/>
                    <a:pt x="126172" y="227247"/>
                    <a:pt x="116004" y="215693"/>
                  </a:cubicBezTo>
                  <a:cubicBezTo>
                    <a:pt x="112307" y="211534"/>
                    <a:pt x="105837" y="211996"/>
                    <a:pt x="102601" y="206450"/>
                  </a:cubicBezTo>
                  <a:cubicBezTo>
                    <a:pt x="99366" y="201366"/>
                    <a:pt x="103064" y="193971"/>
                    <a:pt x="99366" y="188888"/>
                  </a:cubicBezTo>
                  <a:cubicBezTo>
                    <a:pt x="92896" y="180106"/>
                    <a:pt x="68401" y="171787"/>
                    <a:pt x="58233" y="172249"/>
                  </a:cubicBezTo>
                  <a:cubicBezTo>
                    <a:pt x="48990" y="172712"/>
                    <a:pt x="41133" y="179644"/>
                    <a:pt x="30503" y="178720"/>
                  </a:cubicBezTo>
                  <a:cubicBezTo>
                    <a:pt x="20336" y="177795"/>
                    <a:pt x="9706" y="172712"/>
                    <a:pt x="0" y="169939"/>
                  </a:cubicBezTo>
                  <a:cubicBezTo>
                    <a:pt x="12016" y="147292"/>
                    <a:pt x="38360" y="170401"/>
                    <a:pt x="49452" y="155149"/>
                  </a:cubicBezTo>
                  <a:cubicBezTo>
                    <a:pt x="63317" y="135738"/>
                    <a:pt x="11092" y="121873"/>
                    <a:pt x="4160" y="103848"/>
                  </a:cubicBezTo>
                  <a:cubicBezTo>
                    <a:pt x="-6933" y="72883"/>
                    <a:pt x="17100" y="58094"/>
                    <a:pt x="33738" y="86748"/>
                  </a:cubicBezTo>
                  <a:cubicBezTo>
                    <a:pt x="39284" y="95992"/>
                    <a:pt x="36973" y="102924"/>
                    <a:pt x="47603" y="105235"/>
                  </a:cubicBezTo>
                  <a:cubicBezTo>
                    <a:pt x="57309" y="107084"/>
                    <a:pt x="64242" y="93681"/>
                    <a:pt x="74409" y="96454"/>
                  </a:cubicBezTo>
                  <a:cubicBezTo>
                    <a:pt x="74409" y="108470"/>
                    <a:pt x="71174" y="120487"/>
                    <a:pt x="71174" y="132503"/>
                  </a:cubicBezTo>
                  <a:cubicBezTo>
                    <a:pt x="70712" y="152838"/>
                    <a:pt x="71174" y="146830"/>
                    <a:pt x="86426" y="153301"/>
                  </a:cubicBezTo>
                  <a:cubicBezTo>
                    <a:pt x="91972" y="155611"/>
                    <a:pt x="94745" y="152838"/>
                    <a:pt x="100291" y="156998"/>
                  </a:cubicBezTo>
                  <a:cubicBezTo>
                    <a:pt x="106761" y="162082"/>
                    <a:pt x="107685" y="174560"/>
                    <a:pt x="114156" y="180106"/>
                  </a:cubicBezTo>
                  <a:cubicBezTo>
                    <a:pt x="128483" y="192585"/>
                    <a:pt x="134953" y="188888"/>
                    <a:pt x="139113" y="172712"/>
                  </a:cubicBezTo>
                  <a:cubicBezTo>
                    <a:pt x="141424" y="164393"/>
                    <a:pt x="141886" y="150990"/>
                    <a:pt x="136802" y="143595"/>
                  </a:cubicBezTo>
                  <a:cubicBezTo>
                    <a:pt x="132642" y="137587"/>
                    <a:pt x="125710" y="137587"/>
                    <a:pt x="122013" y="132503"/>
                  </a:cubicBezTo>
                  <a:cubicBezTo>
                    <a:pt x="112769" y="119100"/>
                    <a:pt x="122013" y="105235"/>
                    <a:pt x="117853" y="90446"/>
                  </a:cubicBezTo>
                  <a:cubicBezTo>
                    <a:pt x="112307" y="68724"/>
                    <a:pt x="92896" y="54396"/>
                    <a:pt x="104912" y="28977"/>
                  </a:cubicBezTo>
                  <a:cubicBezTo>
                    <a:pt x="110458" y="16499"/>
                    <a:pt x="130332" y="-4299"/>
                    <a:pt x="143734" y="785"/>
                  </a:cubicBezTo>
                  <a:cubicBezTo>
                    <a:pt x="143734" y="12339"/>
                    <a:pt x="125248" y="35910"/>
                    <a:pt x="134953" y="47002"/>
                  </a:cubicBezTo>
                  <a:cubicBezTo>
                    <a:pt x="145121" y="58556"/>
                    <a:pt x="158986" y="38221"/>
                    <a:pt x="169616" y="41918"/>
                  </a:cubicBezTo>
                  <a:cubicBezTo>
                    <a:pt x="189027" y="48850"/>
                    <a:pt x="164532" y="73808"/>
                    <a:pt x="157137" y="81202"/>
                  </a:cubicBezTo>
                  <a:cubicBezTo>
                    <a:pt x="152978" y="85362"/>
                    <a:pt x="139113" y="91832"/>
                    <a:pt x="139575" y="99689"/>
                  </a:cubicBezTo>
                  <a:cubicBezTo>
                    <a:pt x="140037" y="104311"/>
                    <a:pt x="146507" y="104311"/>
                    <a:pt x="147432" y="107084"/>
                  </a:cubicBezTo>
                  <a:cubicBezTo>
                    <a:pt x="149280" y="110781"/>
                    <a:pt x="156213" y="111243"/>
                    <a:pt x="158524" y="117251"/>
                  </a:cubicBezTo>
                  <a:cubicBezTo>
                    <a:pt x="161759" y="126033"/>
                    <a:pt x="152053" y="137587"/>
                    <a:pt x="152978" y="146830"/>
                  </a:cubicBezTo>
                  <a:cubicBezTo>
                    <a:pt x="154364" y="157922"/>
                    <a:pt x="166381" y="173636"/>
                    <a:pt x="180708" y="167628"/>
                  </a:cubicBezTo>
                  <a:cubicBezTo>
                    <a:pt x="200581" y="159771"/>
                    <a:pt x="183481" y="125570"/>
                    <a:pt x="187178" y="112167"/>
                  </a:cubicBezTo>
                  <a:cubicBezTo>
                    <a:pt x="191338" y="96454"/>
                    <a:pt x="218606" y="83513"/>
                    <a:pt x="233395" y="84437"/>
                  </a:cubicBezTo>
                  <a:cubicBezTo>
                    <a:pt x="234319" y="100613"/>
                    <a:pt x="220454" y="116789"/>
                    <a:pt x="219530" y="133889"/>
                  </a:cubicBezTo>
                  <a:cubicBezTo>
                    <a:pt x="226000" y="135738"/>
                    <a:pt x="232933" y="135276"/>
                    <a:pt x="239865" y="133427"/>
                  </a:cubicBezTo>
                  <a:cubicBezTo>
                    <a:pt x="223690" y="160695"/>
                    <a:pt x="230160" y="187963"/>
                    <a:pt x="261587" y="161157"/>
                  </a:cubicBezTo>
                  <a:cubicBezTo>
                    <a:pt x="279612" y="145906"/>
                    <a:pt x="293477" y="116789"/>
                    <a:pt x="318434" y="111243"/>
                  </a:cubicBezTo>
                  <a:cubicBezTo>
                    <a:pt x="346626" y="104773"/>
                    <a:pt x="356794" y="129730"/>
                    <a:pt x="351248" y="153763"/>
                  </a:cubicBezTo>
                  <a:cubicBezTo>
                    <a:pt x="347088" y="171325"/>
                    <a:pt x="336921" y="183804"/>
                    <a:pt x="318434" y="182879"/>
                  </a:cubicBezTo>
                  <a:cubicBezTo>
                    <a:pt x="310577" y="182417"/>
                    <a:pt x="302258" y="172712"/>
                    <a:pt x="297637" y="172712"/>
                  </a:cubicBezTo>
                  <a:cubicBezTo>
                    <a:pt x="278688" y="172712"/>
                    <a:pt x="269444" y="207374"/>
                    <a:pt x="244949" y="208298"/>
                  </a:cubicBezTo>
                  <a:cubicBezTo>
                    <a:pt x="222303" y="209223"/>
                    <a:pt x="197808" y="177795"/>
                    <a:pt x="178397" y="187963"/>
                  </a:cubicBezTo>
                  <a:cubicBezTo>
                    <a:pt x="154364" y="200904"/>
                    <a:pt x="161297" y="228172"/>
                    <a:pt x="164532" y="247121"/>
                  </a:cubicBezTo>
                  <a:cubicBezTo>
                    <a:pt x="168229" y="267918"/>
                    <a:pt x="161297" y="262835"/>
                    <a:pt x="142348" y="257288"/>
                  </a:cubicBezTo>
                  <a:cubicBezTo>
                    <a:pt x="137264" y="254978"/>
                    <a:pt x="128483" y="252204"/>
                    <a:pt x="121088" y="248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27"/>
            <p:cNvSpPr/>
            <p:nvPr/>
          </p:nvSpPr>
          <p:spPr>
            <a:xfrm>
              <a:off x="109404" y="3532302"/>
              <a:ext cx="196936" cy="1083088"/>
            </a:xfrm>
            <a:custGeom>
              <a:rect b="b" l="l" r="r" t="t"/>
              <a:pathLst>
                <a:path extrusionOk="0" h="492873" w="89618">
                  <a:moveTo>
                    <a:pt x="35545" y="0"/>
                  </a:moveTo>
                  <a:cubicBezTo>
                    <a:pt x="23066" y="10630"/>
                    <a:pt x="19369" y="33276"/>
                    <a:pt x="14285" y="48528"/>
                  </a:cubicBezTo>
                  <a:cubicBezTo>
                    <a:pt x="3193" y="81804"/>
                    <a:pt x="-9748" y="117391"/>
                    <a:pt x="11050" y="149280"/>
                  </a:cubicBezTo>
                  <a:cubicBezTo>
                    <a:pt x="24915" y="170540"/>
                    <a:pt x="42477" y="183019"/>
                    <a:pt x="37856" y="210287"/>
                  </a:cubicBezTo>
                  <a:cubicBezTo>
                    <a:pt x="33234" y="236168"/>
                    <a:pt x="9663" y="254193"/>
                    <a:pt x="12898" y="282847"/>
                  </a:cubicBezTo>
                  <a:cubicBezTo>
                    <a:pt x="15209" y="302720"/>
                    <a:pt x="30461" y="316585"/>
                    <a:pt x="31847" y="336921"/>
                  </a:cubicBezTo>
                  <a:cubicBezTo>
                    <a:pt x="33234" y="358180"/>
                    <a:pt x="23991" y="377592"/>
                    <a:pt x="18445" y="397003"/>
                  </a:cubicBezTo>
                  <a:cubicBezTo>
                    <a:pt x="5966" y="437673"/>
                    <a:pt x="16596" y="449228"/>
                    <a:pt x="33696" y="482504"/>
                  </a:cubicBezTo>
                  <a:cubicBezTo>
                    <a:pt x="47561" y="488050"/>
                    <a:pt x="74367" y="494058"/>
                    <a:pt x="89618" y="492671"/>
                  </a:cubicBezTo>
                  <a:cubicBezTo>
                    <a:pt x="78526" y="478344"/>
                    <a:pt x="64199" y="460320"/>
                    <a:pt x="57267" y="442757"/>
                  </a:cubicBezTo>
                  <a:cubicBezTo>
                    <a:pt x="48485" y="421498"/>
                    <a:pt x="56342" y="406246"/>
                    <a:pt x="63275" y="384986"/>
                  </a:cubicBezTo>
                  <a:cubicBezTo>
                    <a:pt x="71132" y="360029"/>
                    <a:pt x="75291" y="339694"/>
                    <a:pt x="63275" y="316123"/>
                  </a:cubicBezTo>
                  <a:cubicBezTo>
                    <a:pt x="54494" y="298561"/>
                    <a:pt x="42015" y="288855"/>
                    <a:pt x="42015" y="268982"/>
                  </a:cubicBezTo>
                  <a:cubicBezTo>
                    <a:pt x="42015" y="241714"/>
                    <a:pt x="63737" y="219530"/>
                    <a:pt x="64661" y="191338"/>
                  </a:cubicBezTo>
                  <a:cubicBezTo>
                    <a:pt x="65123" y="167305"/>
                    <a:pt x="55418" y="154826"/>
                    <a:pt x="42015" y="136340"/>
                  </a:cubicBezTo>
                  <a:cubicBezTo>
                    <a:pt x="26301" y="114156"/>
                    <a:pt x="17058" y="90123"/>
                    <a:pt x="18907" y="62393"/>
                  </a:cubicBezTo>
                  <a:cubicBezTo>
                    <a:pt x="20755" y="41595"/>
                    <a:pt x="29999" y="19873"/>
                    <a:pt x="355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27"/>
            <p:cNvSpPr/>
            <p:nvPr/>
          </p:nvSpPr>
          <p:spPr>
            <a:xfrm>
              <a:off x="217968" y="3427526"/>
              <a:ext cx="258336" cy="1244128"/>
            </a:xfrm>
            <a:custGeom>
              <a:rect b="b" l="l" r="r" t="t"/>
              <a:pathLst>
                <a:path extrusionOk="0" h="566156" w="117559">
                  <a:moveTo>
                    <a:pt x="50926" y="0"/>
                  </a:moveTo>
                  <a:cubicBezTo>
                    <a:pt x="23196" y="18025"/>
                    <a:pt x="1474" y="52687"/>
                    <a:pt x="88" y="85963"/>
                  </a:cubicBezTo>
                  <a:cubicBezTo>
                    <a:pt x="-1761" y="130332"/>
                    <a:pt x="25969" y="140037"/>
                    <a:pt x="47691" y="171927"/>
                  </a:cubicBezTo>
                  <a:cubicBezTo>
                    <a:pt x="69413" y="204278"/>
                    <a:pt x="51388" y="232471"/>
                    <a:pt x="40296" y="265747"/>
                  </a:cubicBezTo>
                  <a:cubicBezTo>
                    <a:pt x="35213" y="280998"/>
                    <a:pt x="29667" y="296250"/>
                    <a:pt x="37523" y="311964"/>
                  </a:cubicBezTo>
                  <a:cubicBezTo>
                    <a:pt x="43994" y="325366"/>
                    <a:pt x="62943" y="331375"/>
                    <a:pt x="65716" y="347088"/>
                  </a:cubicBezTo>
                  <a:cubicBezTo>
                    <a:pt x="70337" y="372046"/>
                    <a:pt x="36599" y="399776"/>
                    <a:pt x="36137" y="427044"/>
                  </a:cubicBezTo>
                  <a:cubicBezTo>
                    <a:pt x="36137" y="439060"/>
                    <a:pt x="42145" y="449690"/>
                    <a:pt x="41683" y="462168"/>
                  </a:cubicBezTo>
                  <a:cubicBezTo>
                    <a:pt x="41221" y="475109"/>
                    <a:pt x="34750" y="486663"/>
                    <a:pt x="31053" y="498680"/>
                  </a:cubicBezTo>
                  <a:cubicBezTo>
                    <a:pt x="19037" y="538888"/>
                    <a:pt x="61094" y="554140"/>
                    <a:pt x="88824" y="566156"/>
                  </a:cubicBezTo>
                  <a:cubicBezTo>
                    <a:pt x="75421" y="546283"/>
                    <a:pt x="73573" y="530107"/>
                    <a:pt x="84665" y="508385"/>
                  </a:cubicBezTo>
                  <a:cubicBezTo>
                    <a:pt x="91135" y="494982"/>
                    <a:pt x="98067" y="490361"/>
                    <a:pt x="96681" y="474185"/>
                  </a:cubicBezTo>
                  <a:cubicBezTo>
                    <a:pt x="95757" y="460782"/>
                    <a:pt x="84202" y="452001"/>
                    <a:pt x="82354" y="439522"/>
                  </a:cubicBezTo>
                  <a:cubicBezTo>
                    <a:pt x="75883" y="403935"/>
                    <a:pt x="126722" y="379902"/>
                    <a:pt x="116092" y="339232"/>
                  </a:cubicBezTo>
                  <a:cubicBezTo>
                    <a:pt x="107773" y="307804"/>
                    <a:pt x="74035" y="299023"/>
                    <a:pt x="77270" y="262974"/>
                  </a:cubicBezTo>
                  <a:cubicBezTo>
                    <a:pt x="80967" y="223227"/>
                    <a:pt x="109622" y="185792"/>
                    <a:pt x="84665" y="148356"/>
                  </a:cubicBezTo>
                  <a:cubicBezTo>
                    <a:pt x="66640" y="121550"/>
                    <a:pt x="43532" y="105374"/>
                    <a:pt x="38910" y="72098"/>
                  </a:cubicBezTo>
                  <a:cubicBezTo>
                    <a:pt x="34750" y="46217"/>
                    <a:pt x="41221" y="22184"/>
                    <a:pt x="50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27"/>
            <p:cNvSpPr/>
            <p:nvPr/>
          </p:nvSpPr>
          <p:spPr>
            <a:xfrm>
              <a:off x="478772" y="3629958"/>
              <a:ext cx="157058" cy="1079599"/>
            </a:xfrm>
            <a:custGeom>
              <a:rect b="b" l="l" r="r" t="t"/>
              <a:pathLst>
                <a:path extrusionOk="0" h="491285" w="71471">
                  <a:moveTo>
                    <a:pt x="57226" y="491285"/>
                  </a:moveTo>
                  <a:cubicBezTo>
                    <a:pt x="44747" y="481579"/>
                    <a:pt x="20252" y="485739"/>
                    <a:pt x="8236" y="476033"/>
                  </a:cubicBezTo>
                  <a:cubicBezTo>
                    <a:pt x="-18107" y="454312"/>
                    <a:pt x="28572" y="406708"/>
                    <a:pt x="12858" y="375743"/>
                  </a:cubicBezTo>
                  <a:cubicBezTo>
                    <a:pt x="2228" y="354021"/>
                    <a:pt x="-545" y="352635"/>
                    <a:pt x="9160" y="326753"/>
                  </a:cubicBezTo>
                  <a:cubicBezTo>
                    <a:pt x="17017" y="305956"/>
                    <a:pt x="38739" y="283309"/>
                    <a:pt x="35042" y="260201"/>
                  </a:cubicBezTo>
                  <a:cubicBezTo>
                    <a:pt x="31345" y="235244"/>
                    <a:pt x="3614" y="219992"/>
                    <a:pt x="1304" y="195035"/>
                  </a:cubicBezTo>
                  <a:cubicBezTo>
                    <a:pt x="-1469" y="167305"/>
                    <a:pt x="29496" y="156213"/>
                    <a:pt x="30882" y="133105"/>
                  </a:cubicBezTo>
                  <a:cubicBezTo>
                    <a:pt x="32269" y="109996"/>
                    <a:pt x="-1932" y="101215"/>
                    <a:pt x="1304" y="73947"/>
                  </a:cubicBezTo>
                  <a:cubicBezTo>
                    <a:pt x="4539" y="47141"/>
                    <a:pt x="20252" y="22646"/>
                    <a:pt x="33655" y="0"/>
                  </a:cubicBezTo>
                  <a:cubicBezTo>
                    <a:pt x="25798" y="18487"/>
                    <a:pt x="19328" y="43444"/>
                    <a:pt x="23950" y="62855"/>
                  </a:cubicBezTo>
                  <a:cubicBezTo>
                    <a:pt x="30882" y="91509"/>
                    <a:pt x="60461" y="103526"/>
                    <a:pt x="66007" y="130794"/>
                  </a:cubicBezTo>
                  <a:cubicBezTo>
                    <a:pt x="69704" y="148818"/>
                    <a:pt x="57688" y="162683"/>
                    <a:pt x="50293" y="177935"/>
                  </a:cubicBezTo>
                  <a:cubicBezTo>
                    <a:pt x="42437" y="193649"/>
                    <a:pt x="44285" y="196422"/>
                    <a:pt x="53529" y="211211"/>
                  </a:cubicBezTo>
                  <a:cubicBezTo>
                    <a:pt x="73402" y="244025"/>
                    <a:pt x="78486" y="268520"/>
                    <a:pt x="59999" y="302258"/>
                  </a:cubicBezTo>
                  <a:cubicBezTo>
                    <a:pt x="43361" y="332761"/>
                    <a:pt x="51218" y="340618"/>
                    <a:pt x="60461" y="369735"/>
                  </a:cubicBezTo>
                  <a:cubicBezTo>
                    <a:pt x="66932" y="390070"/>
                    <a:pt x="49831" y="409943"/>
                    <a:pt x="47058" y="429817"/>
                  </a:cubicBezTo>
                  <a:cubicBezTo>
                    <a:pt x="43361" y="451539"/>
                    <a:pt x="51680" y="471874"/>
                    <a:pt x="57226" y="4912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27"/>
            <p:cNvSpPr/>
            <p:nvPr/>
          </p:nvSpPr>
          <p:spPr>
            <a:xfrm>
              <a:off x="-80924" y="4493159"/>
              <a:ext cx="3136217" cy="714423"/>
            </a:xfrm>
            <a:custGeom>
              <a:rect b="b" l="l" r="r" t="t"/>
              <a:pathLst>
                <a:path extrusionOk="0" h="325107" w="1427175">
                  <a:moveTo>
                    <a:pt x="10630" y="2514"/>
                  </a:moveTo>
                  <a:cubicBezTo>
                    <a:pt x="10630" y="2514"/>
                    <a:pt x="86888" y="-11813"/>
                    <a:pt x="195497" y="27934"/>
                  </a:cubicBezTo>
                  <a:cubicBezTo>
                    <a:pt x="304107" y="67680"/>
                    <a:pt x="441833" y="165660"/>
                    <a:pt x="525023" y="179987"/>
                  </a:cubicBezTo>
                  <a:cubicBezTo>
                    <a:pt x="608214" y="194314"/>
                    <a:pt x="966856" y="194314"/>
                    <a:pt x="1104582" y="212801"/>
                  </a:cubicBezTo>
                  <a:cubicBezTo>
                    <a:pt x="1242308" y="230826"/>
                    <a:pt x="1427176" y="299688"/>
                    <a:pt x="1427176" y="299688"/>
                  </a:cubicBezTo>
                  <a:lnTo>
                    <a:pt x="0" y="325108"/>
                  </a:lnTo>
                  <a:lnTo>
                    <a:pt x="10630" y="25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3" name="Google Shape;493;p27"/>
          <p:cNvGrpSpPr/>
          <p:nvPr/>
        </p:nvGrpSpPr>
        <p:grpSpPr>
          <a:xfrm>
            <a:off x="314675" y="264900"/>
            <a:ext cx="8627400" cy="2492950"/>
            <a:chOff x="314675" y="264900"/>
            <a:chExt cx="8627400" cy="2492950"/>
          </a:xfrm>
        </p:grpSpPr>
        <p:sp>
          <p:nvSpPr>
            <p:cNvPr id="494" name="Google Shape;494;p27"/>
            <p:cNvSpPr/>
            <p:nvPr/>
          </p:nvSpPr>
          <p:spPr>
            <a:xfrm>
              <a:off x="314675" y="1958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8362375" y="8328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96" name="Google Shape;496;p27"/>
            <p:cNvSpPr/>
            <p:nvPr/>
          </p:nvSpPr>
          <p:spPr>
            <a:xfrm>
              <a:off x="2418725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497" name="Google Shape;497;p27"/>
            <p:cNvSpPr/>
            <p:nvPr/>
          </p:nvSpPr>
          <p:spPr>
            <a:xfrm>
              <a:off x="8835575" y="26513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  <p:sp>
        <p:nvSpPr>
          <p:cNvPr id="498" name="Google Shape;498;p27"/>
          <p:cNvSpPr txBox="1"/>
          <p:nvPr>
            <p:ph type="title"/>
          </p:nvPr>
        </p:nvSpPr>
        <p:spPr>
          <a:xfrm>
            <a:off x="1466725" y="1411850"/>
            <a:ext cx="4305300" cy="62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7"/>
          <p:cNvSpPr txBox="1"/>
          <p:nvPr>
            <p:ph idx="1" type="subTitle"/>
          </p:nvPr>
        </p:nvSpPr>
        <p:spPr>
          <a:xfrm>
            <a:off x="1466725" y="2033350"/>
            <a:ext cx="4305300" cy="16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500" name="Google Shape;500;p27"/>
          <p:cNvGrpSpPr/>
          <p:nvPr/>
        </p:nvGrpSpPr>
        <p:grpSpPr>
          <a:xfrm flipH="1">
            <a:off x="7041625" y="3305810"/>
            <a:ext cx="2249733" cy="2019987"/>
            <a:chOff x="-98100" y="3426560"/>
            <a:chExt cx="2249733" cy="2019987"/>
          </a:xfrm>
        </p:grpSpPr>
        <p:grpSp>
          <p:nvGrpSpPr>
            <p:cNvPr id="501" name="Google Shape;501;p27"/>
            <p:cNvGrpSpPr/>
            <p:nvPr/>
          </p:nvGrpSpPr>
          <p:grpSpPr>
            <a:xfrm>
              <a:off x="1028389" y="4100655"/>
              <a:ext cx="1123244" cy="1280338"/>
              <a:chOff x="2678489" y="3277780"/>
              <a:chExt cx="1123244" cy="1280338"/>
            </a:xfrm>
          </p:grpSpPr>
          <p:sp>
            <p:nvSpPr>
              <p:cNvPr id="502" name="Google Shape;502;p27"/>
              <p:cNvSpPr/>
              <p:nvPr/>
            </p:nvSpPr>
            <p:spPr>
              <a:xfrm>
                <a:off x="2678489" y="3277780"/>
                <a:ext cx="1123244" cy="1280338"/>
              </a:xfrm>
              <a:custGeom>
                <a:rect b="b" l="l" r="r" t="t"/>
                <a:pathLst>
                  <a:path extrusionOk="0" h="584629" w="512897">
                    <a:moveTo>
                      <a:pt x="8482" y="581369"/>
                    </a:moveTo>
                    <a:cubicBezTo>
                      <a:pt x="-4559" y="552958"/>
                      <a:pt x="-3162" y="516629"/>
                      <a:pt x="16865" y="491478"/>
                    </a:cubicBezTo>
                    <a:cubicBezTo>
                      <a:pt x="31770" y="472848"/>
                      <a:pt x="56455" y="459806"/>
                      <a:pt x="65770" y="436984"/>
                    </a:cubicBezTo>
                    <a:cubicBezTo>
                      <a:pt x="78346" y="406244"/>
                      <a:pt x="68099" y="368052"/>
                      <a:pt x="55989" y="338243"/>
                    </a:cubicBezTo>
                    <a:cubicBezTo>
                      <a:pt x="49003" y="321942"/>
                      <a:pt x="42482" y="312627"/>
                      <a:pt x="47140" y="294928"/>
                    </a:cubicBezTo>
                    <a:cubicBezTo>
                      <a:pt x="52263" y="276298"/>
                      <a:pt x="67633" y="258133"/>
                      <a:pt x="88126" y="256270"/>
                    </a:cubicBezTo>
                    <a:cubicBezTo>
                      <a:pt x="150072" y="249749"/>
                      <a:pt x="128647" y="341038"/>
                      <a:pt x="124921" y="374572"/>
                    </a:cubicBezTo>
                    <a:cubicBezTo>
                      <a:pt x="122593" y="395532"/>
                      <a:pt x="114209" y="433724"/>
                      <a:pt x="140757" y="442573"/>
                    </a:cubicBezTo>
                    <a:cubicBezTo>
                      <a:pt x="167305" y="451423"/>
                      <a:pt x="204100" y="434655"/>
                      <a:pt x="219936" y="414162"/>
                    </a:cubicBezTo>
                    <a:cubicBezTo>
                      <a:pt x="259991" y="361997"/>
                      <a:pt x="246950" y="291668"/>
                      <a:pt x="221333" y="236242"/>
                    </a:cubicBezTo>
                    <a:cubicBezTo>
                      <a:pt x="196648" y="181749"/>
                      <a:pt x="153333" y="119803"/>
                      <a:pt x="168703" y="57857"/>
                    </a:cubicBezTo>
                    <a:cubicBezTo>
                      <a:pt x="174292" y="35500"/>
                      <a:pt x="191990" y="-2226"/>
                      <a:pt x="220868" y="103"/>
                    </a:cubicBezTo>
                    <a:cubicBezTo>
                      <a:pt x="253005" y="2432"/>
                      <a:pt x="259991" y="35500"/>
                      <a:pt x="259525" y="61117"/>
                    </a:cubicBezTo>
                    <a:cubicBezTo>
                      <a:pt x="259060" y="83939"/>
                      <a:pt x="249279" y="123529"/>
                      <a:pt x="268841" y="141693"/>
                    </a:cubicBezTo>
                    <a:cubicBezTo>
                      <a:pt x="282813" y="154735"/>
                      <a:pt x="301910" y="149146"/>
                      <a:pt x="316348" y="141228"/>
                    </a:cubicBezTo>
                    <a:cubicBezTo>
                      <a:pt x="339170" y="129118"/>
                      <a:pt x="400185" y="71364"/>
                      <a:pt x="416020" y="127255"/>
                    </a:cubicBezTo>
                    <a:cubicBezTo>
                      <a:pt x="422541" y="150077"/>
                      <a:pt x="397390" y="166379"/>
                      <a:pt x="385280" y="182214"/>
                    </a:cubicBezTo>
                    <a:cubicBezTo>
                      <a:pt x="364321" y="208763"/>
                      <a:pt x="355937" y="238571"/>
                      <a:pt x="345225" y="270243"/>
                    </a:cubicBezTo>
                    <a:cubicBezTo>
                      <a:pt x="329855" y="315887"/>
                      <a:pt x="277224" y="354079"/>
                      <a:pt x="274430" y="403449"/>
                    </a:cubicBezTo>
                    <a:cubicBezTo>
                      <a:pt x="271169" y="464930"/>
                      <a:pt x="360129" y="397860"/>
                      <a:pt x="376431" y="381559"/>
                    </a:cubicBezTo>
                    <a:cubicBezTo>
                      <a:pt x="395061" y="362463"/>
                      <a:pt x="408102" y="340572"/>
                      <a:pt x="429993" y="324737"/>
                    </a:cubicBezTo>
                    <a:cubicBezTo>
                      <a:pt x="449555" y="310764"/>
                      <a:pt x="480761" y="300051"/>
                      <a:pt x="501254" y="319147"/>
                    </a:cubicBezTo>
                    <a:cubicBezTo>
                      <a:pt x="523145" y="339175"/>
                      <a:pt x="509638" y="376901"/>
                      <a:pt x="497528" y="398792"/>
                    </a:cubicBezTo>
                    <a:cubicBezTo>
                      <a:pt x="479829" y="431395"/>
                      <a:pt x="451884" y="451423"/>
                      <a:pt x="420212" y="469122"/>
                    </a:cubicBezTo>
                    <a:cubicBezTo>
                      <a:pt x="386678" y="487752"/>
                      <a:pt x="340568" y="498930"/>
                      <a:pt x="301910" y="497998"/>
                    </a:cubicBezTo>
                    <a:cubicBezTo>
                      <a:pt x="283279" y="497533"/>
                      <a:pt x="266512" y="497533"/>
                      <a:pt x="248347" y="498464"/>
                    </a:cubicBezTo>
                    <a:cubicBezTo>
                      <a:pt x="232046" y="499396"/>
                      <a:pt x="216676" y="492875"/>
                      <a:pt x="200374" y="492875"/>
                    </a:cubicBezTo>
                    <a:cubicBezTo>
                      <a:pt x="155661" y="492875"/>
                      <a:pt x="95113" y="508245"/>
                      <a:pt x="73222" y="550163"/>
                    </a:cubicBezTo>
                    <a:cubicBezTo>
                      <a:pt x="62976" y="569725"/>
                      <a:pt x="51332" y="584164"/>
                      <a:pt x="28509" y="584630"/>
                    </a:cubicBezTo>
                    <a:cubicBezTo>
                      <a:pt x="22920" y="584164"/>
                      <a:pt x="11276" y="583698"/>
                      <a:pt x="8482" y="5813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27"/>
              <p:cNvSpPr/>
              <p:nvPr/>
            </p:nvSpPr>
            <p:spPr>
              <a:xfrm>
                <a:off x="3342800" y="3770721"/>
                <a:ext cx="46919" cy="45900"/>
              </a:xfrm>
              <a:custGeom>
                <a:rect b="b" l="l" r="r" t="t"/>
                <a:pathLst>
                  <a:path extrusionOk="0" h="20959" w="21424">
                    <a:moveTo>
                      <a:pt x="20959" y="7452"/>
                    </a:moveTo>
                    <a:cubicBezTo>
                      <a:pt x="20493" y="5589"/>
                      <a:pt x="19562" y="4192"/>
                      <a:pt x="18165" y="2794"/>
                    </a:cubicBezTo>
                    <a:lnTo>
                      <a:pt x="15836" y="1397"/>
                    </a:lnTo>
                    <a:cubicBezTo>
                      <a:pt x="14438" y="466"/>
                      <a:pt x="12576" y="0"/>
                      <a:pt x="10712" y="0"/>
                    </a:cubicBezTo>
                    <a:cubicBezTo>
                      <a:pt x="9315" y="0"/>
                      <a:pt x="7918" y="466"/>
                      <a:pt x="6521" y="932"/>
                    </a:cubicBezTo>
                    <a:cubicBezTo>
                      <a:pt x="5123" y="1397"/>
                      <a:pt x="4192" y="1863"/>
                      <a:pt x="3260" y="3260"/>
                    </a:cubicBezTo>
                    <a:cubicBezTo>
                      <a:pt x="2329" y="4192"/>
                      <a:pt x="1397" y="5123"/>
                      <a:pt x="932" y="6521"/>
                    </a:cubicBezTo>
                    <a:cubicBezTo>
                      <a:pt x="466" y="7918"/>
                      <a:pt x="0" y="9315"/>
                      <a:pt x="0" y="10712"/>
                    </a:cubicBezTo>
                    <a:lnTo>
                      <a:pt x="466" y="13507"/>
                    </a:lnTo>
                    <a:cubicBezTo>
                      <a:pt x="932" y="15370"/>
                      <a:pt x="1863" y="16767"/>
                      <a:pt x="3260" y="18165"/>
                    </a:cubicBezTo>
                    <a:lnTo>
                      <a:pt x="5589" y="19562"/>
                    </a:lnTo>
                    <a:cubicBezTo>
                      <a:pt x="6986" y="20493"/>
                      <a:pt x="8850" y="20959"/>
                      <a:pt x="10712" y="20959"/>
                    </a:cubicBezTo>
                    <a:cubicBezTo>
                      <a:pt x="12110" y="20959"/>
                      <a:pt x="13507" y="20493"/>
                      <a:pt x="14904" y="20028"/>
                    </a:cubicBezTo>
                    <a:cubicBezTo>
                      <a:pt x="16302" y="19562"/>
                      <a:pt x="17233" y="19096"/>
                      <a:pt x="18165" y="17699"/>
                    </a:cubicBezTo>
                    <a:cubicBezTo>
                      <a:pt x="19096" y="16767"/>
                      <a:pt x="20028" y="15836"/>
                      <a:pt x="20493" y="14438"/>
                    </a:cubicBezTo>
                    <a:cubicBezTo>
                      <a:pt x="20959" y="13041"/>
                      <a:pt x="21425" y="11644"/>
                      <a:pt x="21425" y="10247"/>
                    </a:cubicBezTo>
                    <a:lnTo>
                      <a:pt x="20959" y="745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27"/>
              <p:cNvSpPr/>
              <p:nvPr/>
            </p:nvSpPr>
            <p:spPr>
              <a:xfrm>
                <a:off x="3386919" y="3642185"/>
                <a:ext cx="37869" cy="38759"/>
              </a:xfrm>
              <a:custGeom>
                <a:rect b="b" l="l" r="r" t="t"/>
                <a:pathLst>
                  <a:path extrusionOk="0" h="17698" w="17292">
                    <a:moveTo>
                      <a:pt x="8733" y="0"/>
                    </a:moveTo>
                    <a:cubicBezTo>
                      <a:pt x="-2911" y="0"/>
                      <a:pt x="-2911" y="17699"/>
                      <a:pt x="8733" y="17699"/>
                    </a:cubicBezTo>
                    <a:cubicBezTo>
                      <a:pt x="19911" y="17699"/>
                      <a:pt x="20377" y="0"/>
                      <a:pt x="87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27"/>
              <p:cNvSpPr/>
              <p:nvPr/>
            </p:nvSpPr>
            <p:spPr>
              <a:xfrm>
                <a:off x="3487657" y="3557516"/>
                <a:ext cx="52019" cy="53040"/>
              </a:xfrm>
              <a:custGeom>
                <a:rect b="b" l="l" r="r" t="t"/>
                <a:pathLst>
                  <a:path extrusionOk="0" h="24219" w="23753">
                    <a:moveTo>
                      <a:pt x="23288" y="9315"/>
                    </a:moveTo>
                    <a:cubicBezTo>
                      <a:pt x="22822" y="7452"/>
                      <a:pt x="21425" y="5589"/>
                      <a:pt x="20028" y="3726"/>
                    </a:cubicBezTo>
                    <a:cubicBezTo>
                      <a:pt x="19096" y="3260"/>
                      <a:pt x="18164" y="2329"/>
                      <a:pt x="17699" y="1863"/>
                    </a:cubicBezTo>
                    <a:cubicBezTo>
                      <a:pt x="15836" y="932"/>
                      <a:pt x="13507" y="0"/>
                      <a:pt x="11644" y="0"/>
                    </a:cubicBezTo>
                    <a:cubicBezTo>
                      <a:pt x="9781" y="0"/>
                      <a:pt x="8384" y="466"/>
                      <a:pt x="6986" y="932"/>
                    </a:cubicBezTo>
                    <a:cubicBezTo>
                      <a:pt x="5589" y="1398"/>
                      <a:pt x="4192" y="2329"/>
                      <a:pt x="3260" y="3260"/>
                    </a:cubicBezTo>
                    <a:cubicBezTo>
                      <a:pt x="1863" y="4192"/>
                      <a:pt x="1397" y="5589"/>
                      <a:pt x="932" y="6986"/>
                    </a:cubicBezTo>
                    <a:cubicBezTo>
                      <a:pt x="0" y="8384"/>
                      <a:pt x="0" y="10247"/>
                      <a:pt x="0" y="11644"/>
                    </a:cubicBezTo>
                    <a:cubicBezTo>
                      <a:pt x="0" y="12576"/>
                      <a:pt x="466" y="13973"/>
                      <a:pt x="466" y="14904"/>
                    </a:cubicBezTo>
                    <a:cubicBezTo>
                      <a:pt x="932" y="16767"/>
                      <a:pt x="2329" y="18630"/>
                      <a:pt x="3726" y="20493"/>
                    </a:cubicBezTo>
                    <a:cubicBezTo>
                      <a:pt x="4658" y="20959"/>
                      <a:pt x="5589" y="21891"/>
                      <a:pt x="6055" y="22357"/>
                    </a:cubicBezTo>
                    <a:cubicBezTo>
                      <a:pt x="7918" y="23288"/>
                      <a:pt x="10247" y="24219"/>
                      <a:pt x="12110" y="24219"/>
                    </a:cubicBezTo>
                    <a:cubicBezTo>
                      <a:pt x="13973" y="24219"/>
                      <a:pt x="15370" y="23754"/>
                      <a:pt x="16767" y="23288"/>
                    </a:cubicBezTo>
                    <a:cubicBezTo>
                      <a:pt x="18164" y="22822"/>
                      <a:pt x="19562" y="21891"/>
                      <a:pt x="20493" y="20959"/>
                    </a:cubicBezTo>
                    <a:cubicBezTo>
                      <a:pt x="21891" y="20028"/>
                      <a:pt x="22356" y="18630"/>
                      <a:pt x="22822" y="17233"/>
                    </a:cubicBezTo>
                    <a:cubicBezTo>
                      <a:pt x="23754" y="15836"/>
                      <a:pt x="23754" y="13973"/>
                      <a:pt x="23754" y="12576"/>
                    </a:cubicBezTo>
                    <a:cubicBezTo>
                      <a:pt x="23754" y="11178"/>
                      <a:pt x="23754" y="10247"/>
                      <a:pt x="23288" y="9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27"/>
              <p:cNvSpPr/>
              <p:nvPr/>
            </p:nvSpPr>
            <p:spPr>
              <a:xfrm>
                <a:off x="3238749" y="3693191"/>
                <a:ext cx="18359" cy="19379"/>
              </a:xfrm>
              <a:custGeom>
                <a:rect b="b" l="l" r="r" t="t"/>
                <a:pathLst>
                  <a:path extrusionOk="0" h="8849" w="8383">
                    <a:moveTo>
                      <a:pt x="4192" y="0"/>
                    </a:moveTo>
                    <a:cubicBezTo>
                      <a:pt x="-1397" y="0"/>
                      <a:pt x="-1397" y="8849"/>
                      <a:pt x="4192" y="8849"/>
                    </a:cubicBezTo>
                    <a:cubicBezTo>
                      <a:pt x="9781" y="8849"/>
                      <a:pt x="9781" y="0"/>
                      <a:pt x="419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27"/>
              <p:cNvSpPr/>
              <p:nvPr/>
            </p:nvSpPr>
            <p:spPr>
              <a:xfrm>
                <a:off x="3130615" y="3616682"/>
                <a:ext cx="27539" cy="27539"/>
              </a:xfrm>
              <a:custGeom>
                <a:rect b="b" l="l" r="r" t="t"/>
                <a:pathLst>
                  <a:path extrusionOk="0" h="12575" w="12575">
                    <a:moveTo>
                      <a:pt x="12576" y="4658"/>
                    </a:moveTo>
                    <a:cubicBezTo>
                      <a:pt x="12110" y="3726"/>
                      <a:pt x="11644" y="2794"/>
                      <a:pt x="10712" y="1863"/>
                    </a:cubicBezTo>
                    <a:cubicBezTo>
                      <a:pt x="10247" y="1397"/>
                      <a:pt x="9781" y="1397"/>
                      <a:pt x="9315" y="931"/>
                    </a:cubicBezTo>
                    <a:cubicBezTo>
                      <a:pt x="8384" y="466"/>
                      <a:pt x="7452" y="0"/>
                      <a:pt x="6055" y="0"/>
                    </a:cubicBezTo>
                    <a:cubicBezTo>
                      <a:pt x="5123" y="0"/>
                      <a:pt x="4192" y="0"/>
                      <a:pt x="3726" y="466"/>
                    </a:cubicBezTo>
                    <a:cubicBezTo>
                      <a:pt x="2794" y="931"/>
                      <a:pt x="2329" y="931"/>
                      <a:pt x="1863" y="1863"/>
                    </a:cubicBezTo>
                    <a:cubicBezTo>
                      <a:pt x="1397" y="2329"/>
                      <a:pt x="932" y="3260"/>
                      <a:pt x="466" y="3726"/>
                    </a:cubicBezTo>
                    <a:cubicBezTo>
                      <a:pt x="0" y="4658"/>
                      <a:pt x="0" y="5123"/>
                      <a:pt x="0" y="6055"/>
                    </a:cubicBezTo>
                    <a:cubicBezTo>
                      <a:pt x="0" y="6520"/>
                      <a:pt x="0" y="6986"/>
                      <a:pt x="0" y="7918"/>
                    </a:cubicBezTo>
                    <a:cubicBezTo>
                      <a:pt x="466" y="8849"/>
                      <a:pt x="932" y="9781"/>
                      <a:pt x="1863" y="10712"/>
                    </a:cubicBezTo>
                    <a:cubicBezTo>
                      <a:pt x="2329" y="11178"/>
                      <a:pt x="2794" y="11178"/>
                      <a:pt x="3260" y="11644"/>
                    </a:cubicBezTo>
                    <a:cubicBezTo>
                      <a:pt x="4192" y="12110"/>
                      <a:pt x="5123" y="12575"/>
                      <a:pt x="6520" y="12575"/>
                    </a:cubicBezTo>
                    <a:cubicBezTo>
                      <a:pt x="7452" y="12575"/>
                      <a:pt x="8384" y="12575"/>
                      <a:pt x="8849" y="12110"/>
                    </a:cubicBezTo>
                    <a:cubicBezTo>
                      <a:pt x="9781" y="11644"/>
                      <a:pt x="10247" y="11644"/>
                      <a:pt x="10712" y="10712"/>
                    </a:cubicBezTo>
                    <a:cubicBezTo>
                      <a:pt x="11178" y="10246"/>
                      <a:pt x="11644" y="9315"/>
                      <a:pt x="12110" y="8849"/>
                    </a:cubicBezTo>
                    <a:cubicBezTo>
                      <a:pt x="12576" y="7918"/>
                      <a:pt x="12576" y="7452"/>
                      <a:pt x="12576" y="6520"/>
                    </a:cubicBezTo>
                    <a:lnTo>
                      <a:pt x="12576" y="465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27"/>
              <p:cNvSpPr/>
              <p:nvPr/>
            </p:nvSpPr>
            <p:spPr>
              <a:xfrm>
                <a:off x="3166830" y="3448364"/>
                <a:ext cx="34044" cy="35699"/>
              </a:xfrm>
              <a:custGeom>
                <a:rect b="b" l="l" r="r" t="t"/>
                <a:pathLst>
                  <a:path extrusionOk="0" h="16301" w="15545">
                    <a:moveTo>
                      <a:pt x="7685" y="0"/>
                    </a:moveTo>
                    <a:cubicBezTo>
                      <a:pt x="-2562" y="0"/>
                      <a:pt x="-2562" y="16302"/>
                      <a:pt x="7685" y="16302"/>
                    </a:cubicBezTo>
                    <a:cubicBezTo>
                      <a:pt x="17932" y="16302"/>
                      <a:pt x="18397" y="0"/>
                      <a:pt x="76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27"/>
              <p:cNvSpPr/>
              <p:nvPr/>
            </p:nvSpPr>
            <p:spPr>
              <a:xfrm>
                <a:off x="3103073" y="3390218"/>
                <a:ext cx="21164" cy="21418"/>
              </a:xfrm>
              <a:custGeom>
                <a:rect b="b" l="l" r="r" t="t"/>
                <a:pathLst>
                  <a:path extrusionOk="0" h="9780" w="9664">
                    <a:moveTo>
                      <a:pt x="9315" y="3726"/>
                    </a:moveTo>
                    <a:cubicBezTo>
                      <a:pt x="9315" y="2794"/>
                      <a:pt x="8850" y="2329"/>
                      <a:pt x="7918" y="1397"/>
                    </a:cubicBezTo>
                    <a:cubicBezTo>
                      <a:pt x="7452" y="932"/>
                      <a:pt x="7452" y="932"/>
                      <a:pt x="6986" y="466"/>
                    </a:cubicBezTo>
                    <a:cubicBezTo>
                      <a:pt x="6055" y="0"/>
                      <a:pt x="5589" y="0"/>
                      <a:pt x="4658" y="0"/>
                    </a:cubicBezTo>
                    <a:cubicBezTo>
                      <a:pt x="4192" y="0"/>
                      <a:pt x="3260" y="0"/>
                      <a:pt x="2794" y="466"/>
                    </a:cubicBezTo>
                    <a:cubicBezTo>
                      <a:pt x="2329" y="466"/>
                      <a:pt x="1863" y="932"/>
                      <a:pt x="1397" y="1397"/>
                    </a:cubicBezTo>
                    <a:cubicBezTo>
                      <a:pt x="932" y="1863"/>
                      <a:pt x="466" y="2329"/>
                      <a:pt x="466" y="2794"/>
                    </a:cubicBezTo>
                    <a:cubicBezTo>
                      <a:pt x="0" y="3260"/>
                      <a:pt x="0" y="4192"/>
                      <a:pt x="0" y="4658"/>
                    </a:cubicBezTo>
                    <a:cubicBezTo>
                      <a:pt x="0" y="5123"/>
                      <a:pt x="0" y="5589"/>
                      <a:pt x="0" y="6055"/>
                    </a:cubicBezTo>
                    <a:cubicBezTo>
                      <a:pt x="0" y="6986"/>
                      <a:pt x="466" y="7452"/>
                      <a:pt x="1397" y="8384"/>
                    </a:cubicBezTo>
                    <a:cubicBezTo>
                      <a:pt x="1863" y="8849"/>
                      <a:pt x="1863" y="8849"/>
                      <a:pt x="2329" y="9315"/>
                    </a:cubicBezTo>
                    <a:cubicBezTo>
                      <a:pt x="3260" y="9781"/>
                      <a:pt x="3726" y="9781"/>
                      <a:pt x="4658" y="9781"/>
                    </a:cubicBezTo>
                    <a:cubicBezTo>
                      <a:pt x="5123" y="9781"/>
                      <a:pt x="6055" y="9781"/>
                      <a:pt x="6521" y="9315"/>
                    </a:cubicBezTo>
                    <a:cubicBezTo>
                      <a:pt x="6986" y="9315"/>
                      <a:pt x="7452" y="8849"/>
                      <a:pt x="7918" y="8384"/>
                    </a:cubicBezTo>
                    <a:cubicBezTo>
                      <a:pt x="8384" y="7918"/>
                      <a:pt x="8850" y="7452"/>
                      <a:pt x="8850" y="6986"/>
                    </a:cubicBezTo>
                    <a:cubicBezTo>
                      <a:pt x="9315" y="6520"/>
                      <a:pt x="9315" y="5589"/>
                      <a:pt x="9315" y="5123"/>
                    </a:cubicBezTo>
                    <a:cubicBezTo>
                      <a:pt x="9781" y="4658"/>
                      <a:pt x="9781" y="4192"/>
                      <a:pt x="9315" y="372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27"/>
              <p:cNvSpPr/>
              <p:nvPr/>
            </p:nvSpPr>
            <p:spPr>
              <a:xfrm>
                <a:off x="3160709" y="3332072"/>
                <a:ext cx="21418" cy="21418"/>
              </a:xfrm>
              <a:custGeom>
                <a:rect b="b" l="l" r="r" t="t"/>
                <a:pathLst>
                  <a:path extrusionOk="0" h="9780" w="9780">
                    <a:moveTo>
                      <a:pt x="4891" y="0"/>
                    </a:moveTo>
                    <a:cubicBezTo>
                      <a:pt x="-1630" y="0"/>
                      <a:pt x="-1630" y="9781"/>
                      <a:pt x="4891" y="9781"/>
                    </a:cubicBezTo>
                    <a:cubicBezTo>
                      <a:pt x="11411" y="9781"/>
                      <a:pt x="11411" y="0"/>
                      <a:pt x="48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27"/>
              <p:cNvSpPr/>
              <p:nvPr/>
            </p:nvSpPr>
            <p:spPr>
              <a:xfrm>
                <a:off x="3215285" y="3797242"/>
                <a:ext cx="22439" cy="23459"/>
              </a:xfrm>
              <a:custGeom>
                <a:rect b="b" l="l" r="r" t="t"/>
                <a:pathLst>
                  <a:path extrusionOk="0" h="10712" w="10246">
                    <a:moveTo>
                      <a:pt x="10247" y="4192"/>
                    </a:moveTo>
                    <a:cubicBezTo>
                      <a:pt x="9781" y="3260"/>
                      <a:pt x="9781" y="2329"/>
                      <a:pt x="8850" y="1863"/>
                    </a:cubicBezTo>
                    <a:cubicBezTo>
                      <a:pt x="8384" y="1398"/>
                      <a:pt x="8384" y="1398"/>
                      <a:pt x="7918" y="932"/>
                    </a:cubicBezTo>
                    <a:cubicBezTo>
                      <a:pt x="6986" y="466"/>
                      <a:pt x="6055" y="0"/>
                      <a:pt x="5123" y="0"/>
                    </a:cubicBezTo>
                    <a:cubicBezTo>
                      <a:pt x="4192" y="0"/>
                      <a:pt x="3726" y="0"/>
                      <a:pt x="3260" y="466"/>
                    </a:cubicBezTo>
                    <a:cubicBezTo>
                      <a:pt x="2794" y="466"/>
                      <a:pt x="1863" y="932"/>
                      <a:pt x="1397" y="1398"/>
                    </a:cubicBezTo>
                    <a:cubicBezTo>
                      <a:pt x="932" y="1863"/>
                      <a:pt x="466" y="2329"/>
                      <a:pt x="466" y="3260"/>
                    </a:cubicBezTo>
                    <a:cubicBezTo>
                      <a:pt x="0" y="3726"/>
                      <a:pt x="0" y="4658"/>
                      <a:pt x="0" y="5124"/>
                    </a:cubicBezTo>
                    <a:lnTo>
                      <a:pt x="0" y="6521"/>
                    </a:lnTo>
                    <a:cubicBezTo>
                      <a:pt x="466" y="7452"/>
                      <a:pt x="466" y="8384"/>
                      <a:pt x="1397" y="8850"/>
                    </a:cubicBezTo>
                    <a:cubicBezTo>
                      <a:pt x="1863" y="9315"/>
                      <a:pt x="1863" y="9315"/>
                      <a:pt x="2329" y="9781"/>
                    </a:cubicBezTo>
                    <a:cubicBezTo>
                      <a:pt x="3260" y="10247"/>
                      <a:pt x="4192" y="10713"/>
                      <a:pt x="5123" y="10713"/>
                    </a:cubicBezTo>
                    <a:cubicBezTo>
                      <a:pt x="6055" y="10713"/>
                      <a:pt x="6521" y="10713"/>
                      <a:pt x="6986" y="10247"/>
                    </a:cubicBezTo>
                    <a:cubicBezTo>
                      <a:pt x="7452" y="10247"/>
                      <a:pt x="8384" y="9781"/>
                      <a:pt x="8850" y="9315"/>
                    </a:cubicBezTo>
                    <a:cubicBezTo>
                      <a:pt x="9315" y="8850"/>
                      <a:pt x="9781" y="8384"/>
                      <a:pt x="9781" y="7452"/>
                    </a:cubicBezTo>
                    <a:cubicBezTo>
                      <a:pt x="10247" y="6986"/>
                      <a:pt x="10247" y="6055"/>
                      <a:pt x="10247" y="5589"/>
                    </a:cubicBezTo>
                    <a:cubicBezTo>
                      <a:pt x="10247" y="5124"/>
                      <a:pt x="10247" y="4658"/>
                      <a:pt x="10247" y="419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27"/>
              <p:cNvSpPr/>
              <p:nvPr/>
            </p:nvSpPr>
            <p:spPr>
              <a:xfrm>
                <a:off x="3295874" y="3907415"/>
                <a:ext cx="31619" cy="30599"/>
              </a:xfrm>
              <a:custGeom>
                <a:rect b="b" l="l" r="r" t="t"/>
                <a:pathLst>
                  <a:path extrusionOk="0" h="13972" w="14438">
                    <a:moveTo>
                      <a:pt x="13973" y="5123"/>
                    </a:moveTo>
                    <a:cubicBezTo>
                      <a:pt x="13507" y="3726"/>
                      <a:pt x="13041" y="2794"/>
                      <a:pt x="12110" y="1863"/>
                    </a:cubicBezTo>
                    <a:lnTo>
                      <a:pt x="10712" y="931"/>
                    </a:lnTo>
                    <a:cubicBezTo>
                      <a:pt x="9781" y="466"/>
                      <a:pt x="8384" y="0"/>
                      <a:pt x="6986" y="0"/>
                    </a:cubicBezTo>
                    <a:cubicBezTo>
                      <a:pt x="6055" y="0"/>
                      <a:pt x="5123" y="0"/>
                      <a:pt x="4192" y="466"/>
                    </a:cubicBezTo>
                    <a:cubicBezTo>
                      <a:pt x="3260" y="931"/>
                      <a:pt x="2329" y="1397"/>
                      <a:pt x="1863" y="1863"/>
                    </a:cubicBezTo>
                    <a:cubicBezTo>
                      <a:pt x="1397" y="2329"/>
                      <a:pt x="466" y="3260"/>
                      <a:pt x="466" y="4192"/>
                    </a:cubicBezTo>
                    <a:cubicBezTo>
                      <a:pt x="0" y="5123"/>
                      <a:pt x="0" y="6055"/>
                      <a:pt x="0" y="6986"/>
                    </a:cubicBezTo>
                    <a:cubicBezTo>
                      <a:pt x="0" y="7452"/>
                      <a:pt x="0" y="8384"/>
                      <a:pt x="466" y="8849"/>
                    </a:cubicBezTo>
                    <a:cubicBezTo>
                      <a:pt x="931" y="10246"/>
                      <a:pt x="1397" y="11178"/>
                      <a:pt x="2329" y="12110"/>
                    </a:cubicBezTo>
                    <a:cubicBezTo>
                      <a:pt x="2794" y="12575"/>
                      <a:pt x="3260" y="13041"/>
                      <a:pt x="3726" y="13041"/>
                    </a:cubicBezTo>
                    <a:cubicBezTo>
                      <a:pt x="4658" y="13507"/>
                      <a:pt x="6055" y="13973"/>
                      <a:pt x="7452" y="13973"/>
                    </a:cubicBezTo>
                    <a:cubicBezTo>
                      <a:pt x="8384" y="13973"/>
                      <a:pt x="9315" y="13973"/>
                      <a:pt x="10246" y="13507"/>
                    </a:cubicBezTo>
                    <a:cubicBezTo>
                      <a:pt x="11178" y="13041"/>
                      <a:pt x="12110" y="12575"/>
                      <a:pt x="12575" y="12110"/>
                    </a:cubicBezTo>
                    <a:cubicBezTo>
                      <a:pt x="13041" y="11644"/>
                      <a:pt x="13973" y="10712"/>
                      <a:pt x="13973" y="9781"/>
                    </a:cubicBezTo>
                    <a:cubicBezTo>
                      <a:pt x="14438" y="8849"/>
                      <a:pt x="14438" y="7918"/>
                      <a:pt x="14438" y="6986"/>
                    </a:cubicBezTo>
                    <a:cubicBezTo>
                      <a:pt x="14438" y="6055"/>
                      <a:pt x="13973" y="5589"/>
                      <a:pt x="13973" y="512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27"/>
              <p:cNvSpPr/>
              <p:nvPr/>
            </p:nvSpPr>
            <p:spPr>
              <a:xfrm>
                <a:off x="3240023" y="4103278"/>
                <a:ext cx="19890" cy="21420"/>
              </a:xfrm>
              <a:custGeom>
                <a:rect b="b" l="l" r="r" t="t"/>
                <a:pathLst>
                  <a:path extrusionOk="0" h="9781" w="9082">
                    <a:moveTo>
                      <a:pt x="4541" y="0"/>
                    </a:moveTo>
                    <a:cubicBezTo>
                      <a:pt x="-1514" y="0"/>
                      <a:pt x="-1514" y="9781"/>
                      <a:pt x="4541" y="9781"/>
                    </a:cubicBezTo>
                    <a:cubicBezTo>
                      <a:pt x="10596" y="9781"/>
                      <a:pt x="10596" y="0"/>
                      <a:pt x="45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27"/>
              <p:cNvSpPr/>
              <p:nvPr/>
            </p:nvSpPr>
            <p:spPr>
              <a:xfrm>
                <a:off x="3433591" y="4278736"/>
                <a:ext cx="52019" cy="50999"/>
              </a:xfrm>
              <a:custGeom>
                <a:rect b="b" l="l" r="r" t="t"/>
                <a:pathLst>
                  <a:path extrusionOk="0" h="23287" w="23753">
                    <a:moveTo>
                      <a:pt x="23288" y="8384"/>
                    </a:moveTo>
                    <a:cubicBezTo>
                      <a:pt x="22822" y="6521"/>
                      <a:pt x="21890" y="4658"/>
                      <a:pt x="20028" y="3260"/>
                    </a:cubicBezTo>
                    <a:cubicBezTo>
                      <a:pt x="19096" y="2795"/>
                      <a:pt x="18630" y="1863"/>
                      <a:pt x="17699" y="1397"/>
                    </a:cubicBezTo>
                    <a:cubicBezTo>
                      <a:pt x="15836" y="466"/>
                      <a:pt x="13973" y="0"/>
                      <a:pt x="11644" y="0"/>
                    </a:cubicBezTo>
                    <a:cubicBezTo>
                      <a:pt x="9781" y="0"/>
                      <a:pt x="8384" y="466"/>
                      <a:pt x="6986" y="932"/>
                    </a:cubicBezTo>
                    <a:cubicBezTo>
                      <a:pt x="5589" y="1397"/>
                      <a:pt x="4192" y="2329"/>
                      <a:pt x="3260" y="3260"/>
                    </a:cubicBezTo>
                    <a:cubicBezTo>
                      <a:pt x="2329" y="4192"/>
                      <a:pt x="1397" y="5589"/>
                      <a:pt x="931" y="6986"/>
                    </a:cubicBezTo>
                    <a:cubicBezTo>
                      <a:pt x="0" y="8384"/>
                      <a:pt x="0" y="9781"/>
                      <a:pt x="0" y="11644"/>
                    </a:cubicBezTo>
                    <a:cubicBezTo>
                      <a:pt x="0" y="12576"/>
                      <a:pt x="466" y="13973"/>
                      <a:pt x="466" y="14904"/>
                    </a:cubicBezTo>
                    <a:cubicBezTo>
                      <a:pt x="931" y="16767"/>
                      <a:pt x="1863" y="18630"/>
                      <a:pt x="3726" y="20028"/>
                    </a:cubicBezTo>
                    <a:cubicBezTo>
                      <a:pt x="4658" y="20493"/>
                      <a:pt x="5123" y="21425"/>
                      <a:pt x="6055" y="21891"/>
                    </a:cubicBezTo>
                    <a:cubicBezTo>
                      <a:pt x="7918" y="22822"/>
                      <a:pt x="9781" y="23288"/>
                      <a:pt x="12110" y="23288"/>
                    </a:cubicBezTo>
                    <a:cubicBezTo>
                      <a:pt x="13973" y="23288"/>
                      <a:pt x="15370" y="22822"/>
                      <a:pt x="16767" y="22356"/>
                    </a:cubicBezTo>
                    <a:cubicBezTo>
                      <a:pt x="18164" y="21891"/>
                      <a:pt x="19562" y="20959"/>
                      <a:pt x="20493" y="20028"/>
                    </a:cubicBezTo>
                    <a:cubicBezTo>
                      <a:pt x="21425" y="19096"/>
                      <a:pt x="22356" y="17699"/>
                      <a:pt x="22822" y="16302"/>
                    </a:cubicBezTo>
                    <a:cubicBezTo>
                      <a:pt x="23754" y="14904"/>
                      <a:pt x="23754" y="13507"/>
                      <a:pt x="23754" y="11644"/>
                    </a:cubicBezTo>
                    <a:cubicBezTo>
                      <a:pt x="23754" y="10247"/>
                      <a:pt x="23288" y="9315"/>
                      <a:pt x="23288" y="838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27"/>
              <p:cNvSpPr/>
              <p:nvPr/>
            </p:nvSpPr>
            <p:spPr>
              <a:xfrm>
                <a:off x="3509079" y="4174685"/>
                <a:ext cx="29580" cy="28560"/>
              </a:xfrm>
              <a:custGeom>
                <a:rect b="b" l="l" r="r" t="t"/>
                <a:pathLst>
                  <a:path extrusionOk="0" h="13041" w="13507">
                    <a:moveTo>
                      <a:pt x="13041" y="4658"/>
                    </a:moveTo>
                    <a:cubicBezTo>
                      <a:pt x="12576" y="3726"/>
                      <a:pt x="12110" y="2329"/>
                      <a:pt x="11178" y="1863"/>
                    </a:cubicBezTo>
                    <a:cubicBezTo>
                      <a:pt x="10712" y="1398"/>
                      <a:pt x="10247" y="1398"/>
                      <a:pt x="9781" y="932"/>
                    </a:cubicBezTo>
                    <a:cubicBezTo>
                      <a:pt x="8850" y="466"/>
                      <a:pt x="7452" y="0"/>
                      <a:pt x="6521" y="0"/>
                    </a:cubicBezTo>
                    <a:cubicBezTo>
                      <a:pt x="5589" y="0"/>
                      <a:pt x="4658" y="0"/>
                      <a:pt x="4192" y="466"/>
                    </a:cubicBezTo>
                    <a:cubicBezTo>
                      <a:pt x="3260" y="932"/>
                      <a:pt x="2795" y="1398"/>
                      <a:pt x="1863" y="1863"/>
                    </a:cubicBezTo>
                    <a:cubicBezTo>
                      <a:pt x="1397" y="2329"/>
                      <a:pt x="932" y="3260"/>
                      <a:pt x="466" y="4192"/>
                    </a:cubicBezTo>
                    <a:cubicBezTo>
                      <a:pt x="0" y="5124"/>
                      <a:pt x="0" y="6055"/>
                      <a:pt x="0" y="6521"/>
                    </a:cubicBezTo>
                    <a:cubicBezTo>
                      <a:pt x="0" y="6986"/>
                      <a:pt x="0" y="7918"/>
                      <a:pt x="466" y="8384"/>
                    </a:cubicBezTo>
                    <a:cubicBezTo>
                      <a:pt x="932" y="9315"/>
                      <a:pt x="1397" y="10713"/>
                      <a:pt x="2329" y="11178"/>
                    </a:cubicBezTo>
                    <a:cubicBezTo>
                      <a:pt x="2795" y="11644"/>
                      <a:pt x="3260" y="11644"/>
                      <a:pt x="3726" y="12110"/>
                    </a:cubicBezTo>
                    <a:cubicBezTo>
                      <a:pt x="4658" y="12576"/>
                      <a:pt x="6055" y="13041"/>
                      <a:pt x="6986" y="13041"/>
                    </a:cubicBezTo>
                    <a:cubicBezTo>
                      <a:pt x="7918" y="13041"/>
                      <a:pt x="8850" y="13041"/>
                      <a:pt x="9315" y="12576"/>
                    </a:cubicBezTo>
                    <a:cubicBezTo>
                      <a:pt x="10247" y="12110"/>
                      <a:pt x="10712" y="11644"/>
                      <a:pt x="11644" y="11178"/>
                    </a:cubicBezTo>
                    <a:cubicBezTo>
                      <a:pt x="12110" y="10713"/>
                      <a:pt x="12576" y="9781"/>
                      <a:pt x="13041" y="8850"/>
                    </a:cubicBezTo>
                    <a:cubicBezTo>
                      <a:pt x="13507" y="7918"/>
                      <a:pt x="13507" y="6986"/>
                      <a:pt x="13507" y="6521"/>
                    </a:cubicBezTo>
                    <a:cubicBezTo>
                      <a:pt x="13041" y="5589"/>
                      <a:pt x="13041" y="5124"/>
                      <a:pt x="13041" y="46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27"/>
              <p:cNvSpPr/>
              <p:nvPr/>
            </p:nvSpPr>
            <p:spPr>
              <a:xfrm>
                <a:off x="3600889" y="4195087"/>
                <a:ext cx="21164" cy="20400"/>
              </a:xfrm>
              <a:custGeom>
                <a:rect b="b" l="l" r="r" t="t"/>
                <a:pathLst>
                  <a:path extrusionOk="0" h="9315" w="9664">
                    <a:moveTo>
                      <a:pt x="9315" y="3260"/>
                    </a:moveTo>
                    <a:cubicBezTo>
                      <a:pt x="9315" y="2329"/>
                      <a:pt x="8850" y="1863"/>
                      <a:pt x="7918" y="1398"/>
                    </a:cubicBezTo>
                    <a:cubicBezTo>
                      <a:pt x="7452" y="932"/>
                      <a:pt x="7452" y="932"/>
                      <a:pt x="6986" y="466"/>
                    </a:cubicBezTo>
                    <a:cubicBezTo>
                      <a:pt x="6055" y="0"/>
                      <a:pt x="5589" y="0"/>
                      <a:pt x="4658" y="0"/>
                    </a:cubicBezTo>
                    <a:cubicBezTo>
                      <a:pt x="4192" y="0"/>
                      <a:pt x="3260" y="0"/>
                      <a:pt x="2795" y="466"/>
                    </a:cubicBezTo>
                    <a:cubicBezTo>
                      <a:pt x="2329" y="466"/>
                      <a:pt x="1863" y="932"/>
                      <a:pt x="1397" y="1398"/>
                    </a:cubicBezTo>
                    <a:cubicBezTo>
                      <a:pt x="932" y="1863"/>
                      <a:pt x="466" y="2329"/>
                      <a:pt x="466" y="2795"/>
                    </a:cubicBezTo>
                    <a:cubicBezTo>
                      <a:pt x="0" y="3260"/>
                      <a:pt x="0" y="4192"/>
                      <a:pt x="0" y="4658"/>
                    </a:cubicBezTo>
                    <a:lnTo>
                      <a:pt x="0" y="6055"/>
                    </a:lnTo>
                    <a:cubicBezTo>
                      <a:pt x="0" y="6986"/>
                      <a:pt x="466" y="7452"/>
                      <a:pt x="1397" y="7918"/>
                    </a:cubicBezTo>
                    <a:cubicBezTo>
                      <a:pt x="1863" y="8384"/>
                      <a:pt x="1863" y="8384"/>
                      <a:pt x="2329" y="8850"/>
                    </a:cubicBezTo>
                    <a:cubicBezTo>
                      <a:pt x="3260" y="9315"/>
                      <a:pt x="3726" y="9315"/>
                      <a:pt x="4658" y="9315"/>
                    </a:cubicBezTo>
                    <a:cubicBezTo>
                      <a:pt x="5124" y="9315"/>
                      <a:pt x="6055" y="9315"/>
                      <a:pt x="6521" y="8850"/>
                    </a:cubicBezTo>
                    <a:cubicBezTo>
                      <a:pt x="6986" y="8850"/>
                      <a:pt x="7452" y="8384"/>
                      <a:pt x="7918" y="7918"/>
                    </a:cubicBezTo>
                    <a:cubicBezTo>
                      <a:pt x="8384" y="7452"/>
                      <a:pt x="8850" y="6986"/>
                      <a:pt x="8850" y="6521"/>
                    </a:cubicBezTo>
                    <a:cubicBezTo>
                      <a:pt x="9315" y="6055"/>
                      <a:pt x="9315" y="5124"/>
                      <a:pt x="9315" y="4658"/>
                    </a:cubicBezTo>
                    <a:cubicBezTo>
                      <a:pt x="9781" y="4192"/>
                      <a:pt x="9781" y="3726"/>
                      <a:pt x="9315" y="32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27"/>
              <p:cNvSpPr/>
              <p:nvPr/>
            </p:nvSpPr>
            <p:spPr>
              <a:xfrm>
                <a:off x="3730189" y="4068593"/>
                <a:ext cx="22949" cy="24480"/>
              </a:xfrm>
              <a:custGeom>
                <a:rect b="b" l="l" r="r" t="t"/>
                <a:pathLst>
                  <a:path extrusionOk="0" h="11178" w="10479">
                    <a:moveTo>
                      <a:pt x="5240" y="0"/>
                    </a:moveTo>
                    <a:cubicBezTo>
                      <a:pt x="-1747" y="0"/>
                      <a:pt x="-1747" y="11178"/>
                      <a:pt x="5240" y="11178"/>
                    </a:cubicBezTo>
                    <a:cubicBezTo>
                      <a:pt x="12226" y="11178"/>
                      <a:pt x="12226" y="0"/>
                      <a:pt x="52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27"/>
              <p:cNvSpPr/>
              <p:nvPr/>
            </p:nvSpPr>
            <p:spPr>
              <a:xfrm>
                <a:off x="3622312" y="4002286"/>
                <a:ext cx="48960" cy="48960"/>
              </a:xfrm>
              <a:custGeom>
                <a:rect b="b" l="l" r="r" t="t"/>
                <a:pathLst>
                  <a:path extrusionOk="0" h="22356" w="22356">
                    <a:moveTo>
                      <a:pt x="21890" y="8384"/>
                    </a:moveTo>
                    <a:cubicBezTo>
                      <a:pt x="21425" y="6520"/>
                      <a:pt x="20493" y="4658"/>
                      <a:pt x="19096" y="3260"/>
                    </a:cubicBezTo>
                    <a:cubicBezTo>
                      <a:pt x="18164" y="2794"/>
                      <a:pt x="17699" y="1863"/>
                      <a:pt x="16767" y="1397"/>
                    </a:cubicBezTo>
                    <a:cubicBezTo>
                      <a:pt x="14904" y="466"/>
                      <a:pt x="13041" y="0"/>
                      <a:pt x="11178" y="0"/>
                    </a:cubicBezTo>
                    <a:cubicBezTo>
                      <a:pt x="9781" y="0"/>
                      <a:pt x="8384" y="466"/>
                      <a:pt x="6986" y="932"/>
                    </a:cubicBezTo>
                    <a:cubicBezTo>
                      <a:pt x="5589" y="1397"/>
                      <a:pt x="4192" y="2329"/>
                      <a:pt x="3260" y="3260"/>
                    </a:cubicBezTo>
                    <a:cubicBezTo>
                      <a:pt x="2329" y="4192"/>
                      <a:pt x="1397" y="5589"/>
                      <a:pt x="931" y="6986"/>
                    </a:cubicBezTo>
                    <a:cubicBezTo>
                      <a:pt x="0" y="8384"/>
                      <a:pt x="0" y="9781"/>
                      <a:pt x="0" y="11178"/>
                    </a:cubicBezTo>
                    <a:cubicBezTo>
                      <a:pt x="0" y="12110"/>
                      <a:pt x="466" y="13041"/>
                      <a:pt x="466" y="13973"/>
                    </a:cubicBezTo>
                    <a:cubicBezTo>
                      <a:pt x="931" y="15836"/>
                      <a:pt x="1863" y="17699"/>
                      <a:pt x="3260" y="19096"/>
                    </a:cubicBezTo>
                    <a:cubicBezTo>
                      <a:pt x="4192" y="19562"/>
                      <a:pt x="4658" y="20493"/>
                      <a:pt x="5589" y="20959"/>
                    </a:cubicBezTo>
                    <a:cubicBezTo>
                      <a:pt x="7452" y="21891"/>
                      <a:pt x="9315" y="22356"/>
                      <a:pt x="11178" y="22356"/>
                    </a:cubicBezTo>
                    <a:cubicBezTo>
                      <a:pt x="12575" y="22356"/>
                      <a:pt x="13973" y="21891"/>
                      <a:pt x="15370" y="21425"/>
                    </a:cubicBezTo>
                    <a:cubicBezTo>
                      <a:pt x="16767" y="20959"/>
                      <a:pt x="18164" y="20028"/>
                      <a:pt x="19096" y="19096"/>
                    </a:cubicBezTo>
                    <a:cubicBezTo>
                      <a:pt x="20028" y="18164"/>
                      <a:pt x="20959" y="16767"/>
                      <a:pt x="21425" y="15370"/>
                    </a:cubicBezTo>
                    <a:cubicBezTo>
                      <a:pt x="22356" y="13973"/>
                      <a:pt x="22356" y="12576"/>
                      <a:pt x="22356" y="11178"/>
                    </a:cubicBezTo>
                    <a:cubicBezTo>
                      <a:pt x="22356" y="10247"/>
                      <a:pt x="21890" y="9315"/>
                      <a:pt x="21890" y="838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27"/>
              <p:cNvSpPr/>
              <p:nvPr/>
            </p:nvSpPr>
            <p:spPr>
              <a:xfrm>
                <a:off x="3269861" y="4277718"/>
                <a:ext cx="33660" cy="35699"/>
              </a:xfrm>
              <a:custGeom>
                <a:rect b="b" l="l" r="r" t="t"/>
                <a:pathLst>
                  <a:path extrusionOk="0" h="16301" w="15370">
                    <a:moveTo>
                      <a:pt x="7685" y="0"/>
                    </a:moveTo>
                    <a:cubicBezTo>
                      <a:pt x="-2562" y="0"/>
                      <a:pt x="-2562" y="16302"/>
                      <a:pt x="7685" y="16302"/>
                    </a:cubicBezTo>
                    <a:cubicBezTo>
                      <a:pt x="17932" y="16302"/>
                      <a:pt x="17932" y="0"/>
                      <a:pt x="76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7"/>
              <p:cNvSpPr/>
              <p:nvPr/>
            </p:nvSpPr>
            <p:spPr>
              <a:xfrm>
                <a:off x="3133677" y="4255275"/>
                <a:ext cx="25498" cy="26519"/>
              </a:xfrm>
              <a:custGeom>
                <a:rect b="b" l="l" r="r" t="t"/>
                <a:pathLst>
                  <a:path extrusionOk="0" h="12109" w="11643">
                    <a:moveTo>
                      <a:pt x="11644" y="4658"/>
                    </a:moveTo>
                    <a:cubicBezTo>
                      <a:pt x="11178" y="3726"/>
                      <a:pt x="10712" y="2794"/>
                      <a:pt x="10247" y="1863"/>
                    </a:cubicBezTo>
                    <a:cubicBezTo>
                      <a:pt x="9781" y="1397"/>
                      <a:pt x="9315" y="1397"/>
                      <a:pt x="8850" y="932"/>
                    </a:cubicBezTo>
                    <a:cubicBezTo>
                      <a:pt x="7918" y="466"/>
                      <a:pt x="6986" y="0"/>
                      <a:pt x="6055" y="0"/>
                    </a:cubicBezTo>
                    <a:cubicBezTo>
                      <a:pt x="5123" y="0"/>
                      <a:pt x="4658" y="0"/>
                      <a:pt x="3726" y="466"/>
                    </a:cubicBezTo>
                    <a:cubicBezTo>
                      <a:pt x="2794" y="932"/>
                      <a:pt x="2329" y="932"/>
                      <a:pt x="1863" y="1863"/>
                    </a:cubicBezTo>
                    <a:cubicBezTo>
                      <a:pt x="1397" y="2329"/>
                      <a:pt x="932" y="2794"/>
                      <a:pt x="466" y="3726"/>
                    </a:cubicBezTo>
                    <a:cubicBezTo>
                      <a:pt x="0" y="4192"/>
                      <a:pt x="0" y="5123"/>
                      <a:pt x="0" y="6055"/>
                    </a:cubicBezTo>
                    <a:cubicBezTo>
                      <a:pt x="0" y="6521"/>
                      <a:pt x="0" y="6986"/>
                      <a:pt x="0" y="7452"/>
                    </a:cubicBezTo>
                    <a:cubicBezTo>
                      <a:pt x="466" y="8384"/>
                      <a:pt x="932" y="9315"/>
                      <a:pt x="1397" y="10247"/>
                    </a:cubicBezTo>
                    <a:cubicBezTo>
                      <a:pt x="1863" y="10712"/>
                      <a:pt x="2329" y="10712"/>
                      <a:pt x="2794" y="11178"/>
                    </a:cubicBezTo>
                    <a:cubicBezTo>
                      <a:pt x="3726" y="11644"/>
                      <a:pt x="4658" y="12110"/>
                      <a:pt x="5589" y="12110"/>
                    </a:cubicBezTo>
                    <a:cubicBezTo>
                      <a:pt x="6521" y="12110"/>
                      <a:pt x="6986" y="12110"/>
                      <a:pt x="7918" y="11644"/>
                    </a:cubicBezTo>
                    <a:cubicBezTo>
                      <a:pt x="8850" y="11178"/>
                      <a:pt x="9315" y="11178"/>
                      <a:pt x="9781" y="10247"/>
                    </a:cubicBezTo>
                    <a:cubicBezTo>
                      <a:pt x="10247" y="9781"/>
                      <a:pt x="10712" y="9315"/>
                      <a:pt x="11178" y="8384"/>
                    </a:cubicBezTo>
                    <a:cubicBezTo>
                      <a:pt x="11644" y="7452"/>
                      <a:pt x="11644" y="6986"/>
                      <a:pt x="11644" y="6055"/>
                    </a:cubicBezTo>
                    <a:cubicBezTo>
                      <a:pt x="11644" y="5589"/>
                      <a:pt x="11644" y="5123"/>
                      <a:pt x="11644" y="46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27"/>
              <p:cNvSpPr/>
              <p:nvPr/>
            </p:nvSpPr>
            <p:spPr>
              <a:xfrm>
                <a:off x="2773575" y="4443995"/>
                <a:ext cx="31619" cy="30599"/>
              </a:xfrm>
              <a:custGeom>
                <a:rect b="b" l="l" r="r" t="t"/>
                <a:pathLst>
                  <a:path extrusionOk="0" h="13972" w="14438">
                    <a:moveTo>
                      <a:pt x="13973" y="5123"/>
                    </a:moveTo>
                    <a:cubicBezTo>
                      <a:pt x="13507" y="3726"/>
                      <a:pt x="13041" y="2794"/>
                      <a:pt x="12110" y="1863"/>
                    </a:cubicBezTo>
                    <a:cubicBezTo>
                      <a:pt x="11644" y="1397"/>
                      <a:pt x="11178" y="932"/>
                      <a:pt x="10712" y="932"/>
                    </a:cubicBezTo>
                    <a:cubicBezTo>
                      <a:pt x="9781" y="466"/>
                      <a:pt x="8384" y="0"/>
                      <a:pt x="6986" y="0"/>
                    </a:cubicBezTo>
                    <a:cubicBezTo>
                      <a:pt x="6055" y="0"/>
                      <a:pt x="5123" y="0"/>
                      <a:pt x="4192" y="466"/>
                    </a:cubicBezTo>
                    <a:cubicBezTo>
                      <a:pt x="3260" y="932"/>
                      <a:pt x="2329" y="1397"/>
                      <a:pt x="1863" y="1863"/>
                    </a:cubicBezTo>
                    <a:cubicBezTo>
                      <a:pt x="932" y="2329"/>
                      <a:pt x="466" y="3260"/>
                      <a:pt x="466" y="4192"/>
                    </a:cubicBezTo>
                    <a:cubicBezTo>
                      <a:pt x="0" y="5123"/>
                      <a:pt x="0" y="6055"/>
                      <a:pt x="0" y="6986"/>
                    </a:cubicBezTo>
                    <a:cubicBezTo>
                      <a:pt x="0" y="7452"/>
                      <a:pt x="0" y="8384"/>
                      <a:pt x="466" y="8850"/>
                    </a:cubicBezTo>
                    <a:cubicBezTo>
                      <a:pt x="932" y="10247"/>
                      <a:pt x="1397" y="11178"/>
                      <a:pt x="2329" y="12110"/>
                    </a:cubicBezTo>
                    <a:cubicBezTo>
                      <a:pt x="2794" y="12576"/>
                      <a:pt x="3260" y="13041"/>
                      <a:pt x="3726" y="13041"/>
                    </a:cubicBezTo>
                    <a:cubicBezTo>
                      <a:pt x="4658" y="13507"/>
                      <a:pt x="6055" y="13973"/>
                      <a:pt x="7452" y="13973"/>
                    </a:cubicBezTo>
                    <a:cubicBezTo>
                      <a:pt x="8384" y="13973"/>
                      <a:pt x="9315" y="13973"/>
                      <a:pt x="10247" y="13507"/>
                    </a:cubicBezTo>
                    <a:cubicBezTo>
                      <a:pt x="11178" y="13041"/>
                      <a:pt x="12110" y="12576"/>
                      <a:pt x="12576" y="12110"/>
                    </a:cubicBezTo>
                    <a:cubicBezTo>
                      <a:pt x="13507" y="11644"/>
                      <a:pt x="13973" y="10712"/>
                      <a:pt x="13973" y="9781"/>
                    </a:cubicBezTo>
                    <a:cubicBezTo>
                      <a:pt x="14438" y="8850"/>
                      <a:pt x="14438" y="7918"/>
                      <a:pt x="14438" y="6986"/>
                    </a:cubicBezTo>
                    <a:cubicBezTo>
                      <a:pt x="13973" y="6521"/>
                      <a:pt x="13973" y="6055"/>
                      <a:pt x="13973" y="512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27"/>
              <p:cNvSpPr/>
              <p:nvPr/>
            </p:nvSpPr>
            <p:spPr>
              <a:xfrm>
                <a:off x="2781736" y="4314441"/>
                <a:ext cx="25498" cy="26519"/>
              </a:xfrm>
              <a:custGeom>
                <a:rect b="b" l="l" r="r" t="t"/>
                <a:pathLst>
                  <a:path extrusionOk="0" h="12109" w="11643">
                    <a:moveTo>
                      <a:pt x="11644" y="4658"/>
                    </a:moveTo>
                    <a:cubicBezTo>
                      <a:pt x="11178" y="3726"/>
                      <a:pt x="10712" y="2795"/>
                      <a:pt x="10247" y="1863"/>
                    </a:cubicBezTo>
                    <a:cubicBezTo>
                      <a:pt x="9781" y="1397"/>
                      <a:pt x="9315" y="1397"/>
                      <a:pt x="8850" y="932"/>
                    </a:cubicBezTo>
                    <a:cubicBezTo>
                      <a:pt x="7918" y="466"/>
                      <a:pt x="6986" y="0"/>
                      <a:pt x="6055" y="0"/>
                    </a:cubicBezTo>
                    <a:cubicBezTo>
                      <a:pt x="5123" y="0"/>
                      <a:pt x="4658" y="0"/>
                      <a:pt x="3726" y="466"/>
                    </a:cubicBezTo>
                    <a:cubicBezTo>
                      <a:pt x="2794" y="932"/>
                      <a:pt x="2329" y="932"/>
                      <a:pt x="1863" y="1863"/>
                    </a:cubicBezTo>
                    <a:cubicBezTo>
                      <a:pt x="1397" y="2329"/>
                      <a:pt x="932" y="2795"/>
                      <a:pt x="466" y="3726"/>
                    </a:cubicBezTo>
                    <a:cubicBezTo>
                      <a:pt x="0" y="4192"/>
                      <a:pt x="0" y="5124"/>
                      <a:pt x="0" y="6055"/>
                    </a:cubicBezTo>
                    <a:lnTo>
                      <a:pt x="0" y="7452"/>
                    </a:lnTo>
                    <a:cubicBezTo>
                      <a:pt x="466" y="8384"/>
                      <a:pt x="932" y="9315"/>
                      <a:pt x="1397" y="10247"/>
                    </a:cubicBezTo>
                    <a:cubicBezTo>
                      <a:pt x="1863" y="10712"/>
                      <a:pt x="2329" y="10712"/>
                      <a:pt x="2794" y="11178"/>
                    </a:cubicBezTo>
                    <a:cubicBezTo>
                      <a:pt x="3726" y="11644"/>
                      <a:pt x="4658" y="12110"/>
                      <a:pt x="5589" y="12110"/>
                    </a:cubicBezTo>
                    <a:cubicBezTo>
                      <a:pt x="6521" y="12110"/>
                      <a:pt x="6986" y="12110"/>
                      <a:pt x="7918" y="11644"/>
                    </a:cubicBezTo>
                    <a:cubicBezTo>
                      <a:pt x="8850" y="11178"/>
                      <a:pt x="9315" y="11178"/>
                      <a:pt x="9781" y="10247"/>
                    </a:cubicBezTo>
                    <a:cubicBezTo>
                      <a:pt x="10247" y="9781"/>
                      <a:pt x="10712" y="9315"/>
                      <a:pt x="11178" y="8384"/>
                    </a:cubicBezTo>
                    <a:cubicBezTo>
                      <a:pt x="11644" y="7918"/>
                      <a:pt x="11644" y="6986"/>
                      <a:pt x="11644" y="6055"/>
                    </a:cubicBezTo>
                    <a:lnTo>
                      <a:pt x="11644" y="465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7"/>
              <p:cNvSpPr/>
              <p:nvPr/>
            </p:nvSpPr>
            <p:spPr>
              <a:xfrm>
                <a:off x="2933733" y="4279757"/>
                <a:ext cx="39779" cy="38759"/>
              </a:xfrm>
              <a:custGeom>
                <a:rect b="b" l="l" r="r" t="t"/>
                <a:pathLst>
                  <a:path extrusionOk="0" h="17698" w="18164">
                    <a:moveTo>
                      <a:pt x="17699" y="6520"/>
                    </a:moveTo>
                    <a:cubicBezTo>
                      <a:pt x="17233" y="5123"/>
                      <a:pt x="16302" y="3726"/>
                      <a:pt x="15370" y="2794"/>
                    </a:cubicBezTo>
                    <a:lnTo>
                      <a:pt x="13507" y="1397"/>
                    </a:lnTo>
                    <a:cubicBezTo>
                      <a:pt x="12110" y="466"/>
                      <a:pt x="10712" y="0"/>
                      <a:pt x="8849" y="0"/>
                    </a:cubicBezTo>
                    <a:cubicBezTo>
                      <a:pt x="7452" y="0"/>
                      <a:pt x="6520" y="0"/>
                      <a:pt x="5589" y="931"/>
                    </a:cubicBezTo>
                    <a:cubicBezTo>
                      <a:pt x="4658" y="1397"/>
                      <a:pt x="3726" y="1863"/>
                      <a:pt x="2794" y="2794"/>
                    </a:cubicBezTo>
                    <a:cubicBezTo>
                      <a:pt x="1863" y="3726"/>
                      <a:pt x="1397" y="4658"/>
                      <a:pt x="931" y="5589"/>
                    </a:cubicBezTo>
                    <a:cubicBezTo>
                      <a:pt x="466" y="6520"/>
                      <a:pt x="0" y="7918"/>
                      <a:pt x="0" y="8849"/>
                    </a:cubicBezTo>
                    <a:cubicBezTo>
                      <a:pt x="0" y="9781"/>
                      <a:pt x="0" y="10246"/>
                      <a:pt x="466" y="11178"/>
                    </a:cubicBezTo>
                    <a:cubicBezTo>
                      <a:pt x="931" y="12575"/>
                      <a:pt x="1863" y="13973"/>
                      <a:pt x="2794" y="14904"/>
                    </a:cubicBezTo>
                    <a:lnTo>
                      <a:pt x="4658" y="16302"/>
                    </a:lnTo>
                    <a:cubicBezTo>
                      <a:pt x="6055" y="17233"/>
                      <a:pt x="7452" y="17699"/>
                      <a:pt x="9315" y="17699"/>
                    </a:cubicBezTo>
                    <a:cubicBezTo>
                      <a:pt x="10712" y="17699"/>
                      <a:pt x="11644" y="17699"/>
                      <a:pt x="12575" y="16767"/>
                    </a:cubicBezTo>
                    <a:cubicBezTo>
                      <a:pt x="13507" y="16302"/>
                      <a:pt x="14438" y="15836"/>
                      <a:pt x="15370" y="14904"/>
                    </a:cubicBezTo>
                    <a:cubicBezTo>
                      <a:pt x="16302" y="13973"/>
                      <a:pt x="16767" y="13041"/>
                      <a:pt x="17233" y="12110"/>
                    </a:cubicBezTo>
                    <a:cubicBezTo>
                      <a:pt x="17699" y="11178"/>
                      <a:pt x="18164" y="9781"/>
                      <a:pt x="18164" y="8849"/>
                    </a:cubicBezTo>
                    <a:cubicBezTo>
                      <a:pt x="17699" y="8384"/>
                      <a:pt x="17699" y="7452"/>
                      <a:pt x="17699" y="65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7"/>
              <p:cNvSpPr/>
              <p:nvPr/>
            </p:nvSpPr>
            <p:spPr>
              <a:xfrm>
                <a:off x="2886554" y="4092055"/>
                <a:ext cx="22949" cy="23459"/>
              </a:xfrm>
              <a:custGeom>
                <a:rect b="b" l="l" r="r" t="t"/>
                <a:pathLst>
                  <a:path extrusionOk="0" h="10712" w="10479">
                    <a:moveTo>
                      <a:pt x="5240" y="0"/>
                    </a:moveTo>
                    <a:cubicBezTo>
                      <a:pt x="-1747" y="0"/>
                      <a:pt x="-1747" y="10712"/>
                      <a:pt x="5240" y="10712"/>
                    </a:cubicBezTo>
                    <a:cubicBezTo>
                      <a:pt x="12226" y="10712"/>
                      <a:pt x="12226" y="0"/>
                      <a:pt x="52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7"/>
              <p:cNvSpPr/>
              <p:nvPr/>
            </p:nvSpPr>
            <p:spPr>
              <a:xfrm>
                <a:off x="2804179" y="3931897"/>
                <a:ext cx="31619" cy="30599"/>
              </a:xfrm>
              <a:custGeom>
                <a:rect b="b" l="l" r="r" t="t"/>
                <a:pathLst>
                  <a:path extrusionOk="0" h="13972" w="14438">
                    <a:moveTo>
                      <a:pt x="13973" y="5124"/>
                    </a:moveTo>
                    <a:cubicBezTo>
                      <a:pt x="13507" y="3726"/>
                      <a:pt x="13041" y="2795"/>
                      <a:pt x="12110" y="1863"/>
                    </a:cubicBezTo>
                    <a:lnTo>
                      <a:pt x="10712" y="932"/>
                    </a:lnTo>
                    <a:cubicBezTo>
                      <a:pt x="9781" y="466"/>
                      <a:pt x="8384" y="0"/>
                      <a:pt x="6986" y="0"/>
                    </a:cubicBezTo>
                    <a:cubicBezTo>
                      <a:pt x="6055" y="0"/>
                      <a:pt x="5123" y="0"/>
                      <a:pt x="4192" y="466"/>
                    </a:cubicBezTo>
                    <a:cubicBezTo>
                      <a:pt x="3260" y="932"/>
                      <a:pt x="2329" y="1397"/>
                      <a:pt x="1863" y="1863"/>
                    </a:cubicBezTo>
                    <a:cubicBezTo>
                      <a:pt x="932" y="2329"/>
                      <a:pt x="466" y="3260"/>
                      <a:pt x="466" y="4192"/>
                    </a:cubicBezTo>
                    <a:cubicBezTo>
                      <a:pt x="0" y="5124"/>
                      <a:pt x="0" y="6055"/>
                      <a:pt x="0" y="6986"/>
                    </a:cubicBezTo>
                    <a:cubicBezTo>
                      <a:pt x="0" y="7452"/>
                      <a:pt x="0" y="8384"/>
                      <a:pt x="466" y="8850"/>
                    </a:cubicBezTo>
                    <a:cubicBezTo>
                      <a:pt x="932" y="10247"/>
                      <a:pt x="1397" y="11178"/>
                      <a:pt x="2329" y="12110"/>
                    </a:cubicBezTo>
                    <a:cubicBezTo>
                      <a:pt x="2794" y="12576"/>
                      <a:pt x="3260" y="13041"/>
                      <a:pt x="3726" y="13041"/>
                    </a:cubicBezTo>
                    <a:cubicBezTo>
                      <a:pt x="4658" y="13507"/>
                      <a:pt x="6055" y="13973"/>
                      <a:pt x="7452" y="13973"/>
                    </a:cubicBezTo>
                    <a:cubicBezTo>
                      <a:pt x="8384" y="13973"/>
                      <a:pt x="9315" y="13973"/>
                      <a:pt x="10247" y="13507"/>
                    </a:cubicBezTo>
                    <a:cubicBezTo>
                      <a:pt x="11178" y="13041"/>
                      <a:pt x="12110" y="12576"/>
                      <a:pt x="12576" y="12110"/>
                    </a:cubicBezTo>
                    <a:cubicBezTo>
                      <a:pt x="13507" y="11644"/>
                      <a:pt x="13973" y="10712"/>
                      <a:pt x="13973" y="9781"/>
                    </a:cubicBezTo>
                    <a:cubicBezTo>
                      <a:pt x="14438" y="8850"/>
                      <a:pt x="14438" y="7918"/>
                      <a:pt x="14438" y="6986"/>
                    </a:cubicBezTo>
                    <a:cubicBezTo>
                      <a:pt x="13973" y="6521"/>
                      <a:pt x="13973" y="6055"/>
                      <a:pt x="13973" y="512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7"/>
              <p:cNvSpPr/>
              <p:nvPr/>
            </p:nvSpPr>
            <p:spPr>
              <a:xfrm>
                <a:off x="2899049" y="3908435"/>
                <a:ext cx="30599" cy="29580"/>
              </a:xfrm>
              <a:custGeom>
                <a:rect b="b" l="l" r="r" t="t"/>
                <a:pathLst>
                  <a:path extrusionOk="0" h="13507" w="13972">
                    <a:moveTo>
                      <a:pt x="13507" y="4658"/>
                    </a:moveTo>
                    <a:cubicBezTo>
                      <a:pt x="13041" y="3726"/>
                      <a:pt x="12576" y="2329"/>
                      <a:pt x="11644" y="1863"/>
                    </a:cubicBezTo>
                    <a:lnTo>
                      <a:pt x="10247" y="932"/>
                    </a:lnTo>
                    <a:cubicBezTo>
                      <a:pt x="9315" y="466"/>
                      <a:pt x="7918" y="0"/>
                      <a:pt x="6986" y="0"/>
                    </a:cubicBezTo>
                    <a:cubicBezTo>
                      <a:pt x="6055" y="0"/>
                      <a:pt x="5123" y="0"/>
                      <a:pt x="4192" y="466"/>
                    </a:cubicBezTo>
                    <a:cubicBezTo>
                      <a:pt x="3260" y="932"/>
                      <a:pt x="2794" y="1397"/>
                      <a:pt x="1863" y="1863"/>
                    </a:cubicBezTo>
                    <a:cubicBezTo>
                      <a:pt x="1397" y="2329"/>
                      <a:pt x="932" y="3260"/>
                      <a:pt x="466" y="4192"/>
                    </a:cubicBezTo>
                    <a:cubicBezTo>
                      <a:pt x="0" y="5123"/>
                      <a:pt x="0" y="6055"/>
                      <a:pt x="0" y="6986"/>
                    </a:cubicBezTo>
                    <a:cubicBezTo>
                      <a:pt x="0" y="7452"/>
                      <a:pt x="0" y="8384"/>
                      <a:pt x="466" y="8850"/>
                    </a:cubicBezTo>
                    <a:cubicBezTo>
                      <a:pt x="932" y="9781"/>
                      <a:pt x="1397" y="11178"/>
                      <a:pt x="2329" y="11644"/>
                    </a:cubicBezTo>
                    <a:lnTo>
                      <a:pt x="3726" y="12576"/>
                    </a:lnTo>
                    <a:cubicBezTo>
                      <a:pt x="4658" y="13041"/>
                      <a:pt x="6055" y="13507"/>
                      <a:pt x="6986" y="13507"/>
                    </a:cubicBezTo>
                    <a:cubicBezTo>
                      <a:pt x="7918" y="13507"/>
                      <a:pt x="8850" y="13507"/>
                      <a:pt x="9781" y="13041"/>
                    </a:cubicBezTo>
                    <a:cubicBezTo>
                      <a:pt x="10712" y="12576"/>
                      <a:pt x="11178" y="12110"/>
                      <a:pt x="12110" y="11644"/>
                    </a:cubicBezTo>
                    <a:cubicBezTo>
                      <a:pt x="12576" y="11178"/>
                      <a:pt x="13041" y="10247"/>
                      <a:pt x="13507" y="9315"/>
                    </a:cubicBezTo>
                    <a:cubicBezTo>
                      <a:pt x="13973" y="8384"/>
                      <a:pt x="13973" y="7452"/>
                      <a:pt x="13973" y="6521"/>
                    </a:cubicBezTo>
                    <a:cubicBezTo>
                      <a:pt x="13507" y="5589"/>
                      <a:pt x="13507" y="5123"/>
                      <a:pt x="13507" y="46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7"/>
              <p:cNvSpPr/>
              <p:nvPr/>
            </p:nvSpPr>
            <p:spPr>
              <a:xfrm>
                <a:off x="2859263" y="4217531"/>
                <a:ext cx="17338" cy="16320"/>
              </a:xfrm>
              <a:custGeom>
                <a:rect b="b" l="l" r="r" t="t"/>
                <a:pathLst>
                  <a:path extrusionOk="0" h="7452" w="7917">
                    <a:moveTo>
                      <a:pt x="7918" y="2329"/>
                    </a:moveTo>
                    <a:cubicBezTo>
                      <a:pt x="7918" y="1863"/>
                      <a:pt x="7452" y="1397"/>
                      <a:pt x="6986" y="932"/>
                    </a:cubicBezTo>
                    <a:cubicBezTo>
                      <a:pt x="6521" y="932"/>
                      <a:pt x="6521" y="466"/>
                      <a:pt x="6055" y="466"/>
                    </a:cubicBezTo>
                    <a:cubicBezTo>
                      <a:pt x="5589" y="0"/>
                      <a:pt x="4658" y="0"/>
                      <a:pt x="4192" y="0"/>
                    </a:cubicBezTo>
                    <a:cubicBezTo>
                      <a:pt x="3726" y="0"/>
                      <a:pt x="3260" y="0"/>
                      <a:pt x="2795" y="466"/>
                    </a:cubicBezTo>
                    <a:cubicBezTo>
                      <a:pt x="2329" y="466"/>
                      <a:pt x="1863" y="932"/>
                      <a:pt x="1398" y="1397"/>
                    </a:cubicBezTo>
                    <a:cubicBezTo>
                      <a:pt x="932" y="1863"/>
                      <a:pt x="932" y="2329"/>
                      <a:pt x="466" y="2795"/>
                    </a:cubicBezTo>
                    <a:cubicBezTo>
                      <a:pt x="466" y="3260"/>
                      <a:pt x="0" y="3726"/>
                      <a:pt x="0" y="4192"/>
                    </a:cubicBezTo>
                    <a:cubicBezTo>
                      <a:pt x="0" y="4658"/>
                      <a:pt x="0" y="4658"/>
                      <a:pt x="0" y="5124"/>
                    </a:cubicBezTo>
                    <a:cubicBezTo>
                      <a:pt x="0" y="5589"/>
                      <a:pt x="466" y="6055"/>
                      <a:pt x="932" y="6521"/>
                    </a:cubicBezTo>
                    <a:cubicBezTo>
                      <a:pt x="1398" y="6521"/>
                      <a:pt x="1398" y="6986"/>
                      <a:pt x="1863" y="6986"/>
                    </a:cubicBezTo>
                    <a:cubicBezTo>
                      <a:pt x="2329" y="7452"/>
                      <a:pt x="3260" y="7452"/>
                      <a:pt x="3726" y="7452"/>
                    </a:cubicBezTo>
                    <a:cubicBezTo>
                      <a:pt x="4192" y="7452"/>
                      <a:pt x="4658" y="7452"/>
                      <a:pt x="5124" y="6986"/>
                    </a:cubicBezTo>
                    <a:cubicBezTo>
                      <a:pt x="5589" y="6986"/>
                      <a:pt x="6055" y="6521"/>
                      <a:pt x="6521" y="6055"/>
                    </a:cubicBezTo>
                    <a:cubicBezTo>
                      <a:pt x="6986" y="5589"/>
                      <a:pt x="6986" y="5124"/>
                      <a:pt x="7452" y="4658"/>
                    </a:cubicBezTo>
                    <a:cubicBezTo>
                      <a:pt x="7452" y="4192"/>
                      <a:pt x="7918" y="3726"/>
                      <a:pt x="7918" y="3260"/>
                    </a:cubicBezTo>
                    <a:cubicBezTo>
                      <a:pt x="7918" y="3260"/>
                      <a:pt x="7918" y="2795"/>
                      <a:pt x="7918" y="232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7"/>
              <p:cNvSpPr/>
              <p:nvPr/>
            </p:nvSpPr>
            <p:spPr>
              <a:xfrm>
                <a:off x="3064818" y="4310361"/>
                <a:ext cx="15299" cy="15299"/>
              </a:xfrm>
              <a:custGeom>
                <a:rect b="b" l="l" r="r" t="t"/>
                <a:pathLst>
                  <a:path extrusionOk="0" h="6986" w="6986">
                    <a:moveTo>
                      <a:pt x="3493" y="0"/>
                    </a:moveTo>
                    <a:cubicBezTo>
                      <a:pt x="-1164" y="0"/>
                      <a:pt x="-1164" y="6986"/>
                      <a:pt x="3493" y="6986"/>
                    </a:cubicBezTo>
                    <a:cubicBezTo>
                      <a:pt x="8151" y="6986"/>
                      <a:pt x="8151" y="0"/>
                      <a:pt x="34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9" name="Google Shape;529;p27"/>
            <p:cNvGrpSpPr/>
            <p:nvPr/>
          </p:nvGrpSpPr>
          <p:grpSpPr>
            <a:xfrm>
              <a:off x="-98100" y="3426560"/>
              <a:ext cx="1622636" cy="2019987"/>
              <a:chOff x="-98100" y="3426560"/>
              <a:chExt cx="1622636" cy="2019987"/>
            </a:xfrm>
          </p:grpSpPr>
          <p:sp>
            <p:nvSpPr>
              <p:cNvPr id="530" name="Google Shape;530;p27"/>
              <p:cNvSpPr/>
              <p:nvPr/>
            </p:nvSpPr>
            <p:spPr>
              <a:xfrm>
                <a:off x="-15950" y="3459232"/>
                <a:ext cx="295161" cy="1246872"/>
              </a:xfrm>
              <a:custGeom>
                <a:rect b="b" l="l" r="r" t="t"/>
                <a:pathLst>
                  <a:path extrusionOk="0" h="733454" w="173624">
                    <a:moveTo>
                      <a:pt x="140111" y="733455"/>
                    </a:moveTo>
                    <a:cubicBezTo>
                      <a:pt x="154084" y="693865"/>
                      <a:pt x="140111" y="654276"/>
                      <a:pt x="117755" y="622604"/>
                    </a:cubicBezTo>
                    <a:cubicBezTo>
                      <a:pt x="105180" y="604439"/>
                      <a:pt x="88412" y="585809"/>
                      <a:pt x="79563" y="565316"/>
                    </a:cubicBezTo>
                    <a:cubicBezTo>
                      <a:pt x="66987" y="536439"/>
                      <a:pt x="73974" y="507096"/>
                      <a:pt x="79097" y="477287"/>
                    </a:cubicBezTo>
                    <a:cubicBezTo>
                      <a:pt x="104248" y="330108"/>
                      <a:pt x="-48055" y="193641"/>
                      <a:pt x="15754" y="46461"/>
                    </a:cubicBezTo>
                    <a:cubicBezTo>
                      <a:pt x="25535" y="24105"/>
                      <a:pt x="51152" y="-13622"/>
                      <a:pt x="79097" y="5008"/>
                    </a:cubicBezTo>
                    <a:cubicBezTo>
                      <a:pt x="96330" y="16187"/>
                      <a:pt x="101919" y="49256"/>
                      <a:pt x="104714" y="68352"/>
                    </a:cubicBezTo>
                    <a:cubicBezTo>
                      <a:pt x="116358" y="149859"/>
                      <a:pt x="112166" y="232299"/>
                      <a:pt x="135454" y="311943"/>
                    </a:cubicBezTo>
                    <a:cubicBezTo>
                      <a:pt x="144303" y="342683"/>
                      <a:pt x="154550" y="373889"/>
                      <a:pt x="152687" y="406492"/>
                    </a:cubicBezTo>
                    <a:cubicBezTo>
                      <a:pt x="150824" y="437698"/>
                      <a:pt x="139180" y="462849"/>
                      <a:pt x="130796" y="492192"/>
                    </a:cubicBezTo>
                    <a:cubicBezTo>
                      <a:pt x="113563" y="552274"/>
                      <a:pt x="152221" y="580686"/>
                      <a:pt x="168988" y="631919"/>
                    </a:cubicBezTo>
                    <a:cubicBezTo>
                      <a:pt x="177838" y="658002"/>
                      <a:pt x="176906" y="721345"/>
                      <a:pt x="140111" y="733455"/>
                    </a:cubicBezTo>
                    <a:close/>
                  </a:path>
                </a:pathLst>
              </a:custGeom>
              <a:solidFill>
                <a:srgbClr val="80BBA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27"/>
              <p:cNvSpPr/>
              <p:nvPr/>
            </p:nvSpPr>
            <p:spPr>
              <a:xfrm>
                <a:off x="75882" y="3541572"/>
                <a:ext cx="182279" cy="1116414"/>
              </a:xfrm>
              <a:custGeom>
                <a:rect b="b" l="l" r="r" t="t"/>
                <a:pathLst>
                  <a:path extrusionOk="0" h="656714" w="107223">
                    <a:moveTo>
                      <a:pt x="78586" y="547572"/>
                    </a:moveTo>
                    <a:cubicBezTo>
                      <a:pt x="67874" y="529407"/>
                      <a:pt x="56696" y="510777"/>
                      <a:pt x="51107" y="490284"/>
                    </a:cubicBezTo>
                    <a:cubicBezTo>
                      <a:pt x="45052" y="467461"/>
                      <a:pt x="47846" y="444173"/>
                      <a:pt x="52504" y="421817"/>
                    </a:cubicBezTo>
                    <a:cubicBezTo>
                      <a:pt x="56696" y="400392"/>
                      <a:pt x="62285" y="378967"/>
                      <a:pt x="64148" y="357077"/>
                    </a:cubicBezTo>
                    <a:cubicBezTo>
                      <a:pt x="66011" y="335186"/>
                      <a:pt x="64148" y="312830"/>
                      <a:pt x="60422" y="290939"/>
                    </a:cubicBezTo>
                    <a:cubicBezTo>
                      <a:pt x="52970" y="245761"/>
                      <a:pt x="36668" y="202445"/>
                      <a:pt x="23627" y="158198"/>
                    </a:cubicBezTo>
                    <a:cubicBezTo>
                      <a:pt x="8723" y="107430"/>
                      <a:pt x="-1990" y="53402"/>
                      <a:pt x="8723" y="772"/>
                    </a:cubicBezTo>
                    <a:cubicBezTo>
                      <a:pt x="8723" y="-160"/>
                      <a:pt x="7791" y="-160"/>
                      <a:pt x="7791" y="306"/>
                    </a:cubicBezTo>
                    <a:cubicBezTo>
                      <a:pt x="-18291" y="90197"/>
                      <a:pt x="27819" y="178226"/>
                      <a:pt x="47846" y="264391"/>
                    </a:cubicBezTo>
                    <a:cubicBezTo>
                      <a:pt x="52970" y="287213"/>
                      <a:pt x="57161" y="310501"/>
                      <a:pt x="57627" y="333789"/>
                    </a:cubicBezTo>
                    <a:cubicBezTo>
                      <a:pt x="58093" y="357077"/>
                      <a:pt x="53901" y="379899"/>
                      <a:pt x="49244" y="402721"/>
                    </a:cubicBezTo>
                    <a:cubicBezTo>
                      <a:pt x="44586" y="423680"/>
                      <a:pt x="39928" y="445105"/>
                      <a:pt x="40860" y="466530"/>
                    </a:cubicBezTo>
                    <a:cubicBezTo>
                      <a:pt x="41791" y="486558"/>
                      <a:pt x="48312" y="505188"/>
                      <a:pt x="57627" y="522887"/>
                    </a:cubicBezTo>
                    <a:cubicBezTo>
                      <a:pt x="78586" y="562476"/>
                      <a:pt x="116779" y="606723"/>
                      <a:pt x="97217" y="654231"/>
                    </a:cubicBezTo>
                    <a:cubicBezTo>
                      <a:pt x="96285" y="656093"/>
                      <a:pt x="100011" y="657957"/>
                      <a:pt x="100943" y="655628"/>
                    </a:cubicBezTo>
                    <a:cubicBezTo>
                      <a:pt x="117710" y="619299"/>
                      <a:pt x="97682" y="580175"/>
                      <a:pt x="78586" y="54757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27"/>
              <p:cNvSpPr/>
              <p:nvPr/>
            </p:nvSpPr>
            <p:spPr>
              <a:xfrm>
                <a:off x="233075" y="3426560"/>
                <a:ext cx="315790" cy="1286312"/>
              </a:xfrm>
              <a:custGeom>
                <a:rect b="b" l="l" r="r" t="t"/>
                <a:pathLst>
                  <a:path extrusionOk="0" h="756654" w="185759">
                    <a:moveTo>
                      <a:pt x="0" y="753625"/>
                    </a:moveTo>
                    <a:cubicBezTo>
                      <a:pt x="70330" y="687953"/>
                      <a:pt x="64275" y="571979"/>
                      <a:pt x="30740" y="489540"/>
                    </a:cubicBezTo>
                    <a:cubicBezTo>
                      <a:pt x="5123" y="425265"/>
                      <a:pt x="42850" y="374032"/>
                      <a:pt x="56822" y="311620"/>
                    </a:cubicBezTo>
                    <a:cubicBezTo>
                      <a:pt x="63809" y="279483"/>
                      <a:pt x="66138" y="246880"/>
                      <a:pt x="65206" y="214277"/>
                    </a:cubicBezTo>
                    <a:cubicBezTo>
                      <a:pt x="63809" y="170030"/>
                      <a:pt x="54028" y="119262"/>
                      <a:pt x="71261" y="77344"/>
                    </a:cubicBezTo>
                    <a:cubicBezTo>
                      <a:pt x="83837" y="47069"/>
                      <a:pt x="118769" y="1425"/>
                      <a:pt x="156029" y="28"/>
                    </a:cubicBezTo>
                    <a:cubicBezTo>
                      <a:pt x="192358" y="-1370"/>
                      <a:pt x="188166" y="50330"/>
                      <a:pt x="180714" y="74549"/>
                    </a:cubicBezTo>
                    <a:cubicBezTo>
                      <a:pt x="171865" y="103426"/>
                      <a:pt x="153234" y="130440"/>
                      <a:pt x="149043" y="160714"/>
                    </a:cubicBezTo>
                    <a:cubicBezTo>
                      <a:pt x="144851" y="191920"/>
                      <a:pt x="156029" y="222660"/>
                      <a:pt x="151837" y="254332"/>
                    </a:cubicBezTo>
                    <a:cubicBezTo>
                      <a:pt x="143454" y="316743"/>
                      <a:pt x="88494" y="363785"/>
                      <a:pt x="82905" y="425731"/>
                    </a:cubicBezTo>
                    <a:cubicBezTo>
                      <a:pt x="80576" y="453676"/>
                      <a:pt x="95015" y="477430"/>
                      <a:pt x="102933" y="503512"/>
                    </a:cubicBezTo>
                    <a:cubicBezTo>
                      <a:pt x="110851" y="529129"/>
                      <a:pt x="108522" y="558938"/>
                      <a:pt x="104330" y="585020"/>
                    </a:cubicBezTo>
                    <a:cubicBezTo>
                      <a:pt x="95481" y="637651"/>
                      <a:pt x="76850" y="701460"/>
                      <a:pt x="36329" y="738720"/>
                    </a:cubicBezTo>
                    <a:cubicBezTo>
                      <a:pt x="28411" y="747104"/>
                      <a:pt x="11178" y="763405"/>
                      <a:pt x="0" y="753625"/>
                    </a:cubicBezTo>
                    <a:close/>
                  </a:path>
                </a:pathLst>
              </a:custGeom>
              <a:solidFill>
                <a:srgbClr val="80BBA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27"/>
              <p:cNvSpPr/>
              <p:nvPr/>
            </p:nvSpPr>
            <p:spPr>
              <a:xfrm>
                <a:off x="280107" y="3491829"/>
                <a:ext cx="205499" cy="1180710"/>
              </a:xfrm>
              <a:custGeom>
                <a:rect b="b" l="l" r="r" t="t"/>
                <a:pathLst>
                  <a:path extrusionOk="0" h="694535" w="120882">
                    <a:moveTo>
                      <a:pt x="118088" y="254"/>
                    </a:moveTo>
                    <a:cubicBezTo>
                      <a:pt x="84553" y="27733"/>
                      <a:pt x="74772" y="73844"/>
                      <a:pt x="73841" y="115296"/>
                    </a:cubicBezTo>
                    <a:cubicBezTo>
                      <a:pt x="73375" y="143242"/>
                      <a:pt x="75703" y="171187"/>
                      <a:pt x="74306" y="198667"/>
                    </a:cubicBezTo>
                    <a:cubicBezTo>
                      <a:pt x="72909" y="225215"/>
                      <a:pt x="66388" y="249900"/>
                      <a:pt x="56142" y="274585"/>
                    </a:cubicBezTo>
                    <a:cubicBezTo>
                      <a:pt x="37977" y="317435"/>
                      <a:pt x="14223" y="359353"/>
                      <a:pt x="23073" y="407792"/>
                    </a:cubicBezTo>
                    <a:cubicBezTo>
                      <a:pt x="27730" y="433409"/>
                      <a:pt x="38909" y="456697"/>
                      <a:pt x="46361" y="481382"/>
                    </a:cubicBezTo>
                    <a:cubicBezTo>
                      <a:pt x="53347" y="503738"/>
                      <a:pt x="56607" y="527026"/>
                      <a:pt x="55676" y="550314"/>
                    </a:cubicBezTo>
                    <a:cubicBezTo>
                      <a:pt x="54744" y="576397"/>
                      <a:pt x="49621" y="602014"/>
                      <a:pt x="40306" y="626233"/>
                    </a:cubicBezTo>
                    <a:cubicBezTo>
                      <a:pt x="35648" y="638343"/>
                      <a:pt x="29594" y="649987"/>
                      <a:pt x="23073" y="660699"/>
                    </a:cubicBezTo>
                    <a:cubicBezTo>
                      <a:pt x="16086" y="671877"/>
                      <a:pt x="7703" y="681658"/>
                      <a:pt x="251" y="692371"/>
                    </a:cubicBezTo>
                    <a:cubicBezTo>
                      <a:pt x="-681" y="693768"/>
                      <a:pt x="1182" y="695165"/>
                      <a:pt x="2579" y="694234"/>
                    </a:cubicBezTo>
                    <a:cubicBezTo>
                      <a:pt x="18881" y="680261"/>
                      <a:pt x="30525" y="659767"/>
                      <a:pt x="39840" y="640672"/>
                    </a:cubicBezTo>
                    <a:cubicBezTo>
                      <a:pt x="49155" y="621110"/>
                      <a:pt x="56142" y="599685"/>
                      <a:pt x="59402" y="578260"/>
                    </a:cubicBezTo>
                    <a:cubicBezTo>
                      <a:pt x="62662" y="557301"/>
                      <a:pt x="63128" y="535410"/>
                      <a:pt x="60333" y="514451"/>
                    </a:cubicBezTo>
                    <a:cubicBezTo>
                      <a:pt x="57073" y="489766"/>
                      <a:pt x="48690" y="467409"/>
                      <a:pt x="40306" y="444121"/>
                    </a:cubicBezTo>
                    <a:cubicBezTo>
                      <a:pt x="31456" y="418970"/>
                      <a:pt x="25402" y="393354"/>
                      <a:pt x="30059" y="366340"/>
                    </a:cubicBezTo>
                    <a:cubicBezTo>
                      <a:pt x="34251" y="342586"/>
                      <a:pt x="44032" y="320696"/>
                      <a:pt x="54279" y="299271"/>
                    </a:cubicBezTo>
                    <a:cubicBezTo>
                      <a:pt x="64059" y="277846"/>
                      <a:pt x="73841" y="256421"/>
                      <a:pt x="78964" y="233599"/>
                    </a:cubicBezTo>
                    <a:cubicBezTo>
                      <a:pt x="84553" y="207050"/>
                      <a:pt x="84087" y="179571"/>
                      <a:pt x="83621" y="152557"/>
                    </a:cubicBezTo>
                    <a:cubicBezTo>
                      <a:pt x="82224" y="100858"/>
                      <a:pt x="79895" y="40309"/>
                      <a:pt x="120882" y="2117"/>
                    </a:cubicBezTo>
                    <a:cubicBezTo>
                      <a:pt x="120882" y="1185"/>
                      <a:pt x="119019" y="-678"/>
                      <a:pt x="118088" y="25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27"/>
              <p:cNvSpPr/>
              <p:nvPr/>
            </p:nvSpPr>
            <p:spPr>
              <a:xfrm>
                <a:off x="271195" y="3618388"/>
                <a:ext cx="592921" cy="1104395"/>
              </a:xfrm>
              <a:custGeom>
                <a:rect b="b" l="l" r="r" t="t"/>
                <a:pathLst>
                  <a:path extrusionOk="0" h="649644" w="348777">
                    <a:moveTo>
                      <a:pt x="841" y="640672"/>
                    </a:moveTo>
                    <a:cubicBezTo>
                      <a:pt x="46020" y="604808"/>
                      <a:pt x="87007" y="571274"/>
                      <a:pt x="106103" y="514917"/>
                    </a:cubicBezTo>
                    <a:cubicBezTo>
                      <a:pt x="111692" y="499081"/>
                      <a:pt x="112157" y="480451"/>
                      <a:pt x="121473" y="466012"/>
                    </a:cubicBezTo>
                    <a:cubicBezTo>
                      <a:pt x="135445" y="445053"/>
                      <a:pt x="152678" y="431546"/>
                      <a:pt x="160130" y="405464"/>
                    </a:cubicBezTo>
                    <a:cubicBezTo>
                      <a:pt x="168514" y="374723"/>
                      <a:pt x="166186" y="342586"/>
                      <a:pt x="164788" y="311380"/>
                    </a:cubicBezTo>
                    <a:cubicBezTo>
                      <a:pt x="162925" y="272723"/>
                      <a:pt x="175035" y="245709"/>
                      <a:pt x="201117" y="217763"/>
                    </a:cubicBezTo>
                    <a:cubicBezTo>
                      <a:pt x="230460" y="186557"/>
                      <a:pt x="251419" y="155351"/>
                      <a:pt x="257940" y="112036"/>
                    </a:cubicBezTo>
                    <a:cubicBezTo>
                      <a:pt x="263063" y="79433"/>
                      <a:pt x="247693" y="40775"/>
                      <a:pt x="276104" y="16090"/>
                    </a:cubicBezTo>
                    <a:cubicBezTo>
                      <a:pt x="306379" y="-10458"/>
                      <a:pt x="337585" y="-4404"/>
                      <a:pt x="346434" y="36117"/>
                    </a:cubicBezTo>
                    <a:cubicBezTo>
                      <a:pt x="352954" y="67323"/>
                      <a:pt x="344571" y="101324"/>
                      <a:pt x="337119" y="131598"/>
                    </a:cubicBezTo>
                    <a:cubicBezTo>
                      <a:pt x="330132" y="160009"/>
                      <a:pt x="326406" y="190283"/>
                      <a:pt x="306379" y="212640"/>
                    </a:cubicBezTo>
                    <a:cubicBezTo>
                      <a:pt x="284022" y="237325"/>
                      <a:pt x="255611" y="246174"/>
                      <a:pt x="242570" y="279243"/>
                    </a:cubicBezTo>
                    <a:cubicBezTo>
                      <a:pt x="219748" y="338394"/>
                      <a:pt x="252816" y="402203"/>
                      <a:pt x="202049" y="452505"/>
                    </a:cubicBezTo>
                    <a:cubicBezTo>
                      <a:pt x="183884" y="470670"/>
                      <a:pt x="168048" y="482779"/>
                      <a:pt x="158268" y="507931"/>
                    </a:cubicBezTo>
                    <a:cubicBezTo>
                      <a:pt x="148021" y="535410"/>
                      <a:pt x="140103" y="563356"/>
                      <a:pt x="121007" y="586644"/>
                    </a:cubicBezTo>
                    <a:cubicBezTo>
                      <a:pt x="95390" y="617384"/>
                      <a:pt x="68842" y="640206"/>
                      <a:pt x="29252" y="649521"/>
                    </a:cubicBezTo>
                    <a:cubicBezTo>
                      <a:pt x="23198" y="649521"/>
                      <a:pt x="-5214" y="651384"/>
                      <a:pt x="841" y="640672"/>
                    </a:cubicBezTo>
                    <a:close/>
                  </a:path>
                </a:pathLst>
              </a:custGeom>
              <a:solidFill>
                <a:srgbClr val="80BBA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27"/>
              <p:cNvSpPr/>
              <p:nvPr/>
            </p:nvSpPr>
            <p:spPr>
              <a:xfrm>
                <a:off x="342319" y="3687908"/>
                <a:ext cx="451993" cy="998262"/>
              </a:xfrm>
              <a:custGeom>
                <a:rect b="b" l="l" r="r" t="t"/>
                <a:pathLst>
                  <a:path extrusionOk="0" h="587213" w="265878">
                    <a:moveTo>
                      <a:pt x="258910" y="306"/>
                    </a:moveTo>
                    <a:cubicBezTo>
                      <a:pt x="258444" y="-160"/>
                      <a:pt x="257513" y="-160"/>
                      <a:pt x="257978" y="772"/>
                    </a:cubicBezTo>
                    <a:cubicBezTo>
                      <a:pt x="270554" y="45484"/>
                      <a:pt x="251458" y="90663"/>
                      <a:pt x="227704" y="127924"/>
                    </a:cubicBezTo>
                    <a:cubicBezTo>
                      <a:pt x="205348" y="162856"/>
                      <a:pt x="177868" y="194993"/>
                      <a:pt x="162498" y="233651"/>
                    </a:cubicBezTo>
                    <a:cubicBezTo>
                      <a:pt x="154580" y="253678"/>
                      <a:pt x="151320" y="274172"/>
                      <a:pt x="151320" y="295597"/>
                    </a:cubicBezTo>
                    <a:cubicBezTo>
                      <a:pt x="151320" y="319350"/>
                      <a:pt x="153183" y="344035"/>
                      <a:pt x="144799" y="366858"/>
                    </a:cubicBezTo>
                    <a:cubicBezTo>
                      <a:pt x="137813" y="386420"/>
                      <a:pt x="124306" y="402721"/>
                      <a:pt x="112196" y="419023"/>
                    </a:cubicBezTo>
                    <a:cubicBezTo>
                      <a:pt x="99155" y="436255"/>
                      <a:pt x="88442" y="453955"/>
                      <a:pt x="80059" y="473516"/>
                    </a:cubicBezTo>
                    <a:cubicBezTo>
                      <a:pt x="70278" y="495873"/>
                      <a:pt x="62826" y="519161"/>
                      <a:pt x="50250" y="539654"/>
                    </a:cubicBezTo>
                    <a:cubicBezTo>
                      <a:pt x="44661" y="548969"/>
                      <a:pt x="37675" y="557819"/>
                      <a:pt x="29291" y="565737"/>
                    </a:cubicBezTo>
                    <a:cubicBezTo>
                      <a:pt x="20907" y="573654"/>
                      <a:pt x="11126" y="578778"/>
                      <a:pt x="880" y="583901"/>
                    </a:cubicBezTo>
                    <a:cubicBezTo>
                      <a:pt x="-983" y="584832"/>
                      <a:pt x="414" y="587627"/>
                      <a:pt x="2277" y="587161"/>
                    </a:cubicBezTo>
                    <a:cubicBezTo>
                      <a:pt x="19976" y="583435"/>
                      <a:pt x="34880" y="568997"/>
                      <a:pt x="45593" y="555024"/>
                    </a:cubicBezTo>
                    <a:cubicBezTo>
                      <a:pt x="58168" y="538722"/>
                      <a:pt x="67017" y="520558"/>
                      <a:pt x="74935" y="501928"/>
                    </a:cubicBezTo>
                    <a:cubicBezTo>
                      <a:pt x="83785" y="480503"/>
                      <a:pt x="92168" y="458612"/>
                      <a:pt x="105675" y="439050"/>
                    </a:cubicBezTo>
                    <a:cubicBezTo>
                      <a:pt x="117785" y="421351"/>
                      <a:pt x="132223" y="405516"/>
                      <a:pt x="142936" y="386885"/>
                    </a:cubicBezTo>
                    <a:cubicBezTo>
                      <a:pt x="154114" y="367789"/>
                      <a:pt x="157840" y="347296"/>
                      <a:pt x="158306" y="325405"/>
                    </a:cubicBezTo>
                    <a:cubicBezTo>
                      <a:pt x="158772" y="300720"/>
                      <a:pt x="156909" y="276500"/>
                      <a:pt x="163895" y="252281"/>
                    </a:cubicBezTo>
                    <a:cubicBezTo>
                      <a:pt x="176005" y="208966"/>
                      <a:pt x="206279" y="174034"/>
                      <a:pt x="230499" y="137239"/>
                    </a:cubicBezTo>
                    <a:cubicBezTo>
                      <a:pt x="255649" y="96718"/>
                      <a:pt x="277540" y="46882"/>
                      <a:pt x="258910" y="3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27"/>
              <p:cNvSpPr/>
              <p:nvPr/>
            </p:nvSpPr>
            <p:spPr>
              <a:xfrm>
                <a:off x="-98100" y="4642729"/>
                <a:ext cx="1622636" cy="803818"/>
              </a:xfrm>
              <a:custGeom>
                <a:rect b="b" l="l" r="r" t="t"/>
                <a:pathLst>
                  <a:path extrusionOk="0" h="472834" w="954492">
                    <a:moveTo>
                      <a:pt x="45030" y="21679"/>
                    </a:moveTo>
                    <a:cubicBezTo>
                      <a:pt x="116290" y="24008"/>
                      <a:pt x="186154" y="-4870"/>
                      <a:pt x="257881" y="720"/>
                    </a:cubicBezTo>
                    <a:cubicBezTo>
                      <a:pt x="356156" y="8172"/>
                      <a:pt x="412979" y="69652"/>
                      <a:pt x="500075" y="105981"/>
                    </a:cubicBezTo>
                    <a:cubicBezTo>
                      <a:pt x="616049" y="154420"/>
                      <a:pt x="750653" y="134392"/>
                      <a:pt x="851723" y="219626"/>
                    </a:cubicBezTo>
                    <a:cubicBezTo>
                      <a:pt x="885257" y="248037"/>
                      <a:pt x="963039" y="309517"/>
                      <a:pt x="953724" y="360751"/>
                    </a:cubicBezTo>
                    <a:cubicBezTo>
                      <a:pt x="943943" y="414779"/>
                      <a:pt x="827969" y="435272"/>
                      <a:pt x="787448" y="442724"/>
                    </a:cubicBezTo>
                    <a:cubicBezTo>
                      <a:pt x="734352" y="452505"/>
                      <a:pt x="685913" y="469738"/>
                      <a:pt x="631419" y="471601"/>
                    </a:cubicBezTo>
                    <a:cubicBezTo>
                      <a:pt x="552706" y="474396"/>
                      <a:pt x="469335" y="472067"/>
                      <a:pt x="390156" y="468341"/>
                    </a:cubicBezTo>
                    <a:cubicBezTo>
                      <a:pt x="274183" y="462752"/>
                      <a:pt x="109770" y="460423"/>
                      <a:pt x="38509" y="350970"/>
                    </a:cubicBezTo>
                    <a:cubicBezTo>
                      <a:pt x="-4341" y="284832"/>
                      <a:pt x="-7601" y="195406"/>
                      <a:pt x="10098" y="120885"/>
                    </a:cubicBezTo>
                    <a:cubicBezTo>
                      <a:pt x="12892" y="109241"/>
                      <a:pt x="36646" y="24008"/>
                      <a:pt x="45030" y="216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27"/>
              <p:cNvSpPr/>
              <p:nvPr/>
            </p:nvSpPr>
            <p:spPr>
              <a:xfrm>
                <a:off x="-79369" y="4756272"/>
                <a:ext cx="1555866" cy="655600"/>
              </a:xfrm>
              <a:custGeom>
                <a:rect b="b" l="l" r="r" t="t"/>
                <a:pathLst>
                  <a:path extrusionOk="0" h="385647" w="915215">
                    <a:moveTo>
                      <a:pt x="892393" y="287373"/>
                    </a:moveTo>
                    <a:cubicBezTo>
                      <a:pt x="874228" y="255701"/>
                      <a:pt x="852338" y="226358"/>
                      <a:pt x="825790" y="201208"/>
                    </a:cubicBezTo>
                    <a:cubicBezTo>
                      <a:pt x="800638" y="177920"/>
                      <a:pt x="772227" y="158358"/>
                      <a:pt x="739624" y="146714"/>
                    </a:cubicBezTo>
                    <a:cubicBezTo>
                      <a:pt x="701898" y="133207"/>
                      <a:pt x="660911" y="132741"/>
                      <a:pt x="621322" y="133207"/>
                    </a:cubicBezTo>
                    <a:cubicBezTo>
                      <a:pt x="582664" y="133673"/>
                      <a:pt x="543540" y="136001"/>
                      <a:pt x="505348" y="126686"/>
                    </a:cubicBezTo>
                    <a:cubicBezTo>
                      <a:pt x="469484" y="118303"/>
                      <a:pt x="436415" y="102467"/>
                      <a:pt x="404744" y="84302"/>
                    </a:cubicBezTo>
                    <a:cubicBezTo>
                      <a:pt x="340004" y="47041"/>
                      <a:pt x="272934" y="0"/>
                      <a:pt x="194687" y="0"/>
                    </a:cubicBezTo>
                    <a:cubicBezTo>
                      <a:pt x="149974" y="0"/>
                      <a:pt x="110385" y="20028"/>
                      <a:pt x="68932" y="34932"/>
                    </a:cubicBezTo>
                    <a:cubicBezTo>
                      <a:pt x="51233" y="40987"/>
                      <a:pt x="33069" y="43315"/>
                      <a:pt x="14439" y="43315"/>
                    </a:cubicBezTo>
                    <a:cubicBezTo>
                      <a:pt x="10247" y="43315"/>
                      <a:pt x="6055" y="42850"/>
                      <a:pt x="2329" y="42384"/>
                    </a:cubicBezTo>
                    <a:cubicBezTo>
                      <a:pt x="1397" y="46110"/>
                      <a:pt x="466" y="49370"/>
                      <a:pt x="0" y="51699"/>
                    </a:cubicBezTo>
                    <a:cubicBezTo>
                      <a:pt x="15370" y="55891"/>
                      <a:pt x="31672" y="57288"/>
                      <a:pt x="46576" y="55891"/>
                    </a:cubicBezTo>
                    <a:cubicBezTo>
                      <a:pt x="64275" y="54028"/>
                      <a:pt x="81042" y="50768"/>
                      <a:pt x="97809" y="45179"/>
                    </a:cubicBezTo>
                    <a:cubicBezTo>
                      <a:pt x="115974" y="39124"/>
                      <a:pt x="134604" y="34466"/>
                      <a:pt x="153234" y="29809"/>
                    </a:cubicBezTo>
                    <a:cubicBezTo>
                      <a:pt x="229153" y="12110"/>
                      <a:pt x="299017" y="53562"/>
                      <a:pt x="360963" y="92220"/>
                    </a:cubicBezTo>
                    <a:cubicBezTo>
                      <a:pt x="392634" y="111782"/>
                      <a:pt x="423840" y="132275"/>
                      <a:pt x="458306" y="147180"/>
                    </a:cubicBezTo>
                    <a:cubicBezTo>
                      <a:pt x="476005" y="154632"/>
                      <a:pt x="493704" y="161152"/>
                      <a:pt x="512334" y="164413"/>
                    </a:cubicBezTo>
                    <a:cubicBezTo>
                      <a:pt x="531896" y="168139"/>
                      <a:pt x="551924" y="169536"/>
                      <a:pt x="571951" y="170002"/>
                    </a:cubicBezTo>
                    <a:cubicBezTo>
                      <a:pt x="611075" y="170933"/>
                      <a:pt x="650199" y="167207"/>
                      <a:pt x="689322" y="170467"/>
                    </a:cubicBezTo>
                    <a:cubicBezTo>
                      <a:pt x="724254" y="173262"/>
                      <a:pt x="756391" y="183975"/>
                      <a:pt x="785734" y="203070"/>
                    </a:cubicBezTo>
                    <a:cubicBezTo>
                      <a:pt x="817872" y="224030"/>
                      <a:pt x="842557" y="253373"/>
                      <a:pt x="864447" y="284578"/>
                    </a:cubicBezTo>
                    <a:cubicBezTo>
                      <a:pt x="877023" y="302743"/>
                      <a:pt x="887735" y="321839"/>
                      <a:pt x="898448" y="340935"/>
                    </a:cubicBezTo>
                    <a:cubicBezTo>
                      <a:pt x="904502" y="337675"/>
                      <a:pt x="910092" y="334414"/>
                      <a:pt x="915215" y="330688"/>
                    </a:cubicBezTo>
                    <a:cubicBezTo>
                      <a:pt x="908229" y="316250"/>
                      <a:pt x="900776" y="301346"/>
                      <a:pt x="892393" y="287373"/>
                    </a:cubicBezTo>
                    <a:close/>
                    <a:moveTo>
                      <a:pt x="632500" y="236139"/>
                    </a:moveTo>
                    <a:cubicBezTo>
                      <a:pt x="554718" y="199810"/>
                      <a:pt x="483457" y="230550"/>
                      <a:pt x="402881" y="220770"/>
                    </a:cubicBezTo>
                    <a:cubicBezTo>
                      <a:pt x="363292" y="216112"/>
                      <a:pt x="319976" y="210988"/>
                      <a:pt x="282250" y="198413"/>
                    </a:cubicBezTo>
                    <a:cubicBezTo>
                      <a:pt x="247318" y="186769"/>
                      <a:pt x="217509" y="163481"/>
                      <a:pt x="183509" y="149974"/>
                    </a:cubicBezTo>
                    <a:cubicBezTo>
                      <a:pt x="139262" y="132275"/>
                      <a:pt x="39124" y="110385"/>
                      <a:pt x="34466" y="183509"/>
                    </a:cubicBezTo>
                    <a:cubicBezTo>
                      <a:pt x="27945" y="298085"/>
                      <a:pt x="187235" y="327894"/>
                      <a:pt x="267345" y="339072"/>
                    </a:cubicBezTo>
                    <a:cubicBezTo>
                      <a:pt x="333017" y="347921"/>
                      <a:pt x="395895" y="350250"/>
                      <a:pt x="462032" y="345593"/>
                    </a:cubicBezTo>
                    <a:cubicBezTo>
                      <a:pt x="510005" y="342332"/>
                      <a:pt x="565431" y="340004"/>
                      <a:pt x="613404" y="349319"/>
                    </a:cubicBezTo>
                    <a:cubicBezTo>
                      <a:pt x="652993" y="356771"/>
                      <a:pt x="692582" y="369346"/>
                      <a:pt x="732172" y="385648"/>
                    </a:cubicBezTo>
                    <a:cubicBezTo>
                      <a:pt x="737761" y="384251"/>
                      <a:pt x="743350" y="382853"/>
                      <a:pt x="748939" y="381922"/>
                    </a:cubicBezTo>
                    <a:cubicBezTo>
                      <a:pt x="722857" y="321373"/>
                      <a:pt x="695377" y="265482"/>
                      <a:pt x="632500" y="23613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28"/>
          <p:cNvGrpSpPr/>
          <p:nvPr/>
        </p:nvGrpSpPr>
        <p:grpSpPr>
          <a:xfrm>
            <a:off x="-246877" y="-148882"/>
            <a:ext cx="9934579" cy="6303469"/>
            <a:chOff x="-246877" y="-148882"/>
            <a:chExt cx="9934579" cy="6303469"/>
          </a:xfrm>
        </p:grpSpPr>
        <p:sp>
          <p:nvSpPr>
            <p:cNvPr id="540" name="Google Shape;540;p28"/>
            <p:cNvSpPr/>
            <p:nvPr/>
          </p:nvSpPr>
          <p:spPr>
            <a:xfrm rot="2909113">
              <a:off x="-291865" y="3856740"/>
              <a:ext cx="3202192" cy="1321821"/>
            </a:xfrm>
            <a:custGeom>
              <a:rect b="b" l="l" r="r" t="t"/>
              <a:pathLst>
                <a:path extrusionOk="0" h="733155" w="1776113">
                  <a:moveTo>
                    <a:pt x="1386968" y="65954"/>
                  </a:moveTo>
                  <a:cubicBezTo>
                    <a:pt x="1266804" y="130657"/>
                    <a:pt x="1164202" y="224940"/>
                    <a:pt x="1041728" y="285021"/>
                  </a:cubicBezTo>
                  <a:cubicBezTo>
                    <a:pt x="937278" y="336322"/>
                    <a:pt x="822198" y="361741"/>
                    <a:pt x="716361" y="409807"/>
                  </a:cubicBezTo>
                  <a:cubicBezTo>
                    <a:pt x="623465" y="452326"/>
                    <a:pt x="536578" y="512408"/>
                    <a:pt x="436287" y="531357"/>
                  </a:cubicBezTo>
                  <a:cubicBezTo>
                    <a:pt x="360029" y="545684"/>
                    <a:pt x="281923" y="535055"/>
                    <a:pt x="204279" y="539676"/>
                  </a:cubicBezTo>
                  <a:cubicBezTo>
                    <a:pt x="127096" y="544298"/>
                    <a:pt x="43906" y="568331"/>
                    <a:pt x="0" y="632110"/>
                  </a:cubicBezTo>
                  <a:cubicBezTo>
                    <a:pt x="8319" y="638118"/>
                    <a:pt x="24495" y="649210"/>
                    <a:pt x="32352" y="655218"/>
                  </a:cubicBezTo>
                  <a:cubicBezTo>
                    <a:pt x="115542" y="581734"/>
                    <a:pt x="244025" y="595136"/>
                    <a:pt x="348475" y="632572"/>
                  </a:cubicBezTo>
                  <a:cubicBezTo>
                    <a:pt x="452925" y="670008"/>
                    <a:pt x="553216" y="728241"/>
                    <a:pt x="664136" y="732863"/>
                  </a:cubicBezTo>
                  <a:cubicBezTo>
                    <a:pt x="808795" y="738871"/>
                    <a:pt x="941437" y="651521"/>
                    <a:pt x="1043114" y="548457"/>
                  </a:cubicBezTo>
                  <a:cubicBezTo>
                    <a:pt x="1144791" y="445394"/>
                    <a:pt x="1226595" y="322919"/>
                    <a:pt x="1336129" y="228175"/>
                  </a:cubicBezTo>
                  <a:cubicBezTo>
                    <a:pt x="1445663" y="133430"/>
                    <a:pt x="1595405" y="66878"/>
                    <a:pt x="1734518" y="106625"/>
                  </a:cubicBezTo>
                  <a:cubicBezTo>
                    <a:pt x="1745148" y="82130"/>
                    <a:pt x="1765483" y="64567"/>
                    <a:pt x="1776113" y="40072"/>
                  </a:cubicBezTo>
                  <a:cubicBezTo>
                    <a:pt x="1660109" y="-30639"/>
                    <a:pt x="1506669" y="1250"/>
                    <a:pt x="1386968" y="65954"/>
                  </a:cubicBezTo>
                  <a:close/>
                  <a:moveTo>
                    <a:pt x="1058828" y="456948"/>
                  </a:moveTo>
                  <a:cubicBezTo>
                    <a:pt x="1020468" y="523962"/>
                    <a:pt x="961773" y="577112"/>
                    <a:pt x="892910" y="611312"/>
                  </a:cubicBezTo>
                  <a:cubicBezTo>
                    <a:pt x="818963" y="648286"/>
                    <a:pt x="758419" y="685721"/>
                    <a:pt x="670607" y="667697"/>
                  </a:cubicBezTo>
                  <a:cubicBezTo>
                    <a:pt x="633171" y="659840"/>
                    <a:pt x="592500" y="637194"/>
                    <a:pt x="588803" y="598834"/>
                  </a:cubicBezTo>
                  <a:cubicBezTo>
                    <a:pt x="586030" y="570179"/>
                    <a:pt x="605441" y="543836"/>
                    <a:pt x="626238" y="523500"/>
                  </a:cubicBezTo>
                  <a:cubicBezTo>
                    <a:pt x="723293" y="427369"/>
                    <a:pt x="861020" y="382539"/>
                    <a:pt x="996897" y="366825"/>
                  </a:cubicBezTo>
                  <a:cubicBezTo>
                    <a:pt x="1022317" y="364052"/>
                    <a:pt x="1052358" y="364052"/>
                    <a:pt x="1067147" y="384850"/>
                  </a:cubicBezTo>
                  <a:cubicBezTo>
                    <a:pt x="1081937" y="406110"/>
                    <a:pt x="1071768" y="434764"/>
                    <a:pt x="1058828" y="4569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8"/>
            <p:cNvSpPr/>
            <p:nvPr/>
          </p:nvSpPr>
          <p:spPr>
            <a:xfrm flipH="1" rot="5108635">
              <a:off x="7467221" y="695677"/>
              <a:ext cx="2894782" cy="1305815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2" name="Google Shape;542;p28"/>
          <p:cNvGrpSpPr/>
          <p:nvPr/>
        </p:nvGrpSpPr>
        <p:grpSpPr>
          <a:xfrm flipH="1">
            <a:off x="262250" y="264900"/>
            <a:ext cx="8332325" cy="4567450"/>
            <a:chOff x="576425" y="264900"/>
            <a:chExt cx="8332325" cy="4567450"/>
          </a:xfrm>
        </p:grpSpPr>
        <p:sp>
          <p:nvSpPr>
            <p:cNvPr id="543" name="Google Shape;543;p28"/>
            <p:cNvSpPr/>
            <p:nvPr/>
          </p:nvSpPr>
          <p:spPr>
            <a:xfrm>
              <a:off x="8771950" y="7200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44" name="Google Shape;544;p28"/>
            <p:cNvSpPr/>
            <p:nvPr/>
          </p:nvSpPr>
          <p:spPr>
            <a:xfrm>
              <a:off x="576425" y="3237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939250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46" name="Google Shape;546;p28"/>
            <p:cNvSpPr/>
            <p:nvPr/>
          </p:nvSpPr>
          <p:spPr>
            <a:xfrm>
              <a:off x="8665450" y="33068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47" name="Google Shape;547;p28"/>
            <p:cNvSpPr/>
            <p:nvPr/>
          </p:nvSpPr>
          <p:spPr>
            <a:xfrm>
              <a:off x="4095525" y="47258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  <p:sp>
        <p:nvSpPr>
          <p:cNvPr id="548" name="Google Shape;548;p2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9" name="Google Shape;549;p28"/>
          <p:cNvSpPr txBox="1"/>
          <p:nvPr>
            <p:ph idx="1" type="body"/>
          </p:nvPr>
        </p:nvSpPr>
        <p:spPr>
          <a:xfrm>
            <a:off x="1069350" y="1160525"/>
            <a:ext cx="7005300" cy="3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52" name="Google Shape;552;p29"/>
          <p:cNvGrpSpPr/>
          <p:nvPr/>
        </p:nvGrpSpPr>
        <p:grpSpPr>
          <a:xfrm>
            <a:off x="-774808" y="-153043"/>
            <a:ext cx="11134568" cy="5935379"/>
            <a:chOff x="-774808" y="-153043"/>
            <a:chExt cx="11134568" cy="5935379"/>
          </a:xfrm>
        </p:grpSpPr>
        <p:sp>
          <p:nvSpPr>
            <p:cNvPr id="553" name="Google Shape;553;p29"/>
            <p:cNvSpPr/>
            <p:nvPr/>
          </p:nvSpPr>
          <p:spPr>
            <a:xfrm>
              <a:off x="7622211" y="-153043"/>
              <a:ext cx="2737549" cy="1750384"/>
            </a:xfrm>
            <a:custGeom>
              <a:rect b="b" l="l" r="r" t="t"/>
              <a:pathLst>
                <a:path extrusionOk="0" h="1102604" w="1724440">
                  <a:moveTo>
                    <a:pt x="90" y="196101"/>
                  </a:moveTo>
                  <a:cubicBezTo>
                    <a:pt x="-1758" y="249250"/>
                    <a:pt x="25048" y="302399"/>
                    <a:pt x="68954" y="332440"/>
                  </a:cubicBezTo>
                  <a:cubicBezTo>
                    <a:pt x="135968" y="378195"/>
                    <a:pt x="235334" y="371725"/>
                    <a:pt x="285710" y="435042"/>
                  </a:cubicBezTo>
                  <a:cubicBezTo>
                    <a:pt x="319910" y="478023"/>
                    <a:pt x="318524" y="538105"/>
                    <a:pt x="334700" y="590330"/>
                  </a:cubicBezTo>
                  <a:cubicBezTo>
                    <a:pt x="373059" y="711418"/>
                    <a:pt x="504777" y="779819"/>
                    <a:pt x="630950" y="796919"/>
                  </a:cubicBezTo>
                  <a:cubicBezTo>
                    <a:pt x="757122" y="814020"/>
                    <a:pt x="885142" y="793684"/>
                    <a:pt x="1011777" y="803390"/>
                  </a:cubicBezTo>
                  <a:cubicBezTo>
                    <a:pt x="1213282" y="818641"/>
                    <a:pt x="1407855" y="913386"/>
                    <a:pt x="1543732" y="1062666"/>
                  </a:cubicBezTo>
                  <a:cubicBezTo>
                    <a:pt x="1557597" y="1077918"/>
                    <a:pt x="1571925" y="1094094"/>
                    <a:pt x="1591336" y="1100564"/>
                  </a:cubicBezTo>
                  <a:cubicBezTo>
                    <a:pt x="1610746" y="1107034"/>
                    <a:pt x="1636628" y="1097791"/>
                    <a:pt x="1640326" y="1077456"/>
                  </a:cubicBezTo>
                  <a:cubicBezTo>
                    <a:pt x="1642637" y="1062204"/>
                    <a:pt x="1632468" y="1048339"/>
                    <a:pt x="1622301" y="1037247"/>
                  </a:cubicBezTo>
                  <a:cubicBezTo>
                    <a:pt x="1524321" y="925864"/>
                    <a:pt x="1397688" y="839901"/>
                    <a:pt x="1258112" y="789525"/>
                  </a:cubicBezTo>
                  <a:cubicBezTo>
                    <a:pt x="1239625" y="782592"/>
                    <a:pt x="1219753" y="776122"/>
                    <a:pt x="1206812" y="761332"/>
                  </a:cubicBezTo>
                  <a:cubicBezTo>
                    <a:pt x="1180468" y="732216"/>
                    <a:pt x="1192947" y="681840"/>
                    <a:pt x="1223449" y="656883"/>
                  </a:cubicBezTo>
                  <a:cubicBezTo>
                    <a:pt x="1253953" y="631925"/>
                    <a:pt x="1295548" y="625455"/>
                    <a:pt x="1334832" y="624069"/>
                  </a:cubicBezTo>
                  <a:cubicBezTo>
                    <a:pt x="1470248" y="618060"/>
                    <a:pt x="1607049" y="651336"/>
                    <a:pt x="1724440" y="719275"/>
                  </a:cubicBezTo>
                  <a:cubicBezTo>
                    <a:pt x="1709188" y="630077"/>
                    <a:pt x="1635242" y="557054"/>
                    <a:pt x="1548816" y="528862"/>
                  </a:cubicBezTo>
                  <a:cubicBezTo>
                    <a:pt x="1462391" y="501132"/>
                    <a:pt x="1366721" y="513610"/>
                    <a:pt x="1283531" y="549659"/>
                  </a:cubicBezTo>
                  <a:cubicBezTo>
                    <a:pt x="1207736" y="582473"/>
                    <a:pt x="1141646" y="633312"/>
                    <a:pt x="1070472" y="674445"/>
                  </a:cubicBezTo>
                  <a:cubicBezTo>
                    <a:pt x="998836" y="715578"/>
                    <a:pt x="917957" y="747930"/>
                    <a:pt x="836153" y="737762"/>
                  </a:cubicBezTo>
                  <a:cubicBezTo>
                    <a:pt x="754348" y="727594"/>
                    <a:pt x="674856" y="663815"/>
                    <a:pt x="671158" y="581087"/>
                  </a:cubicBezTo>
                  <a:cubicBezTo>
                    <a:pt x="666999" y="482645"/>
                    <a:pt x="760819" y="412858"/>
                    <a:pt x="818590" y="332903"/>
                  </a:cubicBezTo>
                  <a:cubicBezTo>
                    <a:pt x="868966" y="262653"/>
                    <a:pt x="893924" y="174841"/>
                    <a:pt x="887453" y="88415"/>
                  </a:cubicBezTo>
                  <a:cubicBezTo>
                    <a:pt x="885605" y="66231"/>
                    <a:pt x="881907" y="43585"/>
                    <a:pt x="868966" y="25098"/>
                  </a:cubicBezTo>
                  <a:cubicBezTo>
                    <a:pt x="856025" y="7074"/>
                    <a:pt x="832455" y="-4943"/>
                    <a:pt x="811195" y="1990"/>
                  </a:cubicBezTo>
                  <a:cubicBezTo>
                    <a:pt x="789936" y="8922"/>
                    <a:pt x="777457" y="32493"/>
                    <a:pt x="775608" y="55139"/>
                  </a:cubicBezTo>
                  <a:cubicBezTo>
                    <a:pt x="773760" y="77786"/>
                    <a:pt x="779306" y="99970"/>
                    <a:pt x="781154" y="122616"/>
                  </a:cubicBezTo>
                  <a:cubicBezTo>
                    <a:pt x="791784" y="236771"/>
                    <a:pt x="714140" y="337524"/>
                    <a:pt x="640656" y="425798"/>
                  </a:cubicBezTo>
                  <a:cubicBezTo>
                    <a:pt x="594900" y="480796"/>
                    <a:pt x="530197" y="541803"/>
                    <a:pt x="462258" y="519156"/>
                  </a:cubicBezTo>
                  <a:cubicBezTo>
                    <a:pt x="393395" y="496048"/>
                    <a:pt x="379068" y="400379"/>
                    <a:pt x="407722" y="333365"/>
                  </a:cubicBezTo>
                  <a:cubicBezTo>
                    <a:pt x="435915" y="266350"/>
                    <a:pt x="491838" y="214587"/>
                    <a:pt x="525113" y="150346"/>
                  </a:cubicBezTo>
                  <a:cubicBezTo>
                    <a:pt x="541289" y="118456"/>
                    <a:pt x="550070" y="75475"/>
                    <a:pt x="524651" y="50980"/>
                  </a:cubicBezTo>
                  <a:cubicBezTo>
                    <a:pt x="495073" y="22788"/>
                    <a:pt x="443310" y="43585"/>
                    <a:pt x="421587" y="78248"/>
                  </a:cubicBezTo>
                  <a:cubicBezTo>
                    <a:pt x="399865" y="112448"/>
                    <a:pt x="396168" y="154968"/>
                    <a:pt x="382303" y="193328"/>
                  </a:cubicBezTo>
                  <a:cubicBezTo>
                    <a:pt x="354573" y="268661"/>
                    <a:pt x="276467" y="327819"/>
                    <a:pt x="196974" y="316727"/>
                  </a:cubicBezTo>
                  <a:cubicBezTo>
                    <a:pt x="117481" y="305172"/>
                    <a:pt x="56937" y="209503"/>
                    <a:pt x="94373" y="138330"/>
                  </a:cubicBezTo>
                  <a:cubicBezTo>
                    <a:pt x="101767" y="124002"/>
                    <a:pt x="112860" y="111062"/>
                    <a:pt x="118405" y="95810"/>
                  </a:cubicBezTo>
                  <a:cubicBezTo>
                    <a:pt x="123951" y="80559"/>
                    <a:pt x="123027" y="61148"/>
                    <a:pt x="110549" y="50980"/>
                  </a:cubicBezTo>
                  <a:cubicBezTo>
                    <a:pt x="67104" y="16779"/>
                    <a:pt x="1477" y="165135"/>
                    <a:pt x="90" y="1961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29"/>
            <p:cNvSpPr/>
            <p:nvPr/>
          </p:nvSpPr>
          <p:spPr>
            <a:xfrm flipH="1" rot="-5073318">
              <a:off x="-1134824" y="3509727"/>
              <a:ext cx="2680665" cy="1714013"/>
            </a:xfrm>
            <a:custGeom>
              <a:rect b="b" l="l" r="r" t="t"/>
              <a:pathLst>
                <a:path extrusionOk="0" h="1102604" w="1724440">
                  <a:moveTo>
                    <a:pt x="90" y="196101"/>
                  </a:moveTo>
                  <a:cubicBezTo>
                    <a:pt x="-1758" y="249250"/>
                    <a:pt x="25048" y="302399"/>
                    <a:pt x="68954" y="332440"/>
                  </a:cubicBezTo>
                  <a:cubicBezTo>
                    <a:pt x="135968" y="378195"/>
                    <a:pt x="235334" y="371725"/>
                    <a:pt x="285710" y="435042"/>
                  </a:cubicBezTo>
                  <a:cubicBezTo>
                    <a:pt x="319910" y="478023"/>
                    <a:pt x="318524" y="538105"/>
                    <a:pt x="334700" y="590330"/>
                  </a:cubicBezTo>
                  <a:cubicBezTo>
                    <a:pt x="373059" y="711418"/>
                    <a:pt x="504777" y="779819"/>
                    <a:pt x="630950" y="796919"/>
                  </a:cubicBezTo>
                  <a:cubicBezTo>
                    <a:pt x="757122" y="814020"/>
                    <a:pt x="885142" y="793684"/>
                    <a:pt x="1011777" y="803390"/>
                  </a:cubicBezTo>
                  <a:cubicBezTo>
                    <a:pt x="1213282" y="818641"/>
                    <a:pt x="1407855" y="913386"/>
                    <a:pt x="1543732" y="1062666"/>
                  </a:cubicBezTo>
                  <a:cubicBezTo>
                    <a:pt x="1557597" y="1077918"/>
                    <a:pt x="1571925" y="1094094"/>
                    <a:pt x="1591336" y="1100564"/>
                  </a:cubicBezTo>
                  <a:cubicBezTo>
                    <a:pt x="1610746" y="1107034"/>
                    <a:pt x="1636628" y="1097791"/>
                    <a:pt x="1640326" y="1077456"/>
                  </a:cubicBezTo>
                  <a:cubicBezTo>
                    <a:pt x="1642637" y="1062204"/>
                    <a:pt x="1632468" y="1048339"/>
                    <a:pt x="1622301" y="1037247"/>
                  </a:cubicBezTo>
                  <a:cubicBezTo>
                    <a:pt x="1524321" y="925864"/>
                    <a:pt x="1397688" y="839901"/>
                    <a:pt x="1258112" y="789525"/>
                  </a:cubicBezTo>
                  <a:cubicBezTo>
                    <a:pt x="1239625" y="782592"/>
                    <a:pt x="1219753" y="776122"/>
                    <a:pt x="1206812" y="761332"/>
                  </a:cubicBezTo>
                  <a:cubicBezTo>
                    <a:pt x="1180468" y="732216"/>
                    <a:pt x="1192947" y="681840"/>
                    <a:pt x="1223449" y="656883"/>
                  </a:cubicBezTo>
                  <a:cubicBezTo>
                    <a:pt x="1253953" y="631925"/>
                    <a:pt x="1295548" y="625455"/>
                    <a:pt x="1334832" y="624069"/>
                  </a:cubicBezTo>
                  <a:cubicBezTo>
                    <a:pt x="1470248" y="618060"/>
                    <a:pt x="1607049" y="651336"/>
                    <a:pt x="1724440" y="719275"/>
                  </a:cubicBezTo>
                  <a:cubicBezTo>
                    <a:pt x="1709188" y="630077"/>
                    <a:pt x="1635242" y="557054"/>
                    <a:pt x="1548816" y="528862"/>
                  </a:cubicBezTo>
                  <a:cubicBezTo>
                    <a:pt x="1462391" y="501132"/>
                    <a:pt x="1366721" y="513610"/>
                    <a:pt x="1283531" y="549659"/>
                  </a:cubicBezTo>
                  <a:cubicBezTo>
                    <a:pt x="1207736" y="582473"/>
                    <a:pt x="1141646" y="633312"/>
                    <a:pt x="1070472" y="674445"/>
                  </a:cubicBezTo>
                  <a:cubicBezTo>
                    <a:pt x="998836" y="715578"/>
                    <a:pt x="917957" y="747930"/>
                    <a:pt x="836153" y="737762"/>
                  </a:cubicBezTo>
                  <a:cubicBezTo>
                    <a:pt x="754348" y="727594"/>
                    <a:pt x="674856" y="663815"/>
                    <a:pt x="671158" y="581087"/>
                  </a:cubicBezTo>
                  <a:cubicBezTo>
                    <a:pt x="666999" y="482645"/>
                    <a:pt x="760819" y="412858"/>
                    <a:pt x="818590" y="332903"/>
                  </a:cubicBezTo>
                  <a:cubicBezTo>
                    <a:pt x="868966" y="262653"/>
                    <a:pt x="893924" y="174841"/>
                    <a:pt x="887453" y="88415"/>
                  </a:cubicBezTo>
                  <a:cubicBezTo>
                    <a:pt x="885605" y="66231"/>
                    <a:pt x="881907" y="43585"/>
                    <a:pt x="868966" y="25098"/>
                  </a:cubicBezTo>
                  <a:cubicBezTo>
                    <a:pt x="856025" y="7074"/>
                    <a:pt x="832455" y="-4943"/>
                    <a:pt x="811195" y="1990"/>
                  </a:cubicBezTo>
                  <a:cubicBezTo>
                    <a:pt x="789936" y="8922"/>
                    <a:pt x="777457" y="32493"/>
                    <a:pt x="775608" y="55139"/>
                  </a:cubicBezTo>
                  <a:cubicBezTo>
                    <a:pt x="773760" y="77786"/>
                    <a:pt x="779306" y="99970"/>
                    <a:pt x="781154" y="122616"/>
                  </a:cubicBezTo>
                  <a:cubicBezTo>
                    <a:pt x="791784" y="236771"/>
                    <a:pt x="714140" y="337524"/>
                    <a:pt x="640656" y="425798"/>
                  </a:cubicBezTo>
                  <a:cubicBezTo>
                    <a:pt x="594900" y="480796"/>
                    <a:pt x="530197" y="541803"/>
                    <a:pt x="462258" y="519156"/>
                  </a:cubicBezTo>
                  <a:cubicBezTo>
                    <a:pt x="393395" y="496048"/>
                    <a:pt x="379068" y="400379"/>
                    <a:pt x="407722" y="333365"/>
                  </a:cubicBezTo>
                  <a:cubicBezTo>
                    <a:pt x="435915" y="266350"/>
                    <a:pt x="491838" y="214587"/>
                    <a:pt x="525113" y="150346"/>
                  </a:cubicBezTo>
                  <a:cubicBezTo>
                    <a:pt x="541289" y="118456"/>
                    <a:pt x="550070" y="75475"/>
                    <a:pt x="524651" y="50980"/>
                  </a:cubicBezTo>
                  <a:cubicBezTo>
                    <a:pt x="495073" y="22788"/>
                    <a:pt x="443310" y="43585"/>
                    <a:pt x="421587" y="78248"/>
                  </a:cubicBezTo>
                  <a:cubicBezTo>
                    <a:pt x="399865" y="112448"/>
                    <a:pt x="396168" y="154968"/>
                    <a:pt x="382303" y="193328"/>
                  </a:cubicBezTo>
                  <a:cubicBezTo>
                    <a:pt x="354573" y="268661"/>
                    <a:pt x="276467" y="327819"/>
                    <a:pt x="196974" y="316727"/>
                  </a:cubicBezTo>
                  <a:cubicBezTo>
                    <a:pt x="117481" y="305172"/>
                    <a:pt x="56937" y="209503"/>
                    <a:pt x="94373" y="138330"/>
                  </a:cubicBezTo>
                  <a:cubicBezTo>
                    <a:pt x="101767" y="124002"/>
                    <a:pt x="112860" y="111062"/>
                    <a:pt x="118405" y="95810"/>
                  </a:cubicBezTo>
                  <a:cubicBezTo>
                    <a:pt x="123951" y="80559"/>
                    <a:pt x="123027" y="61148"/>
                    <a:pt x="110549" y="50980"/>
                  </a:cubicBezTo>
                  <a:cubicBezTo>
                    <a:pt x="67104" y="16779"/>
                    <a:pt x="1477" y="165135"/>
                    <a:pt x="90" y="1961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" name="Google Shape;555;p29"/>
          <p:cNvGrpSpPr/>
          <p:nvPr/>
        </p:nvGrpSpPr>
        <p:grpSpPr>
          <a:xfrm>
            <a:off x="265525" y="218475"/>
            <a:ext cx="8557975" cy="4758725"/>
            <a:chOff x="265525" y="218475"/>
            <a:chExt cx="8557975" cy="4758725"/>
          </a:xfrm>
        </p:grpSpPr>
        <p:sp>
          <p:nvSpPr>
            <p:cNvPr id="556" name="Google Shape;556;p29"/>
            <p:cNvSpPr/>
            <p:nvPr/>
          </p:nvSpPr>
          <p:spPr>
            <a:xfrm>
              <a:off x="6608100" y="21847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8686700" y="17158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3942850" y="48404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1330788" y="2562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265525" y="233232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1411225" y="480327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64" name="Google Shape;564;p30"/>
          <p:cNvGrpSpPr/>
          <p:nvPr/>
        </p:nvGrpSpPr>
        <p:grpSpPr>
          <a:xfrm>
            <a:off x="306625" y="161475"/>
            <a:ext cx="8602125" cy="4366275"/>
            <a:chOff x="306625" y="161475"/>
            <a:chExt cx="8602125" cy="4366275"/>
          </a:xfrm>
        </p:grpSpPr>
        <p:sp>
          <p:nvSpPr>
            <p:cNvPr id="565" name="Google Shape;565;p30"/>
            <p:cNvSpPr/>
            <p:nvPr/>
          </p:nvSpPr>
          <p:spPr>
            <a:xfrm>
              <a:off x="8771950" y="72005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306625" y="227972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1472950" y="16147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8665450" y="27411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3677800" y="44212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  <p:grpSp>
        <p:nvGrpSpPr>
          <p:cNvPr id="570" name="Google Shape;570;p30"/>
          <p:cNvGrpSpPr/>
          <p:nvPr/>
        </p:nvGrpSpPr>
        <p:grpSpPr>
          <a:xfrm>
            <a:off x="-156012" y="3687877"/>
            <a:ext cx="9456023" cy="1846152"/>
            <a:chOff x="-156012" y="3687877"/>
            <a:chExt cx="9456023" cy="1846152"/>
          </a:xfrm>
        </p:grpSpPr>
        <p:sp>
          <p:nvSpPr>
            <p:cNvPr id="571" name="Google Shape;571;p30"/>
            <p:cNvSpPr/>
            <p:nvPr/>
          </p:nvSpPr>
          <p:spPr>
            <a:xfrm>
              <a:off x="4476846" y="4487873"/>
              <a:ext cx="607074" cy="528768"/>
            </a:xfrm>
            <a:custGeom>
              <a:rect b="b" l="l" r="r" t="t"/>
              <a:pathLst>
                <a:path extrusionOk="0" h="133950" w="153787">
                  <a:moveTo>
                    <a:pt x="60922" y="129993"/>
                  </a:moveTo>
                  <a:cubicBezTo>
                    <a:pt x="66930" y="114280"/>
                    <a:pt x="49368" y="102263"/>
                    <a:pt x="37352" y="98104"/>
                  </a:cubicBezTo>
                  <a:cubicBezTo>
                    <a:pt x="31343" y="95793"/>
                    <a:pt x="16554" y="99490"/>
                    <a:pt x="18402" y="87936"/>
                  </a:cubicBezTo>
                  <a:cubicBezTo>
                    <a:pt x="19789" y="76844"/>
                    <a:pt x="31343" y="85163"/>
                    <a:pt x="36889" y="87474"/>
                  </a:cubicBezTo>
                  <a:cubicBezTo>
                    <a:pt x="41049" y="80541"/>
                    <a:pt x="14243" y="57895"/>
                    <a:pt x="31343" y="55584"/>
                  </a:cubicBezTo>
                  <a:cubicBezTo>
                    <a:pt x="40587" y="54198"/>
                    <a:pt x="41511" y="67601"/>
                    <a:pt x="42897" y="74071"/>
                  </a:cubicBezTo>
                  <a:cubicBezTo>
                    <a:pt x="45208" y="84701"/>
                    <a:pt x="44284" y="81466"/>
                    <a:pt x="51679" y="87936"/>
                  </a:cubicBezTo>
                  <a:cubicBezTo>
                    <a:pt x="54914" y="90709"/>
                    <a:pt x="58611" y="100415"/>
                    <a:pt x="62308" y="101339"/>
                  </a:cubicBezTo>
                  <a:cubicBezTo>
                    <a:pt x="71552" y="103650"/>
                    <a:pt x="74325" y="87012"/>
                    <a:pt x="74787" y="81466"/>
                  </a:cubicBezTo>
                  <a:cubicBezTo>
                    <a:pt x="75249" y="68063"/>
                    <a:pt x="68317" y="68987"/>
                    <a:pt x="61384" y="59744"/>
                  </a:cubicBezTo>
                  <a:cubicBezTo>
                    <a:pt x="55376" y="51887"/>
                    <a:pt x="56300" y="42644"/>
                    <a:pt x="46132" y="38484"/>
                  </a:cubicBezTo>
                  <a:cubicBezTo>
                    <a:pt x="34116" y="33863"/>
                    <a:pt x="9622" y="49114"/>
                    <a:pt x="1764" y="38946"/>
                  </a:cubicBezTo>
                  <a:cubicBezTo>
                    <a:pt x="-1933" y="33863"/>
                    <a:pt x="378" y="20460"/>
                    <a:pt x="6848" y="19073"/>
                  </a:cubicBezTo>
                  <a:cubicBezTo>
                    <a:pt x="14243" y="17687"/>
                    <a:pt x="14705" y="28316"/>
                    <a:pt x="20713" y="28316"/>
                  </a:cubicBezTo>
                  <a:cubicBezTo>
                    <a:pt x="33654" y="28316"/>
                    <a:pt x="26722" y="7519"/>
                    <a:pt x="36889" y="1973"/>
                  </a:cubicBezTo>
                  <a:cubicBezTo>
                    <a:pt x="53990" y="-7271"/>
                    <a:pt x="43822" y="18611"/>
                    <a:pt x="40125" y="25081"/>
                  </a:cubicBezTo>
                  <a:cubicBezTo>
                    <a:pt x="47519" y="32476"/>
                    <a:pt x="61384" y="27854"/>
                    <a:pt x="68317" y="38022"/>
                  </a:cubicBezTo>
                  <a:cubicBezTo>
                    <a:pt x="71090" y="42181"/>
                    <a:pt x="69241" y="50038"/>
                    <a:pt x="71552" y="52811"/>
                  </a:cubicBezTo>
                  <a:cubicBezTo>
                    <a:pt x="75711" y="57433"/>
                    <a:pt x="84493" y="51425"/>
                    <a:pt x="86803" y="47265"/>
                  </a:cubicBezTo>
                  <a:cubicBezTo>
                    <a:pt x="91425" y="39871"/>
                    <a:pt x="81258" y="1048"/>
                    <a:pt x="98358" y="2435"/>
                  </a:cubicBezTo>
                  <a:cubicBezTo>
                    <a:pt x="110836" y="3359"/>
                    <a:pt x="94660" y="21846"/>
                    <a:pt x="100668" y="29241"/>
                  </a:cubicBezTo>
                  <a:cubicBezTo>
                    <a:pt x="104366" y="33400"/>
                    <a:pt x="108988" y="28316"/>
                    <a:pt x="111299" y="34787"/>
                  </a:cubicBezTo>
                  <a:cubicBezTo>
                    <a:pt x="114071" y="42181"/>
                    <a:pt x="105752" y="47728"/>
                    <a:pt x="101131" y="50963"/>
                  </a:cubicBezTo>
                  <a:cubicBezTo>
                    <a:pt x="95123" y="56047"/>
                    <a:pt x="80795" y="70374"/>
                    <a:pt x="93736" y="73609"/>
                  </a:cubicBezTo>
                  <a:cubicBezTo>
                    <a:pt x="108525" y="77306"/>
                    <a:pt x="129785" y="54198"/>
                    <a:pt x="135793" y="43568"/>
                  </a:cubicBezTo>
                  <a:cubicBezTo>
                    <a:pt x="139029" y="37560"/>
                    <a:pt x="137642" y="14913"/>
                    <a:pt x="144112" y="14913"/>
                  </a:cubicBezTo>
                  <a:cubicBezTo>
                    <a:pt x="159826" y="14913"/>
                    <a:pt x="147809" y="41719"/>
                    <a:pt x="146423" y="47265"/>
                  </a:cubicBezTo>
                  <a:cubicBezTo>
                    <a:pt x="144574" y="53736"/>
                    <a:pt x="145961" y="54198"/>
                    <a:pt x="140415" y="59282"/>
                  </a:cubicBezTo>
                  <a:cubicBezTo>
                    <a:pt x="135331" y="63903"/>
                    <a:pt x="127937" y="64828"/>
                    <a:pt x="127937" y="73609"/>
                  </a:cubicBezTo>
                  <a:cubicBezTo>
                    <a:pt x="136255" y="75458"/>
                    <a:pt x="150583" y="72684"/>
                    <a:pt x="153356" y="84239"/>
                  </a:cubicBezTo>
                  <a:cubicBezTo>
                    <a:pt x="156591" y="98566"/>
                    <a:pt x="140877" y="99028"/>
                    <a:pt x="132096" y="93944"/>
                  </a:cubicBezTo>
                  <a:cubicBezTo>
                    <a:pt x="121928" y="88398"/>
                    <a:pt x="120542" y="85163"/>
                    <a:pt x="108525" y="87936"/>
                  </a:cubicBezTo>
                  <a:cubicBezTo>
                    <a:pt x="102517" y="89323"/>
                    <a:pt x="96509" y="91171"/>
                    <a:pt x="90963" y="94406"/>
                  </a:cubicBezTo>
                  <a:cubicBezTo>
                    <a:pt x="84493" y="98104"/>
                    <a:pt x="80795" y="101339"/>
                    <a:pt x="78947" y="108734"/>
                  </a:cubicBezTo>
                  <a:cubicBezTo>
                    <a:pt x="77560" y="114742"/>
                    <a:pt x="81258" y="124447"/>
                    <a:pt x="78947" y="129531"/>
                  </a:cubicBezTo>
                  <a:cubicBezTo>
                    <a:pt x="76636" y="134615"/>
                    <a:pt x="66930" y="136002"/>
                    <a:pt x="60922" y="1299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30"/>
            <p:cNvSpPr/>
            <p:nvPr/>
          </p:nvSpPr>
          <p:spPr>
            <a:xfrm>
              <a:off x="8171452" y="3687877"/>
              <a:ext cx="692301" cy="695226"/>
            </a:xfrm>
            <a:custGeom>
              <a:rect b="b" l="l" r="r" t="t"/>
              <a:pathLst>
                <a:path extrusionOk="0" h="176118" w="175377">
                  <a:moveTo>
                    <a:pt x="62594" y="172652"/>
                  </a:moveTo>
                  <a:cubicBezTo>
                    <a:pt x="62594" y="152779"/>
                    <a:pt x="62131" y="143536"/>
                    <a:pt x="43644" y="134292"/>
                  </a:cubicBezTo>
                  <a:cubicBezTo>
                    <a:pt x="33015" y="129209"/>
                    <a:pt x="-8580" y="125511"/>
                    <a:pt x="1587" y="104714"/>
                  </a:cubicBezTo>
                  <a:cubicBezTo>
                    <a:pt x="7596" y="104714"/>
                    <a:pt x="32553" y="134292"/>
                    <a:pt x="36250" y="113957"/>
                  </a:cubicBezTo>
                  <a:cubicBezTo>
                    <a:pt x="38561" y="101016"/>
                    <a:pt x="16377" y="96857"/>
                    <a:pt x="10369" y="89462"/>
                  </a:cubicBezTo>
                  <a:cubicBezTo>
                    <a:pt x="6209" y="84378"/>
                    <a:pt x="-4883" y="58959"/>
                    <a:pt x="11293" y="63581"/>
                  </a:cubicBezTo>
                  <a:cubicBezTo>
                    <a:pt x="19612" y="65892"/>
                    <a:pt x="18225" y="80219"/>
                    <a:pt x="24696" y="84840"/>
                  </a:cubicBezTo>
                  <a:cubicBezTo>
                    <a:pt x="34864" y="91311"/>
                    <a:pt x="44107" y="88076"/>
                    <a:pt x="46880" y="102865"/>
                  </a:cubicBezTo>
                  <a:cubicBezTo>
                    <a:pt x="48266" y="109798"/>
                    <a:pt x="45955" y="124587"/>
                    <a:pt x="53350" y="129209"/>
                  </a:cubicBezTo>
                  <a:cubicBezTo>
                    <a:pt x="70912" y="139376"/>
                    <a:pt x="68602" y="112570"/>
                    <a:pt x="67215" y="105176"/>
                  </a:cubicBezTo>
                  <a:cubicBezTo>
                    <a:pt x="65829" y="97781"/>
                    <a:pt x="64442" y="98705"/>
                    <a:pt x="70450" y="91773"/>
                  </a:cubicBezTo>
                  <a:cubicBezTo>
                    <a:pt x="73685" y="87614"/>
                    <a:pt x="77845" y="83454"/>
                    <a:pt x="81081" y="79757"/>
                  </a:cubicBezTo>
                  <a:cubicBezTo>
                    <a:pt x="88013" y="71438"/>
                    <a:pt x="106037" y="56648"/>
                    <a:pt x="86164" y="50178"/>
                  </a:cubicBezTo>
                  <a:cubicBezTo>
                    <a:pt x="74148" y="46480"/>
                    <a:pt x="62131" y="57573"/>
                    <a:pt x="50577" y="46943"/>
                  </a:cubicBezTo>
                  <a:cubicBezTo>
                    <a:pt x="45955" y="42783"/>
                    <a:pt x="42720" y="34926"/>
                    <a:pt x="48729" y="30305"/>
                  </a:cubicBezTo>
                  <a:cubicBezTo>
                    <a:pt x="54737" y="26145"/>
                    <a:pt x="59358" y="32615"/>
                    <a:pt x="64442" y="34926"/>
                  </a:cubicBezTo>
                  <a:cubicBezTo>
                    <a:pt x="81543" y="43245"/>
                    <a:pt x="75534" y="27532"/>
                    <a:pt x="76459" y="15515"/>
                  </a:cubicBezTo>
                  <a:cubicBezTo>
                    <a:pt x="76921" y="11356"/>
                    <a:pt x="78770" y="2574"/>
                    <a:pt x="82929" y="726"/>
                  </a:cubicBezTo>
                  <a:cubicBezTo>
                    <a:pt x="93097" y="-3434"/>
                    <a:pt x="90786" y="11356"/>
                    <a:pt x="91248" y="17826"/>
                  </a:cubicBezTo>
                  <a:cubicBezTo>
                    <a:pt x="92172" y="35851"/>
                    <a:pt x="103264" y="26607"/>
                    <a:pt x="112046" y="37699"/>
                  </a:cubicBezTo>
                  <a:cubicBezTo>
                    <a:pt x="120827" y="49254"/>
                    <a:pt x="112508" y="66354"/>
                    <a:pt x="104189" y="75135"/>
                  </a:cubicBezTo>
                  <a:cubicBezTo>
                    <a:pt x="99105" y="80681"/>
                    <a:pt x="71837" y="94546"/>
                    <a:pt x="89861" y="101016"/>
                  </a:cubicBezTo>
                  <a:cubicBezTo>
                    <a:pt x="101415" y="105176"/>
                    <a:pt x="106962" y="91773"/>
                    <a:pt x="115743" y="89462"/>
                  </a:cubicBezTo>
                  <a:cubicBezTo>
                    <a:pt x="124524" y="87151"/>
                    <a:pt x="127297" y="92697"/>
                    <a:pt x="136078" y="89462"/>
                  </a:cubicBezTo>
                  <a:cubicBezTo>
                    <a:pt x="144859" y="85765"/>
                    <a:pt x="161497" y="70051"/>
                    <a:pt x="171665" y="79295"/>
                  </a:cubicBezTo>
                  <a:cubicBezTo>
                    <a:pt x="178136" y="85303"/>
                    <a:pt x="175362" y="96395"/>
                    <a:pt x="169355" y="101479"/>
                  </a:cubicBezTo>
                  <a:cubicBezTo>
                    <a:pt x="161497" y="108873"/>
                    <a:pt x="150406" y="105176"/>
                    <a:pt x="141162" y="108411"/>
                  </a:cubicBezTo>
                  <a:cubicBezTo>
                    <a:pt x="136078" y="110260"/>
                    <a:pt x="130532" y="117192"/>
                    <a:pt x="126373" y="113033"/>
                  </a:cubicBezTo>
                  <a:cubicBezTo>
                    <a:pt x="123138" y="136141"/>
                    <a:pt x="104189" y="118579"/>
                    <a:pt x="91710" y="122738"/>
                  </a:cubicBezTo>
                  <a:cubicBezTo>
                    <a:pt x="82005" y="125973"/>
                    <a:pt x="79232" y="139839"/>
                    <a:pt x="78307" y="148620"/>
                  </a:cubicBezTo>
                  <a:cubicBezTo>
                    <a:pt x="77383" y="157401"/>
                    <a:pt x="88475" y="167569"/>
                    <a:pt x="82929" y="174039"/>
                  </a:cubicBezTo>
                  <a:cubicBezTo>
                    <a:pt x="80618" y="176350"/>
                    <a:pt x="67678" y="177736"/>
                    <a:pt x="62594" y="1726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0"/>
            <p:cNvSpPr/>
            <p:nvPr/>
          </p:nvSpPr>
          <p:spPr>
            <a:xfrm>
              <a:off x="-156012" y="3970511"/>
              <a:ext cx="9456023" cy="1563518"/>
            </a:xfrm>
            <a:custGeom>
              <a:rect b="b" l="l" r="r" t="t"/>
              <a:pathLst>
                <a:path extrusionOk="0" h="396078" w="2395446">
                  <a:moveTo>
                    <a:pt x="2395418" y="0"/>
                  </a:moveTo>
                  <a:cubicBezTo>
                    <a:pt x="2397267" y="1386"/>
                    <a:pt x="2308530" y="44830"/>
                    <a:pt x="2262313" y="61931"/>
                  </a:cubicBezTo>
                  <a:cubicBezTo>
                    <a:pt x="2203618" y="84115"/>
                    <a:pt x="2140301" y="90585"/>
                    <a:pt x="2078371" y="98904"/>
                  </a:cubicBezTo>
                  <a:cubicBezTo>
                    <a:pt x="1966064" y="113693"/>
                    <a:pt x="1850059" y="111382"/>
                    <a:pt x="1740064" y="140961"/>
                  </a:cubicBezTo>
                  <a:cubicBezTo>
                    <a:pt x="1646243" y="165919"/>
                    <a:pt x="1579229" y="232471"/>
                    <a:pt x="1482636" y="252344"/>
                  </a:cubicBezTo>
                  <a:cubicBezTo>
                    <a:pt x="1390665" y="271293"/>
                    <a:pt x="1291298" y="256503"/>
                    <a:pt x="1198402" y="246798"/>
                  </a:cubicBezTo>
                  <a:cubicBezTo>
                    <a:pt x="1079163" y="234319"/>
                    <a:pt x="962234" y="219992"/>
                    <a:pt x="846692" y="185792"/>
                  </a:cubicBezTo>
                  <a:cubicBezTo>
                    <a:pt x="761653" y="160372"/>
                    <a:pt x="677539" y="127096"/>
                    <a:pt x="586954" y="138188"/>
                  </a:cubicBezTo>
                  <a:cubicBezTo>
                    <a:pt x="553677" y="142348"/>
                    <a:pt x="519015" y="154364"/>
                    <a:pt x="484815" y="153440"/>
                  </a:cubicBezTo>
                  <a:cubicBezTo>
                    <a:pt x="450152" y="152516"/>
                    <a:pt x="415951" y="134029"/>
                    <a:pt x="385911" y="119239"/>
                  </a:cubicBezTo>
                  <a:cubicBezTo>
                    <a:pt x="326291" y="90123"/>
                    <a:pt x="270831" y="56385"/>
                    <a:pt x="205203" y="44368"/>
                  </a:cubicBezTo>
                  <a:cubicBezTo>
                    <a:pt x="138651" y="32352"/>
                    <a:pt x="67939" y="22646"/>
                    <a:pt x="0" y="22646"/>
                  </a:cubicBezTo>
                  <a:lnTo>
                    <a:pt x="2311" y="388683"/>
                  </a:lnTo>
                  <a:lnTo>
                    <a:pt x="2392646" y="396078"/>
                  </a:lnTo>
                  <a:lnTo>
                    <a:pt x="2395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3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"/>
          <p:cNvSpPr/>
          <p:nvPr/>
        </p:nvSpPr>
        <p:spPr>
          <a:xfrm flipH="1" rot="10800000">
            <a:off x="-846326" y="-577280"/>
            <a:ext cx="2894489" cy="2233562"/>
          </a:xfrm>
          <a:custGeom>
            <a:rect b="b" l="l" r="r" t="t"/>
            <a:pathLst>
              <a:path extrusionOk="0" h="1406968" w="1823300">
                <a:moveTo>
                  <a:pt x="1503018" y="1160478"/>
                </a:moveTo>
                <a:cubicBezTo>
                  <a:pt x="1463272" y="1086069"/>
                  <a:pt x="1451255" y="990862"/>
                  <a:pt x="1382854" y="941410"/>
                </a:cubicBezTo>
                <a:cubicBezTo>
                  <a:pt x="1319076" y="895194"/>
                  <a:pt x="1231264" y="907210"/>
                  <a:pt x="1156391" y="883177"/>
                </a:cubicBezTo>
                <a:cubicBezTo>
                  <a:pt x="1063958" y="853598"/>
                  <a:pt x="994171" y="763938"/>
                  <a:pt x="988625" y="667344"/>
                </a:cubicBezTo>
                <a:cubicBezTo>
                  <a:pt x="981230" y="543483"/>
                  <a:pt x="1068579" y="416387"/>
                  <a:pt x="1021901" y="301307"/>
                </a:cubicBezTo>
                <a:cubicBezTo>
                  <a:pt x="990473" y="223201"/>
                  <a:pt x="906359" y="180219"/>
                  <a:pt x="825480" y="157111"/>
                </a:cubicBezTo>
                <a:cubicBezTo>
                  <a:pt x="705316" y="123372"/>
                  <a:pt x="577295" y="119675"/>
                  <a:pt x="455745" y="147405"/>
                </a:cubicBezTo>
                <a:cubicBezTo>
                  <a:pt x="387344" y="162657"/>
                  <a:pt x="320329" y="188076"/>
                  <a:pt x="250541" y="187152"/>
                </a:cubicBezTo>
                <a:cubicBezTo>
                  <a:pt x="199241" y="186689"/>
                  <a:pt x="130840" y="166816"/>
                  <a:pt x="101723" y="120137"/>
                </a:cubicBezTo>
                <a:cubicBezTo>
                  <a:pt x="97102" y="113205"/>
                  <a:pt x="47650" y="-25446"/>
                  <a:pt x="22693" y="4133"/>
                </a:cubicBezTo>
                <a:cubicBezTo>
                  <a:pt x="-15667" y="50350"/>
                  <a:pt x="-1802" y="123372"/>
                  <a:pt x="37483" y="168665"/>
                </a:cubicBezTo>
                <a:cubicBezTo>
                  <a:pt x="76767" y="213957"/>
                  <a:pt x="134999" y="237528"/>
                  <a:pt x="191385" y="258325"/>
                </a:cubicBezTo>
                <a:cubicBezTo>
                  <a:pt x="247769" y="279123"/>
                  <a:pt x="306002" y="299921"/>
                  <a:pt x="348984" y="341978"/>
                </a:cubicBezTo>
                <a:cubicBezTo>
                  <a:pt x="403520" y="395589"/>
                  <a:pt x="423855" y="473696"/>
                  <a:pt x="448350" y="546256"/>
                </a:cubicBezTo>
                <a:cubicBezTo>
                  <a:pt x="472845" y="618817"/>
                  <a:pt x="509818" y="695537"/>
                  <a:pt x="580068" y="726502"/>
                </a:cubicBezTo>
                <a:cubicBezTo>
                  <a:pt x="651242" y="757929"/>
                  <a:pt x="739054" y="733435"/>
                  <a:pt x="808841" y="767635"/>
                </a:cubicBezTo>
                <a:cubicBezTo>
                  <a:pt x="872158" y="798600"/>
                  <a:pt x="905435" y="870236"/>
                  <a:pt x="961819" y="913218"/>
                </a:cubicBezTo>
                <a:cubicBezTo>
                  <a:pt x="1041775" y="974224"/>
                  <a:pt x="1155006" y="969140"/>
                  <a:pt x="1243279" y="1017206"/>
                </a:cubicBezTo>
                <a:cubicBezTo>
                  <a:pt x="1330167" y="1064809"/>
                  <a:pt x="1381468" y="1156781"/>
                  <a:pt x="1427685" y="1244593"/>
                </a:cubicBezTo>
                <a:cubicBezTo>
                  <a:pt x="1440163" y="1268163"/>
                  <a:pt x="1452179" y="1299591"/>
                  <a:pt x="1433692" y="1319002"/>
                </a:cubicBezTo>
                <a:cubicBezTo>
                  <a:pt x="1423988" y="1329169"/>
                  <a:pt x="1409660" y="1331943"/>
                  <a:pt x="1395795" y="1334253"/>
                </a:cubicBezTo>
                <a:cubicBezTo>
                  <a:pt x="1309832" y="1349043"/>
                  <a:pt x="1223406" y="1363832"/>
                  <a:pt x="1137443" y="1379084"/>
                </a:cubicBezTo>
                <a:cubicBezTo>
                  <a:pt x="1364830" y="1407738"/>
                  <a:pt x="1594990" y="1414209"/>
                  <a:pt x="1823300" y="1398957"/>
                </a:cubicBezTo>
                <a:cubicBezTo>
                  <a:pt x="1699439" y="1343959"/>
                  <a:pt x="1566336" y="1280642"/>
                  <a:pt x="1503018" y="1160478"/>
                </a:cubicBezTo>
                <a:close/>
                <a:moveTo>
                  <a:pt x="933165" y="450125"/>
                </a:moveTo>
                <a:cubicBezTo>
                  <a:pt x="922072" y="515291"/>
                  <a:pt x="896653" y="611422"/>
                  <a:pt x="832412" y="635917"/>
                </a:cubicBezTo>
                <a:cubicBezTo>
                  <a:pt x="768170" y="660874"/>
                  <a:pt x="658636" y="646085"/>
                  <a:pt x="605950" y="601717"/>
                </a:cubicBezTo>
                <a:cubicBezTo>
                  <a:pt x="570363" y="571213"/>
                  <a:pt x="551414" y="526383"/>
                  <a:pt x="533851" y="482939"/>
                </a:cubicBezTo>
                <a:cubicBezTo>
                  <a:pt x="513516" y="433487"/>
                  <a:pt x="493642" y="383573"/>
                  <a:pt x="473307" y="334121"/>
                </a:cubicBezTo>
                <a:cubicBezTo>
                  <a:pt x="464988" y="313786"/>
                  <a:pt x="456669" y="291601"/>
                  <a:pt x="463602" y="270804"/>
                </a:cubicBezTo>
                <a:cubicBezTo>
                  <a:pt x="472845" y="242612"/>
                  <a:pt x="504734" y="230133"/>
                  <a:pt x="533389" y="223201"/>
                </a:cubicBezTo>
                <a:cubicBezTo>
                  <a:pt x="616580" y="203327"/>
                  <a:pt x="704392" y="203790"/>
                  <a:pt x="787119" y="224125"/>
                </a:cubicBezTo>
                <a:cubicBezTo>
                  <a:pt x="830101" y="234755"/>
                  <a:pt x="874007" y="252317"/>
                  <a:pt x="902661" y="286518"/>
                </a:cubicBezTo>
                <a:cubicBezTo>
                  <a:pt x="938711" y="330886"/>
                  <a:pt x="942408" y="393741"/>
                  <a:pt x="933165" y="45012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77" name="Google Shape;577;p31"/>
          <p:cNvGrpSpPr/>
          <p:nvPr/>
        </p:nvGrpSpPr>
        <p:grpSpPr>
          <a:xfrm>
            <a:off x="-39078" y="4061778"/>
            <a:ext cx="9311727" cy="1232506"/>
            <a:chOff x="-39078" y="4061778"/>
            <a:chExt cx="9311727" cy="1232506"/>
          </a:xfrm>
        </p:grpSpPr>
        <p:sp>
          <p:nvSpPr>
            <p:cNvPr id="578" name="Google Shape;578;p31"/>
            <p:cNvSpPr/>
            <p:nvPr/>
          </p:nvSpPr>
          <p:spPr>
            <a:xfrm>
              <a:off x="-39078" y="4061778"/>
              <a:ext cx="3597146" cy="1129104"/>
            </a:xfrm>
            <a:custGeom>
              <a:rect b="b" l="l" r="r" t="t"/>
              <a:pathLst>
                <a:path extrusionOk="0" h="208900" w="665522">
                  <a:moveTo>
                    <a:pt x="0" y="0"/>
                  </a:moveTo>
                  <a:cubicBezTo>
                    <a:pt x="0" y="0"/>
                    <a:pt x="57309" y="64704"/>
                    <a:pt x="144659" y="77182"/>
                  </a:cubicBezTo>
                  <a:cubicBezTo>
                    <a:pt x="232009" y="89660"/>
                    <a:pt x="386373" y="99828"/>
                    <a:pt x="451077" y="116929"/>
                  </a:cubicBezTo>
                  <a:cubicBezTo>
                    <a:pt x="515780" y="134491"/>
                    <a:pt x="665522" y="206589"/>
                    <a:pt x="665522" y="206589"/>
                  </a:cubicBezTo>
                  <a:lnTo>
                    <a:pt x="2773" y="208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5459300" y="4441523"/>
              <a:ext cx="735810" cy="572717"/>
            </a:xfrm>
            <a:custGeom>
              <a:rect b="b" l="l" r="r" t="t"/>
              <a:pathLst>
                <a:path extrusionOk="0" h="246595" w="316818">
                  <a:moveTo>
                    <a:pt x="182472" y="244610"/>
                  </a:moveTo>
                  <a:cubicBezTo>
                    <a:pt x="167682" y="215493"/>
                    <a:pt x="154741" y="193771"/>
                    <a:pt x="117768" y="191922"/>
                  </a:cubicBezTo>
                  <a:cubicBezTo>
                    <a:pt x="85878" y="190536"/>
                    <a:pt x="53989" y="203939"/>
                    <a:pt x="22099" y="193771"/>
                  </a:cubicBezTo>
                  <a:cubicBezTo>
                    <a:pt x="12856" y="190536"/>
                    <a:pt x="-6555" y="186376"/>
                    <a:pt x="2226" y="173436"/>
                  </a:cubicBezTo>
                  <a:cubicBezTo>
                    <a:pt x="10545" y="161419"/>
                    <a:pt x="30418" y="173436"/>
                    <a:pt x="40124" y="174822"/>
                  </a:cubicBezTo>
                  <a:cubicBezTo>
                    <a:pt x="77559" y="179444"/>
                    <a:pt x="60459" y="163730"/>
                    <a:pt x="50291" y="142008"/>
                  </a:cubicBezTo>
                  <a:cubicBezTo>
                    <a:pt x="70627" y="139697"/>
                    <a:pt x="87265" y="143857"/>
                    <a:pt x="96970" y="162806"/>
                  </a:cubicBezTo>
                  <a:cubicBezTo>
                    <a:pt x="106676" y="160495"/>
                    <a:pt x="132557" y="161419"/>
                    <a:pt x="139490" y="157260"/>
                  </a:cubicBezTo>
                  <a:cubicBezTo>
                    <a:pt x="152431" y="149403"/>
                    <a:pt x="139952" y="138311"/>
                    <a:pt x="134406" y="126757"/>
                  </a:cubicBezTo>
                  <a:cubicBezTo>
                    <a:pt x="161212" y="126757"/>
                    <a:pt x="164909" y="129530"/>
                    <a:pt x="185244" y="145243"/>
                  </a:cubicBezTo>
                  <a:cubicBezTo>
                    <a:pt x="209740" y="107808"/>
                    <a:pt x="140414" y="35709"/>
                    <a:pt x="194026" y="6131"/>
                  </a:cubicBezTo>
                  <a:cubicBezTo>
                    <a:pt x="255032" y="-27145"/>
                    <a:pt x="228226" y="84699"/>
                    <a:pt x="226378" y="110119"/>
                  </a:cubicBezTo>
                  <a:cubicBezTo>
                    <a:pt x="253183" y="123059"/>
                    <a:pt x="277678" y="75918"/>
                    <a:pt x="306333" y="104572"/>
                  </a:cubicBezTo>
                  <a:cubicBezTo>
                    <a:pt x="339147" y="137849"/>
                    <a:pt x="286459" y="142470"/>
                    <a:pt x="264275" y="149403"/>
                  </a:cubicBezTo>
                  <a:cubicBezTo>
                    <a:pt x="243940" y="155873"/>
                    <a:pt x="213437" y="169276"/>
                    <a:pt x="208353" y="193309"/>
                  </a:cubicBezTo>
                  <a:cubicBezTo>
                    <a:pt x="204656" y="210409"/>
                    <a:pt x="223605" y="221501"/>
                    <a:pt x="217596" y="237677"/>
                  </a:cubicBezTo>
                  <a:cubicBezTo>
                    <a:pt x="205580" y="238139"/>
                    <a:pt x="194488" y="251542"/>
                    <a:pt x="182472" y="2446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4888625" y="4226139"/>
              <a:ext cx="4384024" cy="1068145"/>
            </a:xfrm>
            <a:custGeom>
              <a:rect b="b" l="l" r="r" t="t"/>
              <a:pathLst>
                <a:path extrusionOk="0" h="344008" w="1411924">
                  <a:moveTo>
                    <a:pt x="0" y="306532"/>
                  </a:moveTo>
                  <a:cubicBezTo>
                    <a:pt x="41133" y="310692"/>
                    <a:pt x="75334" y="316238"/>
                    <a:pt x="115080" y="300524"/>
                  </a:cubicBezTo>
                  <a:cubicBezTo>
                    <a:pt x="169154" y="279264"/>
                    <a:pt x="216757" y="245988"/>
                    <a:pt x="274066" y="229812"/>
                  </a:cubicBezTo>
                  <a:cubicBezTo>
                    <a:pt x="352172" y="207628"/>
                    <a:pt x="447379" y="216872"/>
                    <a:pt x="527796" y="216872"/>
                  </a:cubicBezTo>
                  <a:cubicBezTo>
                    <a:pt x="558300" y="216872"/>
                    <a:pt x="590189" y="220107"/>
                    <a:pt x="619306" y="210863"/>
                  </a:cubicBezTo>
                  <a:cubicBezTo>
                    <a:pt x="661825" y="196998"/>
                    <a:pt x="696488" y="161411"/>
                    <a:pt x="736696" y="142462"/>
                  </a:cubicBezTo>
                  <a:cubicBezTo>
                    <a:pt x="809719" y="108262"/>
                    <a:pt x="872574" y="111959"/>
                    <a:pt x="949294" y="111959"/>
                  </a:cubicBezTo>
                  <a:cubicBezTo>
                    <a:pt x="1007527" y="111959"/>
                    <a:pt x="1067147" y="91624"/>
                    <a:pt x="1120758" y="69440"/>
                  </a:cubicBezTo>
                  <a:cubicBezTo>
                    <a:pt x="1178067" y="46331"/>
                    <a:pt x="1227981" y="9358"/>
                    <a:pt x="1291298" y="1039"/>
                  </a:cubicBezTo>
                  <a:cubicBezTo>
                    <a:pt x="1333818" y="-4045"/>
                    <a:pt x="1371253" y="10744"/>
                    <a:pt x="1411924" y="19064"/>
                  </a:cubicBezTo>
                  <a:cubicBezTo>
                    <a:pt x="1411462" y="90700"/>
                    <a:pt x="1403143" y="160487"/>
                    <a:pt x="1395748" y="231661"/>
                  </a:cubicBezTo>
                  <a:cubicBezTo>
                    <a:pt x="1389278" y="291281"/>
                    <a:pt x="1396673" y="316238"/>
                    <a:pt x="1335204" y="313003"/>
                  </a:cubicBezTo>
                  <a:cubicBezTo>
                    <a:pt x="1269114" y="309305"/>
                    <a:pt x="1201638" y="318549"/>
                    <a:pt x="1135086" y="318549"/>
                  </a:cubicBezTo>
                  <a:cubicBezTo>
                    <a:pt x="1050509" y="318549"/>
                    <a:pt x="970091" y="339808"/>
                    <a:pt x="886439" y="343506"/>
                  </a:cubicBezTo>
                  <a:cubicBezTo>
                    <a:pt x="824970" y="346279"/>
                    <a:pt x="763502" y="336573"/>
                    <a:pt x="701572" y="338884"/>
                  </a:cubicBezTo>
                  <a:cubicBezTo>
                    <a:pt x="642876" y="341195"/>
                    <a:pt x="583719" y="339808"/>
                    <a:pt x="525023" y="334262"/>
                  </a:cubicBezTo>
                  <a:cubicBezTo>
                    <a:pt x="438136" y="325943"/>
                    <a:pt x="354946" y="313465"/>
                    <a:pt x="267134" y="316238"/>
                  </a:cubicBezTo>
                  <a:cubicBezTo>
                    <a:pt x="207052" y="318086"/>
                    <a:pt x="148818" y="327792"/>
                    <a:pt x="89199" y="325481"/>
                  </a:cubicBezTo>
                  <a:cubicBezTo>
                    <a:pt x="61469" y="324095"/>
                    <a:pt x="24033" y="318549"/>
                    <a:pt x="0" y="3065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31"/>
          <p:cNvGrpSpPr/>
          <p:nvPr/>
        </p:nvGrpSpPr>
        <p:grpSpPr>
          <a:xfrm>
            <a:off x="438775" y="133825"/>
            <a:ext cx="8378375" cy="4802075"/>
            <a:chOff x="438775" y="133825"/>
            <a:chExt cx="8378375" cy="4802075"/>
          </a:xfrm>
        </p:grpSpPr>
        <p:sp>
          <p:nvSpPr>
            <p:cNvPr id="582" name="Google Shape;582;p31"/>
            <p:cNvSpPr/>
            <p:nvPr/>
          </p:nvSpPr>
          <p:spPr>
            <a:xfrm>
              <a:off x="8680350" y="29341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438775" y="46926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4046450" y="48294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585" name="Google Shape;585;p31"/>
            <p:cNvSpPr/>
            <p:nvPr/>
          </p:nvSpPr>
          <p:spPr>
            <a:xfrm>
              <a:off x="6997475" y="1338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7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"/>
          <p:cNvSpPr/>
          <p:nvPr/>
        </p:nvSpPr>
        <p:spPr>
          <a:xfrm rot="-3367288">
            <a:off x="4134718" y="1211282"/>
            <a:ext cx="6221167" cy="2720933"/>
          </a:xfrm>
          <a:custGeom>
            <a:rect b="b" l="l" r="r" t="t"/>
            <a:pathLst>
              <a:path extrusionOk="0" h="1173494" w="2683088">
                <a:moveTo>
                  <a:pt x="2012945" y="330918"/>
                </a:moveTo>
                <a:cubicBezTo>
                  <a:pt x="2107690" y="276382"/>
                  <a:pt x="2224618" y="271760"/>
                  <a:pt x="2330917" y="295331"/>
                </a:cubicBezTo>
                <a:cubicBezTo>
                  <a:pt x="2437678" y="318901"/>
                  <a:pt x="2536120" y="368816"/>
                  <a:pt x="2634100" y="417805"/>
                </a:cubicBezTo>
                <a:cubicBezTo>
                  <a:pt x="2649352" y="382681"/>
                  <a:pt x="2667838" y="349867"/>
                  <a:pt x="2683089" y="314742"/>
                </a:cubicBezTo>
                <a:lnTo>
                  <a:pt x="1889084" y="57776"/>
                </a:lnTo>
                <a:cubicBezTo>
                  <a:pt x="1786483" y="24500"/>
                  <a:pt x="1679722" y="-9238"/>
                  <a:pt x="1572499" y="2316"/>
                </a:cubicBezTo>
                <a:cubicBezTo>
                  <a:pt x="1446327" y="15719"/>
                  <a:pt x="1328936" y="95212"/>
                  <a:pt x="1269779" y="207519"/>
                </a:cubicBezTo>
                <a:cubicBezTo>
                  <a:pt x="1224948" y="293020"/>
                  <a:pt x="1212007" y="394697"/>
                  <a:pt x="1154236" y="472341"/>
                </a:cubicBezTo>
                <a:cubicBezTo>
                  <a:pt x="1072895" y="581413"/>
                  <a:pt x="922228" y="614689"/>
                  <a:pt x="786813" y="603135"/>
                </a:cubicBezTo>
                <a:cubicBezTo>
                  <a:pt x="651398" y="591581"/>
                  <a:pt x="521991" y="543515"/>
                  <a:pt x="387962" y="522255"/>
                </a:cubicBezTo>
                <a:cubicBezTo>
                  <a:pt x="253933" y="500996"/>
                  <a:pt x="103728" y="511163"/>
                  <a:pt x="1589" y="600362"/>
                </a:cubicBezTo>
                <a:cubicBezTo>
                  <a:pt x="9908" y="651663"/>
                  <a:pt x="-5806" y="683090"/>
                  <a:pt x="2513" y="734391"/>
                </a:cubicBezTo>
                <a:cubicBezTo>
                  <a:pt x="44570" y="651201"/>
                  <a:pt x="144399" y="603597"/>
                  <a:pt x="236832" y="592505"/>
                </a:cubicBezTo>
                <a:cubicBezTo>
                  <a:pt x="329266" y="581413"/>
                  <a:pt x="422624" y="600362"/>
                  <a:pt x="514133" y="619773"/>
                </a:cubicBezTo>
                <a:cubicBezTo>
                  <a:pt x="562199" y="629941"/>
                  <a:pt x="616272" y="644730"/>
                  <a:pt x="639843" y="687712"/>
                </a:cubicBezTo>
                <a:cubicBezTo>
                  <a:pt x="665263" y="734391"/>
                  <a:pt x="643540" y="792624"/>
                  <a:pt x="614886" y="837454"/>
                </a:cubicBezTo>
                <a:cubicBezTo>
                  <a:pt x="495647" y="1024632"/>
                  <a:pt x="255319" y="1126772"/>
                  <a:pt x="37638" y="1082404"/>
                </a:cubicBezTo>
                <a:cubicBezTo>
                  <a:pt x="41798" y="1102739"/>
                  <a:pt x="49654" y="1136477"/>
                  <a:pt x="53814" y="1156813"/>
                </a:cubicBezTo>
                <a:cubicBezTo>
                  <a:pt x="209564" y="1202567"/>
                  <a:pt x="379180" y="1148494"/>
                  <a:pt x="517369" y="1063917"/>
                </a:cubicBezTo>
                <a:cubicBezTo>
                  <a:pt x="656019" y="979340"/>
                  <a:pt x="773872" y="865184"/>
                  <a:pt x="907901" y="773213"/>
                </a:cubicBezTo>
                <a:cubicBezTo>
                  <a:pt x="1041930" y="681241"/>
                  <a:pt x="1201378" y="610530"/>
                  <a:pt x="1362212" y="630865"/>
                </a:cubicBezTo>
                <a:cubicBezTo>
                  <a:pt x="1529517" y="651663"/>
                  <a:pt x="1671865" y="769053"/>
                  <a:pt x="1765685" y="909090"/>
                </a:cubicBezTo>
                <a:cubicBezTo>
                  <a:pt x="1803121" y="964551"/>
                  <a:pt x="1835011" y="1025557"/>
                  <a:pt x="1885849" y="1069001"/>
                </a:cubicBezTo>
                <a:cubicBezTo>
                  <a:pt x="1943620" y="1118453"/>
                  <a:pt x="2019416" y="1140637"/>
                  <a:pt x="2094287" y="1153577"/>
                </a:cubicBezTo>
                <a:cubicBezTo>
                  <a:pt x="2250500" y="1180383"/>
                  <a:pt x="2412259" y="1171602"/>
                  <a:pt x="2564775" y="1128620"/>
                </a:cubicBezTo>
                <a:cubicBezTo>
                  <a:pt x="2572631" y="1104588"/>
                  <a:pt x="2586959" y="1075009"/>
                  <a:pt x="2594815" y="1050976"/>
                </a:cubicBezTo>
                <a:cubicBezTo>
                  <a:pt x="2450619" y="1104588"/>
                  <a:pt x="2287011" y="1113831"/>
                  <a:pt x="2143277" y="1058371"/>
                </a:cubicBezTo>
                <a:cubicBezTo>
                  <a:pt x="1999542" y="1003373"/>
                  <a:pt x="1879841" y="879512"/>
                  <a:pt x="1847027" y="728845"/>
                </a:cubicBezTo>
                <a:cubicBezTo>
                  <a:pt x="1815137" y="579564"/>
                  <a:pt x="1879841" y="408100"/>
                  <a:pt x="2012945" y="330918"/>
                </a:cubicBezTo>
                <a:close/>
                <a:moveTo>
                  <a:pt x="1774467" y="325834"/>
                </a:moveTo>
                <a:cubicBezTo>
                  <a:pt x="1754593" y="378983"/>
                  <a:pt x="1730098" y="431671"/>
                  <a:pt x="1691276" y="473728"/>
                </a:cubicBezTo>
                <a:cubicBezTo>
                  <a:pt x="1589599" y="583724"/>
                  <a:pt x="1398724" y="547675"/>
                  <a:pt x="1354356" y="399319"/>
                </a:cubicBezTo>
                <a:cubicBezTo>
                  <a:pt x="1329860" y="317515"/>
                  <a:pt x="1361750" y="223695"/>
                  <a:pt x="1426454" y="167772"/>
                </a:cubicBezTo>
                <a:cubicBezTo>
                  <a:pt x="1491157" y="111850"/>
                  <a:pt x="1583591" y="92901"/>
                  <a:pt x="1667243" y="111850"/>
                </a:cubicBezTo>
                <a:cubicBezTo>
                  <a:pt x="1719469" y="123404"/>
                  <a:pt x="1773080" y="153907"/>
                  <a:pt x="1788794" y="205208"/>
                </a:cubicBezTo>
                <a:cubicBezTo>
                  <a:pt x="1801734" y="244492"/>
                  <a:pt x="1789256" y="287012"/>
                  <a:pt x="1774467" y="32583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8" name="Google Shape;588;p32"/>
          <p:cNvGrpSpPr/>
          <p:nvPr/>
        </p:nvGrpSpPr>
        <p:grpSpPr>
          <a:xfrm flipH="1">
            <a:off x="6072126" y="3427526"/>
            <a:ext cx="3136217" cy="1780055"/>
            <a:chOff x="-80924" y="3427526"/>
            <a:chExt cx="3136217" cy="1780055"/>
          </a:xfrm>
        </p:grpSpPr>
        <p:sp>
          <p:nvSpPr>
            <p:cNvPr id="589" name="Google Shape;589;p32"/>
            <p:cNvSpPr/>
            <p:nvPr/>
          </p:nvSpPr>
          <p:spPr>
            <a:xfrm>
              <a:off x="2082861" y="4480688"/>
              <a:ext cx="775065" cy="576136"/>
            </a:xfrm>
            <a:custGeom>
              <a:rect b="b" l="l" r="r" t="t"/>
              <a:pathLst>
                <a:path extrusionOk="0" h="262178" w="352703">
                  <a:moveTo>
                    <a:pt x="121088" y="248969"/>
                  </a:moveTo>
                  <a:cubicBezTo>
                    <a:pt x="125248" y="232794"/>
                    <a:pt x="126172" y="227247"/>
                    <a:pt x="116004" y="215693"/>
                  </a:cubicBezTo>
                  <a:cubicBezTo>
                    <a:pt x="112307" y="211534"/>
                    <a:pt x="105837" y="211996"/>
                    <a:pt x="102601" y="206450"/>
                  </a:cubicBezTo>
                  <a:cubicBezTo>
                    <a:pt x="99366" y="201366"/>
                    <a:pt x="103064" y="193971"/>
                    <a:pt x="99366" y="188888"/>
                  </a:cubicBezTo>
                  <a:cubicBezTo>
                    <a:pt x="92896" y="180106"/>
                    <a:pt x="68401" y="171787"/>
                    <a:pt x="58233" y="172249"/>
                  </a:cubicBezTo>
                  <a:cubicBezTo>
                    <a:pt x="48990" y="172712"/>
                    <a:pt x="41133" y="179644"/>
                    <a:pt x="30503" y="178720"/>
                  </a:cubicBezTo>
                  <a:cubicBezTo>
                    <a:pt x="20336" y="177795"/>
                    <a:pt x="9706" y="172712"/>
                    <a:pt x="0" y="169939"/>
                  </a:cubicBezTo>
                  <a:cubicBezTo>
                    <a:pt x="12016" y="147292"/>
                    <a:pt x="38360" y="170401"/>
                    <a:pt x="49452" y="155149"/>
                  </a:cubicBezTo>
                  <a:cubicBezTo>
                    <a:pt x="63317" y="135738"/>
                    <a:pt x="11092" y="121873"/>
                    <a:pt x="4160" y="103848"/>
                  </a:cubicBezTo>
                  <a:cubicBezTo>
                    <a:pt x="-6933" y="72883"/>
                    <a:pt x="17100" y="58094"/>
                    <a:pt x="33738" y="86748"/>
                  </a:cubicBezTo>
                  <a:cubicBezTo>
                    <a:pt x="39284" y="95992"/>
                    <a:pt x="36973" y="102924"/>
                    <a:pt x="47603" y="105235"/>
                  </a:cubicBezTo>
                  <a:cubicBezTo>
                    <a:pt x="57309" y="107084"/>
                    <a:pt x="64242" y="93681"/>
                    <a:pt x="74409" y="96454"/>
                  </a:cubicBezTo>
                  <a:cubicBezTo>
                    <a:pt x="74409" y="108470"/>
                    <a:pt x="71174" y="120487"/>
                    <a:pt x="71174" y="132503"/>
                  </a:cubicBezTo>
                  <a:cubicBezTo>
                    <a:pt x="70712" y="152838"/>
                    <a:pt x="71174" y="146830"/>
                    <a:pt x="86426" y="153301"/>
                  </a:cubicBezTo>
                  <a:cubicBezTo>
                    <a:pt x="91972" y="155611"/>
                    <a:pt x="94745" y="152838"/>
                    <a:pt x="100291" y="156998"/>
                  </a:cubicBezTo>
                  <a:cubicBezTo>
                    <a:pt x="106761" y="162082"/>
                    <a:pt x="107685" y="174560"/>
                    <a:pt x="114156" y="180106"/>
                  </a:cubicBezTo>
                  <a:cubicBezTo>
                    <a:pt x="128483" y="192585"/>
                    <a:pt x="134953" y="188888"/>
                    <a:pt x="139113" y="172712"/>
                  </a:cubicBezTo>
                  <a:cubicBezTo>
                    <a:pt x="141424" y="164393"/>
                    <a:pt x="141886" y="150990"/>
                    <a:pt x="136802" y="143595"/>
                  </a:cubicBezTo>
                  <a:cubicBezTo>
                    <a:pt x="132642" y="137587"/>
                    <a:pt x="125710" y="137587"/>
                    <a:pt x="122013" y="132503"/>
                  </a:cubicBezTo>
                  <a:cubicBezTo>
                    <a:pt x="112769" y="119100"/>
                    <a:pt x="122013" y="105235"/>
                    <a:pt x="117853" y="90446"/>
                  </a:cubicBezTo>
                  <a:cubicBezTo>
                    <a:pt x="112307" y="68724"/>
                    <a:pt x="92896" y="54396"/>
                    <a:pt x="104912" y="28977"/>
                  </a:cubicBezTo>
                  <a:cubicBezTo>
                    <a:pt x="110458" y="16499"/>
                    <a:pt x="130332" y="-4299"/>
                    <a:pt x="143734" y="785"/>
                  </a:cubicBezTo>
                  <a:cubicBezTo>
                    <a:pt x="143734" y="12339"/>
                    <a:pt x="125248" y="35910"/>
                    <a:pt x="134953" y="47002"/>
                  </a:cubicBezTo>
                  <a:cubicBezTo>
                    <a:pt x="145121" y="58556"/>
                    <a:pt x="158986" y="38221"/>
                    <a:pt x="169616" y="41918"/>
                  </a:cubicBezTo>
                  <a:cubicBezTo>
                    <a:pt x="189027" y="48850"/>
                    <a:pt x="164532" y="73808"/>
                    <a:pt x="157137" y="81202"/>
                  </a:cubicBezTo>
                  <a:cubicBezTo>
                    <a:pt x="152978" y="85362"/>
                    <a:pt x="139113" y="91832"/>
                    <a:pt x="139575" y="99689"/>
                  </a:cubicBezTo>
                  <a:cubicBezTo>
                    <a:pt x="140037" y="104311"/>
                    <a:pt x="146507" y="104311"/>
                    <a:pt x="147432" y="107084"/>
                  </a:cubicBezTo>
                  <a:cubicBezTo>
                    <a:pt x="149280" y="110781"/>
                    <a:pt x="156213" y="111243"/>
                    <a:pt x="158524" y="117251"/>
                  </a:cubicBezTo>
                  <a:cubicBezTo>
                    <a:pt x="161759" y="126033"/>
                    <a:pt x="152053" y="137587"/>
                    <a:pt x="152978" y="146830"/>
                  </a:cubicBezTo>
                  <a:cubicBezTo>
                    <a:pt x="154364" y="157922"/>
                    <a:pt x="166381" y="173636"/>
                    <a:pt x="180708" y="167628"/>
                  </a:cubicBezTo>
                  <a:cubicBezTo>
                    <a:pt x="200581" y="159771"/>
                    <a:pt x="183481" y="125570"/>
                    <a:pt x="187178" y="112167"/>
                  </a:cubicBezTo>
                  <a:cubicBezTo>
                    <a:pt x="191338" y="96454"/>
                    <a:pt x="218606" y="83513"/>
                    <a:pt x="233395" y="84437"/>
                  </a:cubicBezTo>
                  <a:cubicBezTo>
                    <a:pt x="234319" y="100613"/>
                    <a:pt x="220454" y="116789"/>
                    <a:pt x="219530" y="133889"/>
                  </a:cubicBezTo>
                  <a:cubicBezTo>
                    <a:pt x="226000" y="135738"/>
                    <a:pt x="232933" y="135276"/>
                    <a:pt x="239865" y="133427"/>
                  </a:cubicBezTo>
                  <a:cubicBezTo>
                    <a:pt x="223690" y="160695"/>
                    <a:pt x="230160" y="187963"/>
                    <a:pt x="261587" y="161157"/>
                  </a:cubicBezTo>
                  <a:cubicBezTo>
                    <a:pt x="279612" y="145906"/>
                    <a:pt x="293477" y="116789"/>
                    <a:pt x="318434" y="111243"/>
                  </a:cubicBezTo>
                  <a:cubicBezTo>
                    <a:pt x="346626" y="104773"/>
                    <a:pt x="356794" y="129730"/>
                    <a:pt x="351248" y="153763"/>
                  </a:cubicBezTo>
                  <a:cubicBezTo>
                    <a:pt x="347088" y="171325"/>
                    <a:pt x="336921" y="183804"/>
                    <a:pt x="318434" y="182879"/>
                  </a:cubicBezTo>
                  <a:cubicBezTo>
                    <a:pt x="310577" y="182417"/>
                    <a:pt x="302258" y="172712"/>
                    <a:pt x="297637" y="172712"/>
                  </a:cubicBezTo>
                  <a:cubicBezTo>
                    <a:pt x="278688" y="172712"/>
                    <a:pt x="269444" y="207374"/>
                    <a:pt x="244949" y="208298"/>
                  </a:cubicBezTo>
                  <a:cubicBezTo>
                    <a:pt x="222303" y="209223"/>
                    <a:pt x="197808" y="177795"/>
                    <a:pt x="178397" y="187963"/>
                  </a:cubicBezTo>
                  <a:cubicBezTo>
                    <a:pt x="154364" y="200904"/>
                    <a:pt x="161297" y="228172"/>
                    <a:pt x="164532" y="247121"/>
                  </a:cubicBezTo>
                  <a:cubicBezTo>
                    <a:pt x="168229" y="267918"/>
                    <a:pt x="161297" y="262835"/>
                    <a:pt x="142348" y="257288"/>
                  </a:cubicBezTo>
                  <a:cubicBezTo>
                    <a:pt x="137264" y="254978"/>
                    <a:pt x="128483" y="252204"/>
                    <a:pt x="121088" y="248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109404" y="3532302"/>
              <a:ext cx="196936" cy="1083088"/>
            </a:xfrm>
            <a:custGeom>
              <a:rect b="b" l="l" r="r" t="t"/>
              <a:pathLst>
                <a:path extrusionOk="0" h="492873" w="89618">
                  <a:moveTo>
                    <a:pt x="35545" y="0"/>
                  </a:moveTo>
                  <a:cubicBezTo>
                    <a:pt x="23066" y="10630"/>
                    <a:pt x="19369" y="33276"/>
                    <a:pt x="14285" y="48528"/>
                  </a:cubicBezTo>
                  <a:cubicBezTo>
                    <a:pt x="3193" y="81804"/>
                    <a:pt x="-9748" y="117391"/>
                    <a:pt x="11050" y="149280"/>
                  </a:cubicBezTo>
                  <a:cubicBezTo>
                    <a:pt x="24915" y="170540"/>
                    <a:pt x="42477" y="183019"/>
                    <a:pt x="37856" y="210287"/>
                  </a:cubicBezTo>
                  <a:cubicBezTo>
                    <a:pt x="33234" y="236168"/>
                    <a:pt x="9663" y="254193"/>
                    <a:pt x="12898" y="282847"/>
                  </a:cubicBezTo>
                  <a:cubicBezTo>
                    <a:pt x="15209" y="302720"/>
                    <a:pt x="30461" y="316585"/>
                    <a:pt x="31847" y="336921"/>
                  </a:cubicBezTo>
                  <a:cubicBezTo>
                    <a:pt x="33234" y="358180"/>
                    <a:pt x="23991" y="377592"/>
                    <a:pt x="18445" y="397003"/>
                  </a:cubicBezTo>
                  <a:cubicBezTo>
                    <a:pt x="5966" y="437673"/>
                    <a:pt x="16596" y="449228"/>
                    <a:pt x="33696" y="482504"/>
                  </a:cubicBezTo>
                  <a:cubicBezTo>
                    <a:pt x="47561" y="488050"/>
                    <a:pt x="74367" y="494058"/>
                    <a:pt x="89618" y="492671"/>
                  </a:cubicBezTo>
                  <a:cubicBezTo>
                    <a:pt x="78526" y="478344"/>
                    <a:pt x="64199" y="460320"/>
                    <a:pt x="57267" y="442757"/>
                  </a:cubicBezTo>
                  <a:cubicBezTo>
                    <a:pt x="48485" y="421498"/>
                    <a:pt x="56342" y="406246"/>
                    <a:pt x="63275" y="384986"/>
                  </a:cubicBezTo>
                  <a:cubicBezTo>
                    <a:pt x="71132" y="360029"/>
                    <a:pt x="75291" y="339694"/>
                    <a:pt x="63275" y="316123"/>
                  </a:cubicBezTo>
                  <a:cubicBezTo>
                    <a:pt x="54494" y="298561"/>
                    <a:pt x="42015" y="288855"/>
                    <a:pt x="42015" y="268982"/>
                  </a:cubicBezTo>
                  <a:cubicBezTo>
                    <a:pt x="42015" y="241714"/>
                    <a:pt x="63737" y="219530"/>
                    <a:pt x="64661" y="191338"/>
                  </a:cubicBezTo>
                  <a:cubicBezTo>
                    <a:pt x="65123" y="167305"/>
                    <a:pt x="55418" y="154826"/>
                    <a:pt x="42015" y="136340"/>
                  </a:cubicBezTo>
                  <a:cubicBezTo>
                    <a:pt x="26301" y="114156"/>
                    <a:pt x="17058" y="90123"/>
                    <a:pt x="18907" y="62393"/>
                  </a:cubicBezTo>
                  <a:cubicBezTo>
                    <a:pt x="20755" y="41595"/>
                    <a:pt x="29999" y="19873"/>
                    <a:pt x="355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217968" y="3427526"/>
              <a:ext cx="258336" cy="1244128"/>
            </a:xfrm>
            <a:custGeom>
              <a:rect b="b" l="l" r="r" t="t"/>
              <a:pathLst>
                <a:path extrusionOk="0" h="566156" w="117559">
                  <a:moveTo>
                    <a:pt x="50926" y="0"/>
                  </a:moveTo>
                  <a:cubicBezTo>
                    <a:pt x="23196" y="18025"/>
                    <a:pt x="1474" y="52687"/>
                    <a:pt x="88" y="85963"/>
                  </a:cubicBezTo>
                  <a:cubicBezTo>
                    <a:pt x="-1761" y="130332"/>
                    <a:pt x="25969" y="140037"/>
                    <a:pt x="47691" y="171927"/>
                  </a:cubicBezTo>
                  <a:cubicBezTo>
                    <a:pt x="69413" y="204278"/>
                    <a:pt x="51388" y="232471"/>
                    <a:pt x="40296" y="265747"/>
                  </a:cubicBezTo>
                  <a:cubicBezTo>
                    <a:pt x="35213" y="280998"/>
                    <a:pt x="29667" y="296250"/>
                    <a:pt x="37523" y="311964"/>
                  </a:cubicBezTo>
                  <a:cubicBezTo>
                    <a:pt x="43994" y="325366"/>
                    <a:pt x="62943" y="331375"/>
                    <a:pt x="65716" y="347088"/>
                  </a:cubicBezTo>
                  <a:cubicBezTo>
                    <a:pt x="70337" y="372046"/>
                    <a:pt x="36599" y="399776"/>
                    <a:pt x="36137" y="427044"/>
                  </a:cubicBezTo>
                  <a:cubicBezTo>
                    <a:pt x="36137" y="439060"/>
                    <a:pt x="42145" y="449690"/>
                    <a:pt x="41683" y="462168"/>
                  </a:cubicBezTo>
                  <a:cubicBezTo>
                    <a:pt x="41221" y="475109"/>
                    <a:pt x="34750" y="486663"/>
                    <a:pt x="31053" y="498680"/>
                  </a:cubicBezTo>
                  <a:cubicBezTo>
                    <a:pt x="19037" y="538888"/>
                    <a:pt x="61094" y="554140"/>
                    <a:pt x="88824" y="566156"/>
                  </a:cubicBezTo>
                  <a:cubicBezTo>
                    <a:pt x="75421" y="546283"/>
                    <a:pt x="73573" y="530107"/>
                    <a:pt x="84665" y="508385"/>
                  </a:cubicBezTo>
                  <a:cubicBezTo>
                    <a:pt x="91135" y="494982"/>
                    <a:pt x="98067" y="490361"/>
                    <a:pt x="96681" y="474185"/>
                  </a:cubicBezTo>
                  <a:cubicBezTo>
                    <a:pt x="95757" y="460782"/>
                    <a:pt x="84202" y="452001"/>
                    <a:pt x="82354" y="439522"/>
                  </a:cubicBezTo>
                  <a:cubicBezTo>
                    <a:pt x="75883" y="403935"/>
                    <a:pt x="126722" y="379902"/>
                    <a:pt x="116092" y="339232"/>
                  </a:cubicBezTo>
                  <a:cubicBezTo>
                    <a:pt x="107773" y="307804"/>
                    <a:pt x="74035" y="299023"/>
                    <a:pt x="77270" y="262974"/>
                  </a:cubicBezTo>
                  <a:cubicBezTo>
                    <a:pt x="80967" y="223227"/>
                    <a:pt x="109622" y="185792"/>
                    <a:pt x="84665" y="148356"/>
                  </a:cubicBezTo>
                  <a:cubicBezTo>
                    <a:pt x="66640" y="121550"/>
                    <a:pt x="43532" y="105374"/>
                    <a:pt x="38910" y="72098"/>
                  </a:cubicBezTo>
                  <a:cubicBezTo>
                    <a:pt x="34750" y="46217"/>
                    <a:pt x="41221" y="22184"/>
                    <a:pt x="50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2"/>
            <p:cNvSpPr/>
            <p:nvPr/>
          </p:nvSpPr>
          <p:spPr>
            <a:xfrm>
              <a:off x="478772" y="3629958"/>
              <a:ext cx="157058" cy="1079599"/>
            </a:xfrm>
            <a:custGeom>
              <a:rect b="b" l="l" r="r" t="t"/>
              <a:pathLst>
                <a:path extrusionOk="0" h="491285" w="71471">
                  <a:moveTo>
                    <a:pt x="57226" y="491285"/>
                  </a:moveTo>
                  <a:cubicBezTo>
                    <a:pt x="44747" y="481579"/>
                    <a:pt x="20252" y="485739"/>
                    <a:pt x="8236" y="476033"/>
                  </a:cubicBezTo>
                  <a:cubicBezTo>
                    <a:pt x="-18107" y="454312"/>
                    <a:pt x="28572" y="406708"/>
                    <a:pt x="12858" y="375743"/>
                  </a:cubicBezTo>
                  <a:cubicBezTo>
                    <a:pt x="2228" y="354021"/>
                    <a:pt x="-545" y="352635"/>
                    <a:pt x="9160" y="326753"/>
                  </a:cubicBezTo>
                  <a:cubicBezTo>
                    <a:pt x="17017" y="305956"/>
                    <a:pt x="38739" y="283309"/>
                    <a:pt x="35042" y="260201"/>
                  </a:cubicBezTo>
                  <a:cubicBezTo>
                    <a:pt x="31345" y="235244"/>
                    <a:pt x="3614" y="219992"/>
                    <a:pt x="1304" y="195035"/>
                  </a:cubicBezTo>
                  <a:cubicBezTo>
                    <a:pt x="-1469" y="167305"/>
                    <a:pt x="29496" y="156213"/>
                    <a:pt x="30882" y="133105"/>
                  </a:cubicBezTo>
                  <a:cubicBezTo>
                    <a:pt x="32269" y="109996"/>
                    <a:pt x="-1932" y="101215"/>
                    <a:pt x="1304" y="73947"/>
                  </a:cubicBezTo>
                  <a:cubicBezTo>
                    <a:pt x="4539" y="47141"/>
                    <a:pt x="20252" y="22646"/>
                    <a:pt x="33655" y="0"/>
                  </a:cubicBezTo>
                  <a:cubicBezTo>
                    <a:pt x="25798" y="18487"/>
                    <a:pt x="19328" y="43444"/>
                    <a:pt x="23950" y="62855"/>
                  </a:cubicBezTo>
                  <a:cubicBezTo>
                    <a:pt x="30882" y="91509"/>
                    <a:pt x="60461" y="103526"/>
                    <a:pt x="66007" y="130794"/>
                  </a:cubicBezTo>
                  <a:cubicBezTo>
                    <a:pt x="69704" y="148818"/>
                    <a:pt x="57688" y="162683"/>
                    <a:pt x="50293" y="177935"/>
                  </a:cubicBezTo>
                  <a:cubicBezTo>
                    <a:pt x="42437" y="193649"/>
                    <a:pt x="44285" y="196422"/>
                    <a:pt x="53529" y="211211"/>
                  </a:cubicBezTo>
                  <a:cubicBezTo>
                    <a:pt x="73402" y="244025"/>
                    <a:pt x="78486" y="268520"/>
                    <a:pt x="59999" y="302258"/>
                  </a:cubicBezTo>
                  <a:cubicBezTo>
                    <a:pt x="43361" y="332761"/>
                    <a:pt x="51218" y="340618"/>
                    <a:pt x="60461" y="369735"/>
                  </a:cubicBezTo>
                  <a:cubicBezTo>
                    <a:pt x="66932" y="390070"/>
                    <a:pt x="49831" y="409943"/>
                    <a:pt x="47058" y="429817"/>
                  </a:cubicBezTo>
                  <a:cubicBezTo>
                    <a:pt x="43361" y="451539"/>
                    <a:pt x="51680" y="471874"/>
                    <a:pt x="57226" y="4912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-80924" y="4493159"/>
              <a:ext cx="3136217" cy="714423"/>
            </a:xfrm>
            <a:custGeom>
              <a:rect b="b" l="l" r="r" t="t"/>
              <a:pathLst>
                <a:path extrusionOk="0" h="325107" w="1427175">
                  <a:moveTo>
                    <a:pt x="10630" y="2514"/>
                  </a:moveTo>
                  <a:cubicBezTo>
                    <a:pt x="10630" y="2514"/>
                    <a:pt x="86888" y="-11813"/>
                    <a:pt x="195497" y="27934"/>
                  </a:cubicBezTo>
                  <a:cubicBezTo>
                    <a:pt x="304107" y="67680"/>
                    <a:pt x="441833" y="165660"/>
                    <a:pt x="525023" y="179987"/>
                  </a:cubicBezTo>
                  <a:cubicBezTo>
                    <a:pt x="608214" y="194314"/>
                    <a:pt x="966856" y="194314"/>
                    <a:pt x="1104582" y="212801"/>
                  </a:cubicBezTo>
                  <a:cubicBezTo>
                    <a:pt x="1242308" y="230826"/>
                    <a:pt x="1427176" y="299688"/>
                    <a:pt x="1427176" y="299688"/>
                  </a:cubicBezTo>
                  <a:lnTo>
                    <a:pt x="0" y="325108"/>
                  </a:lnTo>
                  <a:lnTo>
                    <a:pt x="10630" y="25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4" name="Google Shape;594;p32"/>
          <p:cNvSpPr txBox="1"/>
          <p:nvPr>
            <p:ph hasCustomPrompt="1" type="title"/>
          </p:nvPr>
        </p:nvSpPr>
        <p:spPr>
          <a:xfrm>
            <a:off x="713225" y="539500"/>
            <a:ext cx="3882900" cy="7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95" name="Google Shape;595;p32"/>
          <p:cNvSpPr txBox="1"/>
          <p:nvPr>
            <p:ph idx="1" type="subTitle"/>
          </p:nvPr>
        </p:nvSpPr>
        <p:spPr>
          <a:xfrm>
            <a:off x="713225" y="1330600"/>
            <a:ext cx="38829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Palanquin"/>
                <a:ea typeface="Palanquin"/>
                <a:cs typeface="Palanquin"/>
                <a:sym typeface="Palanqu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96" name="Google Shape;596;p32"/>
          <p:cNvSpPr txBox="1"/>
          <p:nvPr>
            <p:ph hasCustomPrompt="1" idx="2" type="title"/>
          </p:nvPr>
        </p:nvSpPr>
        <p:spPr>
          <a:xfrm>
            <a:off x="713225" y="1957350"/>
            <a:ext cx="3882900" cy="7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97" name="Google Shape;597;p32"/>
          <p:cNvSpPr txBox="1"/>
          <p:nvPr>
            <p:ph idx="3" type="subTitle"/>
          </p:nvPr>
        </p:nvSpPr>
        <p:spPr>
          <a:xfrm>
            <a:off x="713225" y="2748450"/>
            <a:ext cx="38829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Palanquin"/>
                <a:ea typeface="Palanquin"/>
                <a:cs typeface="Palanquin"/>
                <a:sym typeface="Palanqu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98" name="Google Shape;598;p32"/>
          <p:cNvSpPr txBox="1"/>
          <p:nvPr>
            <p:ph hasCustomPrompt="1" idx="4" type="title"/>
          </p:nvPr>
        </p:nvSpPr>
        <p:spPr>
          <a:xfrm>
            <a:off x="713225" y="3375200"/>
            <a:ext cx="3882900" cy="7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99" name="Google Shape;599;p32"/>
          <p:cNvSpPr txBox="1"/>
          <p:nvPr>
            <p:ph idx="5" type="subTitle"/>
          </p:nvPr>
        </p:nvSpPr>
        <p:spPr>
          <a:xfrm>
            <a:off x="713225" y="4166300"/>
            <a:ext cx="38829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Palanquin"/>
                <a:ea typeface="Palanquin"/>
                <a:cs typeface="Palanquin"/>
                <a:sym typeface="Palanqu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00" name="Google Shape;600;p32"/>
          <p:cNvGrpSpPr/>
          <p:nvPr/>
        </p:nvGrpSpPr>
        <p:grpSpPr>
          <a:xfrm>
            <a:off x="314675" y="264900"/>
            <a:ext cx="8627400" cy="2492950"/>
            <a:chOff x="314675" y="264900"/>
            <a:chExt cx="8627400" cy="2492950"/>
          </a:xfrm>
        </p:grpSpPr>
        <p:sp>
          <p:nvSpPr>
            <p:cNvPr id="601" name="Google Shape;601;p32"/>
            <p:cNvSpPr/>
            <p:nvPr/>
          </p:nvSpPr>
          <p:spPr>
            <a:xfrm>
              <a:off x="314675" y="19580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8362375" y="83287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03" name="Google Shape;603;p32"/>
            <p:cNvSpPr/>
            <p:nvPr/>
          </p:nvSpPr>
          <p:spPr>
            <a:xfrm>
              <a:off x="2418725" y="2649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04" name="Google Shape;604;p32"/>
            <p:cNvSpPr/>
            <p:nvPr/>
          </p:nvSpPr>
          <p:spPr>
            <a:xfrm>
              <a:off x="8835575" y="26513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5">
    <p:bg>
      <p:bgPr>
        <a:solidFill>
          <a:schemeClr val="lt2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Google Shape;606;p33"/>
          <p:cNvGrpSpPr/>
          <p:nvPr/>
        </p:nvGrpSpPr>
        <p:grpSpPr>
          <a:xfrm>
            <a:off x="-39078" y="2425276"/>
            <a:ext cx="9311727" cy="2869008"/>
            <a:chOff x="-39078" y="2425276"/>
            <a:chExt cx="9311727" cy="2869008"/>
          </a:xfrm>
        </p:grpSpPr>
        <p:grpSp>
          <p:nvGrpSpPr>
            <p:cNvPr id="607" name="Google Shape;607;p33"/>
            <p:cNvGrpSpPr/>
            <p:nvPr/>
          </p:nvGrpSpPr>
          <p:grpSpPr>
            <a:xfrm>
              <a:off x="-39078" y="4061778"/>
              <a:ext cx="9311727" cy="1232506"/>
              <a:chOff x="-39078" y="4061778"/>
              <a:chExt cx="9311727" cy="1232506"/>
            </a:xfrm>
          </p:grpSpPr>
          <p:sp>
            <p:nvSpPr>
              <p:cNvPr id="608" name="Google Shape;608;p33"/>
              <p:cNvSpPr/>
              <p:nvPr/>
            </p:nvSpPr>
            <p:spPr>
              <a:xfrm>
                <a:off x="-39078" y="4061778"/>
                <a:ext cx="3597146" cy="1129104"/>
              </a:xfrm>
              <a:custGeom>
                <a:rect b="b" l="l" r="r" t="t"/>
                <a:pathLst>
                  <a:path extrusionOk="0" h="208900" w="665522">
                    <a:moveTo>
                      <a:pt x="0" y="0"/>
                    </a:moveTo>
                    <a:cubicBezTo>
                      <a:pt x="0" y="0"/>
                      <a:pt x="57309" y="64704"/>
                      <a:pt x="144659" y="77182"/>
                    </a:cubicBezTo>
                    <a:cubicBezTo>
                      <a:pt x="232009" y="89660"/>
                      <a:pt x="386373" y="99828"/>
                      <a:pt x="451077" y="116929"/>
                    </a:cubicBezTo>
                    <a:cubicBezTo>
                      <a:pt x="515780" y="134491"/>
                      <a:pt x="665522" y="206589"/>
                      <a:pt x="665522" y="206589"/>
                    </a:cubicBezTo>
                    <a:lnTo>
                      <a:pt x="2773" y="2089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9" name="Google Shape;609;p33"/>
              <p:cNvGrpSpPr/>
              <p:nvPr/>
            </p:nvGrpSpPr>
            <p:grpSpPr>
              <a:xfrm>
                <a:off x="4888625" y="4226139"/>
                <a:ext cx="4384024" cy="1068145"/>
                <a:chOff x="4888625" y="4226139"/>
                <a:chExt cx="4384024" cy="1068145"/>
              </a:xfrm>
            </p:grpSpPr>
            <p:sp>
              <p:nvSpPr>
                <p:cNvPr id="610" name="Google Shape;610;p33"/>
                <p:cNvSpPr/>
                <p:nvPr/>
              </p:nvSpPr>
              <p:spPr>
                <a:xfrm>
                  <a:off x="5354648" y="4280739"/>
                  <a:ext cx="983720" cy="765677"/>
                </a:xfrm>
                <a:custGeom>
                  <a:rect b="b" l="l" r="r" t="t"/>
                  <a:pathLst>
                    <a:path extrusionOk="0" h="246595" w="316818">
                      <a:moveTo>
                        <a:pt x="182472" y="244610"/>
                      </a:moveTo>
                      <a:cubicBezTo>
                        <a:pt x="167682" y="215493"/>
                        <a:pt x="154741" y="193771"/>
                        <a:pt x="117768" y="191922"/>
                      </a:cubicBezTo>
                      <a:cubicBezTo>
                        <a:pt x="85878" y="190536"/>
                        <a:pt x="53989" y="203939"/>
                        <a:pt x="22099" y="193771"/>
                      </a:cubicBezTo>
                      <a:cubicBezTo>
                        <a:pt x="12856" y="190536"/>
                        <a:pt x="-6555" y="186376"/>
                        <a:pt x="2226" y="173436"/>
                      </a:cubicBezTo>
                      <a:cubicBezTo>
                        <a:pt x="10545" y="161419"/>
                        <a:pt x="30418" y="173436"/>
                        <a:pt x="40124" y="174822"/>
                      </a:cubicBezTo>
                      <a:cubicBezTo>
                        <a:pt x="77559" y="179444"/>
                        <a:pt x="60459" y="163730"/>
                        <a:pt x="50291" y="142008"/>
                      </a:cubicBezTo>
                      <a:cubicBezTo>
                        <a:pt x="70627" y="139697"/>
                        <a:pt x="87265" y="143857"/>
                        <a:pt x="96970" y="162806"/>
                      </a:cubicBezTo>
                      <a:cubicBezTo>
                        <a:pt x="106676" y="160495"/>
                        <a:pt x="132557" y="161419"/>
                        <a:pt x="139490" y="157260"/>
                      </a:cubicBezTo>
                      <a:cubicBezTo>
                        <a:pt x="152431" y="149403"/>
                        <a:pt x="139952" y="138311"/>
                        <a:pt x="134406" y="126757"/>
                      </a:cubicBezTo>
                      <a:cubicBezTo>
                        <a:pt x="161212" y="126757"/>
                        <a:pt x="164909" y="129530"/>
                        <a:pt x="185244" y="145243"/>
                      </a:cubicBezTo>
                      <a:cubicBezTo>
                        <a:pt x="209740" y="107808"/>
                        <a:pt x="140414" y="35709"/>
                        <a:pt x="194026" y="6131"/>
                      </a:cubicBezTo>
                      <a:cubicBezTo>
                        <a:pt x="255032" y="-27145"/>
                        <a:pt x="228226" y="84699"/>
                        <a:pt x="226378" y="110119"/>
                      </a:cubicBezTo>
                      <a:cubicBezTo>
                        <a:pt x="253183" y="123059"/>
                        <a:pt x="277678" y="75918"/>
                        <a:pt x="306333" y="104572"/>
                      </a:cubicBezTo>
                      <a:cubicBezTo>
                        <a:pt x="339147" y="137849"/>
                        <a:pt x="286459" y="142470"/>
                        <a:pt x="264275" y="149403"/>
                      </a:cubicBezTo>
                      <a:cubicBezTo>
                        <a:pt x="243940" y="155873"/>
                        <a:pt x="213437" y="169276"/>
                        <a:pt x="208353" y="193309"/>
                      </a:cubicBezTo>
                      <a:cubicBezTo>
                        <a:pt x="204656" y="210409"/>
                        <a:pt x="223605" y="221501"/>
                        <a:pt x="217596" y="237677"/>
                      </a:cubicBezTo>
                      <a:cubicBezTo>
                        <a:pt x="205580" y="238139"/>
                        <a:pt x="194488" y="251542"/>
                        <a:pt x="182472" y="24461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33"/>
                <p:cNvSpPr/>
                <p:nvPr/>
              </p:nvSpPr>
              <p:spPr>
                <a:xfrm>
                  <a:off x="4888625" y="4226139"/>
                  <a:ext cx="4384024" cy="1068145"/>
                </a:xfrm>
                <a:custGeom>
                  <a:rect b="b" l="l" r="r" t="t"/>
                  <a:pathLst>
                    <a:path extrusionOk="0" h="344008" w="1411924">
                      <a:moveTo>
                        <a:pt x="0" y="306532"/>
                      </a:moveTo>
                      <a:cubicBezTo>
                        <a:pt x="41133" y="310692"/>
                        <a:pt x="75334" y="316238"/>
                        <a:pt x="115080" y="300524"/>
                      </a:cubicBezTo>
                      <a:cubicBezTo>
                        <a:pt x="169154" y="279264"/>
                        <a:pt x="216757" y="245988"/>
                        <a:pt x="274066" y="229812"/>
                      </a:cubicBezTo>
                      <a:cubicBezTo>
                        <a:pt x="352172" y="207628"/>
                        <a:pt x="447379" y="216872"/>
                        <a:pt x="527796" y="216872"/>
                      </a:cubicBezTo>
                      <a:cubicBezTo>
                        <a:pt x="558300" y="216872"/>
                        <a:pt x="590189" y="220107"/>
                        <a:pt x="619306" y="210863"/>
                      </a:cubicBezTo>
                      <a:cubicBezTo>
                        <a:pt x="661825" y="196998"/>
                        <a:pt x="696488" y="161411"/>
                        <a:pt x="736696" y="142462"/>
                      </a:cubicBezTo>
                      <a:cubicBezTo>
                        <a:pt x="809719" y="108262"/>
                        <a:pt x="872574" y="111959"/>
                        <a:pt x="949294" y="111959"/>
                      </a:cubicBezTo>
                      <a:cubicBezTo>
                        <a:pt x="1007527" y="111959"/>
                        <a:pt x="1067147" y="91624"/>
                        <a:pt x="1120758" y="69440"/>
                      </a:cubicBezTo>
                      <a:cubicBezTo>
                        <a:pt x="1178067" y="46331"/>
                        <a:pt x="1227981" y="9358"/>
                        <a:pt x="1291298" y="1039"/>
                      </a:cubicBezTo>
                      <a:cubicBezTo>
                        <a:pt x="1333818" y="-4045"/>
                        <a:pt x="1371253" y="10744"/>
                        <a:pt x="1411924" y="19064"/>
                      </a:cubicBezTo>
                      <a:cubicBezTo>
                        <a:pt x="1411462" y="90700"/>
                        <a:pt x="1403143" y="160487"/>
                        <a:pt x="1395748" y="231661"/>
                      </a:cubicBezTo>
                      <a:cubicBezTo>
                        <a:pt x="1389278" y="291281"/>
                        <a:pt x="1396673" y="316238"/>
                        <a:pt x="1335204" y="313003"/>
                      </a:cubicBezTo>
                      <a:cubicBezTo>
                        <a:pt x="1269114" y="309305"/>
                        <a:pt x="1201638" y="318549"/>
                        <a:pt x="1135086" y="318549"/>
                      </a:cubicBezTo>
                      <a:cubicBezTo>
                        <a:pt x="1050509" y="318549"/>
                        <a:pt x="970091" y="339808"/>
                        <a:pt x="886439" y="343506"/>
                      </a:cubicBezTo>
                      <a:cubicBezTo>
                        <a:pt x="824970" y="346279"/>
                        <a:pt x="763502" y="336573"/>
                        <a:pt x="701572" y="338884"/>
                      </a:cubicBezTo>
                      <a:cubicBezTo>
                        <a:pt x="642876" y="341195"/>
                        <a:pt x="583719" y="339808"/>
                        <a:pt x="525023" y="334262"/>
                      </a:cubicBezTo>
                      <a:cubicBezTo>
                        <a:pt x="438136" y="325943"/>
                        <a:pt x="354946" y="313465"/>
                        <a:pt x="267134" y="316238"/>
                      </a:cubicBezTo>
                      <a:cubicBezTo>
                        <a:pt x="207052" y="318086"/>
                        <a:pt x="148818" y="327792"/>
                        <a:pt x="89199" y="325481"/>
                      </a:cubicBezTo>
                      <a:cubicBezTo>
                        <a:pt x="61469" y="324095"/>
                        <a:pt x="24033" y="318549"/>
                        <a:pt x="0" y="30653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2" name="Google Shape;612;p33"/>
            <p:cNvGrpSpPr/>
            <p:nvPr/>
          </p:nvGrpSpPr>
          <p:grpSpPr>
            <a:xfrm>
              <a:off x="8360081" y="2425276"/>
              <a:ext cx="613874" cy="2068655"/>
              <a:chOff x="8360081" y="2425276"/>
              <a:chExt cx="613874" cy="2068655"/>
            </a:xfrm>
          </p:grpSpPr>
          <p:sp>
            <p:nvSpPr>
              <p:cNvPr id="613" name="Google Shape;613;p33"/>
              <p:cNvSpPr/>
              <p:nvPr/>
            </p:nvSpPr>
            <p:spPr>
              <a:xfrm>
                <a:off x="8360081" y="2809092"/>
                <a:ext cx="301865" cy="1684838"/>
              </a:xfrm>
              <a:custGeom>
                <a:rect b="b" l="l" r="r" t="t"/>
                <a:pathLst>
                  <a:path extrusionOk="0" h="542621" w="97219">
                    <a:moveTo>
                      <a:pt x="41647" y="56847"/>
                    </a:moveTo>
                    <a:cubicBezTo>
                      <a:pt x="49967" y="82266"/>
                      <a:pt x="45807" y="113231"/>
                      <a:pt x="53202" y="140499"/>
                    </a:cubicBezTo>
                    <a:cubicBezTo>
                      <a:pt x="63832" y="179321"/>
                      <a:pt x="86940" y="212597"/>
                      <a:pt x="92486" y="253268"/>
                    </a:cubicBezTo>
                    <a:cubicBezTo>
                      <a:pt x="97108" y="290242"/>
                      <a:pt x="73999" y="309653"/>
                      <a:pt x="67991" y="342929"/>
                    </a:cubicBezTo>
                    <a:cubicBezTo>
                      <a:pt x="62907" y="370197"/>
                      <a:pt x="82781" y="383138"/>
                      <a:pt x="92486" y="405322"/>
                    </a:cubicBezTo>
                    <a:cubicBezTo>
                      <a:pt x="107738" y="441371"/>
                      <a:pt x="81856" y="461706"/>
                      <a:pt x="74924" y="493596"/>
                    </a:cubicBezTo>
                    <a:cubicBezTo>
                      <a:pt x="71226" y="509772"/>
                      <a:pt x="79083" y="514856"/>
                      <a:pt x="85091" y="531031"/>
                    </a:cubicBezTo>
                    <a:cubicBezTo>
                      <a:pt x="68916" y="540737"/>
                      <a:pt x="20388" y="549518"/>
                      <a:pt x="6061" y="534729"/>
                    </a:cubicBezTo>
                    <a:cubicBezTo>
                      <a:pt x="-8729" y="519477"/>
                      <a:pt x="7447" y="490823"/>
                      <a:pt x="13455" y="474647"/>
                    </a:cubicBezTo>
                    <a:cubicBezTo>
                      <a:pt x="25010" y="445068"/>
                      <a:pt x="27320" y="432590"/>
                      <a:pt x="18539" y="402086"/>
                    </a:cubicBezTo>
                    <a:cubicBezTo>
                      <a:pt x="6523" y="360491"/>
                      <a:pt x="12069" y="345702"/>
                      <a:pt x="30093" y="306880"/>
                    </a:cubicBezTo>
                    <a:cubicBezTo>
                      <a:pt x="46269" y="271755"/>
                      <a:pt x="48580" y="250957"/>
                      <a:pt x="35639" y="214446"/>
                    </a:cubicBezTo>
                    <a:cubicBezTo>
                      <a:pt x="20850" y="172389"/>
                      <a:pt x="2363" y="138651"/>
                      <a:pt x="12531" y="92434"/>
                    </a:cubicBezTo>
                    <a:cubicBezTo>
                      <a:pt x="19001" y="63317"/>
                      <a:pt x="31942" y="18949"/>
                      <a:pt x="56437" y="0"/>
                    </a:cubicBezTo>
                    <a:cubicBezTo>
                      <a:pt x="45345" y="18949"/>
                      <a:pt x="35177" y="36511"/>
                      <a:pt x="41647" y="5684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33"/>
              <p:cNvSpPr/>
              <p:nvPr/>
            </p:nvSpPr>
            <p:spPr>
              <a:xfrm>
                <a:off x="8657869" y="2425276"/>
                <a:ext cx="316086" cy="1931617"/>
              </a:xfrm>
              <a:custGeom>
                <a:rect b="b" l="l" r="r" t="t"/>
                <a:pathLst>
                  <a:path extrusionOk="0" h="622099" w="101799">
                    <a:moveTo>
                      <a:pt x="35106" y="609138"/>
                    </a:moveTo>
                    <a:cubicBezTo>
                      <a:pt x="7838" y="575862"/>
                      <a:pt x="53130" y="553678"/>
                      <a:pt x="37417" y="515780"/>
                    </a:cubicBezTo>
                    <a:cubicBezTo>
                      <a:pt x="27249" y="490823"/>
                      <a:pt x="3216" y="482966"/>
                      <a:pt x="13846" y="454774"/>
                    </a:cubicBezTo>
                    <a:cubicBezTo>
                      <a:pt x="24014" y="427506"/>
                      <a:pt x="45274" y="418724"/>
                      <a:pt x="37417" y="386835"/>
                    </a:cubicBezTo>
                    <a:cubicBezTo>
                      <a:pt x="29098" y="353559"/>
                      <a:pt x="12922" y="335996"/>
                      <a:pt x="26325" y="299947"/>
                    </a:cubicBezTo>
                    <a:cubicBezTo>
                      <a:pt x="38803" y="266671"/>
                      <a:pt x="66533" y="246336"/>
                      <a:pt x="41114" y="212135"/>
                    </a:cubicBezTo>
                    <a:cubicBezTo>
                      <a:pt x="12922" y="173775"/>
                      <a:pt x="-6951" y="149743"/>
                      <a:pt x="2292" y="97980"/>
                    </a:cubicBezTo>
                    <a:cubicBezTo>
                      <a:pt x="9225" y="60544"/>
                      <a:pt x="30946" y="33738"/>
                      <a:pt x="41576" y="0"/>
                    </a:cubicBezTo>
                    <a:cubicBezTo>
                      <a:pt x="27711" y="39746"/>
                      <a:pt x="16619" y="81804"/>
                      <a:pt x="30946" y="123861"/>
                    </a:cubicBezTo>
                    <a:cubicBezTo>
                      <a:pt x="45274" y="166843"/>
                      <a:pt x="95188" y="195497"/>
                      <a:pt x="98423" y="242176"/>
                    </a:cubicBezTo>
                    <a:cubicBezTo>
                      <a:pt x="99810" y="261587"/>
                      <a:pt x="90104" y="275452"/>
                      <a:pt x="85945" y="293939"/>
                    </a:cubicBezTo>
                    <a:cubicBezTo>
                      <a:pt x="80399" y="317972"/>
                      <a:pt x="86407" y="335996"/>
                      <a:pt x="95188" y="358180"/>
                    </a:cubicBezTo>
                    <a:cubicBezTo>
                      <a:pt x="110439" y="398851"/>
                      <a:pt x="76239" y="417800"/>
                      <a:pt x="76701" y="457084"/>
                    </a:cubicBezTo>
                    <a:cubicBezTo>
                      <a:pt x="77163" y="484352"/>
                      <a:pt x="103969" y="500528"/>
                      <a:pt x="101658" y="529183"/>
                    </a:cubicBezTo>
                    <a:cubicBezTo>
                      <a:pt x="100734" y="543048"/>
                      <a:pt x="91953" y="555526"/>
                      <a:pt x="91953" y="569854"/>
                    </a:cubicBezTo>
                    <a:cubicBezTo>
                      <a:pt x="91953" y="579559"/>
                      <a:pt x="98423" y="588802"/>
                      <a:pt x="95188" y="598046"/>
                    </a:cubicBezTo>
                    <a:cubicBezTo>
                      <a:pt x="88255" y="615608"/>
                      <a:pt x="32795" y="635944"/>
                      <a:pt x="35106" y="60913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5" name="Google Shape;615;p33"/>
          <p:cNvSpPr txBox="1"/>
          <p:nvPr>
            <p:ph type="title"/>
          </p:nvPr>
        </p:nvSpPr>
        <p:spPr>
          <a:xfrm>
            <a:off x="3735400" y="3378963"/>
            <a:ext cx="4191900" cy="54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ntonio"/>
              <a:buNone/>
              <a:defRPr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6" name="Google Shape;616;p33"/>
          <p:cNvSpPr txBox="1"/>
          <p:nvPr>
            <p:ph idx="1" type="subTitle"/>
          </p:nvPr>
        </p:nvSpPr>
        <p:spPr>
          <a:xfrm>
            <a:off x="878525" y="746906"/>
            <a:ext cx="5244000" cy="20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617" name="Google Shape;617;p33"/>
          <p:cNvGrpSpPr/>
          <p:nvPr/>
        </p:nvGrpSpPr>
        <p:grpSpPr>
          <a:xfrm>
            <a:off x="-546875" y="841246"/>
            <a:ext cx="10111317" cy="2722715"/>
            <a:chOff x="-546875" y="841246"/>
            <a:chExt cx="10111317" cy="2722715"/>
          </a:xfrm>
        </p:grpSpPr>
        <p:sp>
          <p:nvSpPr>
            <p:cNvPr id="618" name="Google Shape;618;p33"/>
            <p:cNvSpPr/>
            <p:nvPr/>
          </p:nvSpPr>
          <p:spPr>
            <a:xfrm>
              <a:off x="-546875" y="3393423"/>
              <a:ext cx="1674510" cy="170539"/>
            </a:xfrm>
            <a:custGeom>
              <a:rect b="b" l="l" r="r" t="t"/>
              <a:pathLst>
                <a:path extrusionOk="0" h="104305" w="1024165">
                  <a:moveTo>
                    <a:pt x="311964" y="0"/>
                  </a:moveTo>
                  <a:cubicBezTo>
                    <a:pt x="390994" y="4622"/>
                    <a:pt x="471412" y="22646"/>
                    <a:pt x="550905" y="25881"/>
                  </a:cubicBezTo>
                  <a:cubicBezTo>
                    <a:pt x="615608" y="28192"/>
                    <a:pt x="678463" y="15714"/>
                    <a:pt x="742704" y="32352"/>
                  </a:cubicBezTo>
                  <a:cubicBezTo>
                    <a:pt x="806946" y="48990"/>
                    <a:pt x="855936" y="53149"/>
                    <a:pt x="921564" y="56384"/>
                  </a:cubicBezTo>
                  <a:cubicBezTo>
                    <a:pt x="948832" y="57771"/>
                    <a:pt x="1009376" y="84114"/>
                    <a:pt x="1024165" y="68863"/>
                  </a:cubicBezTo>
                  <a:cubicBezTo>
                    <a:pt x="984881" y="123399"/>
                    <a:pt x="881355" y="99366"/>
                    <a:pt x="824970" y="97055"/>
                  </a:cubicBezTo>
                  <a:cubicBezTo>
                    <a:pt x="736696" y="93358"/>
                    <a:pt x="648884" y="101215"/>
                    <a:pt x="561072" y="101215"/>
                  </a:cubicBezTo>
                  <a:cubicBezTo>
                    <a:pt x="372970" y="101215"/>
                    <a:pt x="186254" y="64704"/>
                    <a:pt x="0" y="43906"/>
                  </a:cubicBezTo>
                  <a:cubicBezTo>
                    <a:pt x="19873" y="-8781"/>
                    <a:pt x="242638" y="6470"/>
                    <a:pt x="311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7039407" y="841246"/>
              <a:ext cx="2525035" cy="239182"/>
            </a:xfrm>
            <a:custGeom>
              <a:rect b="b" l="l" r="r" t="t"/>
              <a:pathLst>
                <a:path extrusionOk="0" h="80465" w="849465">
                  <a:moveTo>
                    <a:pt x="725142" y="77374"/>
                  </a:moveTo>
                  <a:cubicBezTo>
                    <a:pt x="690480" y="87080"/>
                    <a:pt x="622541" y="71366"/>
                    <a:pt x="582332" y="65358"/>
                  </a:cubicBezTo>
                  <a:cubicBezTo>
                    <a:pt x="527796" y="57039"/>
                    <a:pt x="476033" y="54728"/>
                    <a:pt x="421498" y="49182"/>
                  </a:cubicBezTo>
                  <a:cubicBezTo>
                    <a:pt x="346164" y="41325"/>
                    <a:pt x="283309" y="36704"/>
                    <a:pt x="205665" y="40401"/>
                  </a:cubicBezTo>
                  <a:cubicBezTo>
                    <a:pt x="137264" y="43636"/>
                    <a:pt x="68401" y="40863"/>
                    <a:pt x="0" y="40863"/>
                  </a:cubicBezTo>
                  <a:cubicBezTo>
                    <a:pt x="17100" y="16830"/>
                    <a:pt x="53149" y="23301"/>
                    <a:pt x="79955" y="20528"/>
                  </a:cubicBezTo>
                  <a:cubicBezTo>
                    <a:pt x="141423" y="14519"/>
                    <a:pt x="202892" y="9898"/>
                    <a:pt x="264360" y="8049"/>
                  </a:cubicBezTo>
                  <a:cubicBezTo>
                    <a:pt x="348937" y="5276"/>
                    <a:pt x="430279" y="-1194"/>
                    <a:pt x="514856" y="192"/>
                  </a:cubicBezTo>
                  <a:cubicBezTo>
                    <a:pt x="621616" y="1579"/>
                    <a:pt x="745477" y="21452"/>
                    <a:pt x="849465" y="49644"/>
                  </a:cubicBezTo>
                  <a:cubicBezTo>
                    <a:pt x="830979" y="61199"/>
                    <a:pt x="749175" y="88466"/>
                    <a:pt x="725142" y="773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33"/>
          <p:cNvGrpSpPr/>
          <p:nvPr/>
        </p:nvGrpSpPr>
        <p:grpSpPr>
          <a:xfrm>
            <a:off x="288850" y="218475"/>
            <a:ext cx="8505825" cy="4700625"/>
            <a:chOff x="288850" y="218475"/>
            <a:chExt cx="8505825" cy="4700625"/>
          </a:xfrm>
        </p:grpSpPr>
        <p:sp>
          <p:nvSpPr>
            <p:cNvPr id="621" name="Google Shape;621;p33"/>
            <p:cNvSpPr/>
            <p:nvPr/>
          </p:nvSpPr>
          <p:spPr>
            <a:xfrm>
              <a:off x="514275" y="47823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4208325" y="21847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8657875" y="4712325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288850" y="26017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4208325" y="4712325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8673025" y="15806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0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4"/>
          <p:cNvGrpSpPr/>
          <p:nvPr/>
        </p:nvGrpSpPr>
        <p:grpSpPr>
          <a:xfrm>
            <a:off x="-55598" y="3214071"/>
            <a:ext cx="9280090" cy="2035621"/>
            <a:chOff x="-55598" y="3214071"/>
            <a:chExt cx="9280090" cy="2035621"/>
          </a:xfrm>
        </p:grpSpPr>
        <p:grpSp>
          <p:nvGrpSpPr>
            <p:cNvPr id="629" name="Google Shape;629;p34"/>
            <p:cNvGrpSpPr/>
            <p:nvPr/>
          </p:nvGrpSpPr>
          <p:grpSpPr>
            <a:xfrm>
              <a:off x="-55598" y="3421153"/>
              <a:ext cx="3143353" cy="1784673"/>
              <a:chOff x="-55598" y="3421153"/>
              <a:chExt cx="3143353" cy="1784673"/>
            </a:xfrm>
          </p:grpSpPr>
          <p:sp>
            <p:nvSpPr>
              <p:cNvPr id="630" name="Google Shape;630;p34"/>
              <p:cNvSpPr/>
              <p:nvPr/>
            </p:nvSpPr>
            <p:spPr>
              <a:xfrm>
                <a:off x="1301174" y="4404822"/>
                <a:ext cx="776828" cy="577447"/>
              </a:xfrm>
              <a:custGeom>
                <a:rect b="b" l="l" r="r" t="t"/>
                <a:pathLst>
                  <a:path extrusionOk="0" h="262178" w="352703">
                    <a:moveTo>
                      <a:pt x="121088" y="248969"/>
                    </a:moveTo>
                    <a:cubicBezTo>
                      <a:pt x="125248" y="232794"/>
                      <a:pt x="126172" y="227247"/>
                      <a:pt x="116004" y="215693"/>
                    </a:cubicBezTo>
                    <a:cubicBezTo>
                      <a:pt x="112307" y="211534"/>
                      <a:pt x="105837" y="211996"/>
                      <a:pt x="102601" y="206450"/>
                    </a:cubicBezTo>
                    <a:cubicBezTo>
                      <a:pt x="99366" y="201366"/>
                      <a:pt x="103064" y="193971"/>
                      <a:pt x="99366" y="188888"/>
                    </a:cubicBezTo>
                    <a:cubicBezTo>
                      <a:pt x="92896" y="180106"/>
                      <a:pt x="68401" y="171787"/>
                      <a:pt x="58233" y="172249"/>
                    </a:cubicBezTo>
                    <a:cubicBezTo>
                      <a:pt x="48990" y="172712"/>
                      <a:pt x="41133" y="179644"/>
                      <a:pt x="30503" y="178720"/>
                    </a:cubicBezTo>
                    <a:cubicBezTo>
                      <a:pt x="20336" y="177795"/>
                      <a:pt x="9706" y="172712"/>
                      <a:pt x="0" y="169939"/>
                    </a:cubicBezTo>
                    <a:cubicBezTo>
                      <a:pt x="12016" y="147292"/>
                      <a:pt x="38360" y="170401"/>
                      <a:pt x="49452" y="155149"/>
                    </a:cubicBezTo>
                    <a:cubicBezTo>
                      <a:pt x="63317" y="135738"/>
                      <a:pt x="11092" y="121873"/>
                      <a:pt x="4160" y="103848"/>
                    </a:cubicBezTo>
                    <a:cubicBezTo>
                      <a:pt x="-6933" y="72883"/>
                      <a:pt x="17100" y="58094"/>
                      <a:pt x="33738" y="86748"/>
                    </a:cubicBezTo>
                    <a:cubicBezTo>
                      <a:pt x="39284" y="95992"/>
                      <a:pt x="36973" y="102924"/>
                      <a:pt x="47603" y="105235"/>
                    </a:cubicBezTo>
                    <a:cubicBezTo>
                      <a:pt x="57309" y="107084"/>
                      <a:pt x="64242" y="93681"/>
                      <a:pt x="74409" y="96454"/>
                    </a:cubicBezTo>
                    <a:cubicBezTo>
                      <a:pt x="74409" y="108470"/>
                      <a:pt x="71174" y="120487"/>
                      <a:pt x="71174" y="132503"/>
                    </a:cubicBezTo>
                    <a:cubicBezTo>
                      <a:pt x="70712" y="152838"/>
                      <a:pt x="71174" y="146830"/>
                      <a:pt x="86426" y="153301"/>
                    </a:cubicBezTo>
                    <a:cubicBezTo>
                      <a:pt x="91972" y="155611"/>
                      <a:pt x="94745" y="152838"/>
                      <a:pt x="100291" y="156998"/>
                    </a:cubicBezTo>
                    <a:cubicBezTo>
                      <a:pt x="106761" y="162082"/>
                      <a:pt x="107685" y="174560"/>
                      <a:pt x="114156" y="180106"/>
                    </a:cubicBezTo>
                    <a:cubicBezTo>
                      <a:pt x="128483" y="192585"/>
                      <a:pt x="134953" y="188888"/>
                      <a:pt x="139113" y="172712"/>
                    </a:cubicBezTo>
                    <a:cubicBezTo>
                      <a:pt x="141424" y="164393"/>
                      <a:pt x="141886" y="150990"/>
                      <a:pt x="136802" y="143595"/>
                    </a:cubicBezTo>
                    <a:cubicBezTo>
                      <a:pt x="132642" y="137587"/>
                      <a:pt x="125710" y="137587"/>
                      <a:pt x="122013" y="132503"/>
                    </a:cubicBezTo>
                    <a:cubicBezTo>
                      <a:pt x="112769" y="119100"/>
                      <a:pt x="122013" y="105235"/>
                      <a:pt x="117853" y="90446"/>
                    </a:cubicBezTo>
                    <a:cubicBezTo>
                      <a:pt x="112307" y="68724"/>
                      <a:pt x="92896" y="54396"/>
                      <a:pt x="104912" y="28977"/>
                    </a:cubicBezTo>
                    <a:cubicBezTo>
                      <a:pt x="110458" y="16499"/>
                      <a:pt x="130332" y="-4299"/>
                      <a:pt x="143734" y="785"/>
                    </a:cubicBezTo>
                    <a:cubicBezTo>
                      <a:pt x="143734" y="12339"/>
                      <a:pt x="125248" y="35910"/>
                      <a:pt x="134953" y="47002"/>
                    </a:cubicBezTo>
                    <a:cubicBezTo>
                      <a:pt x="145121" y="58556"/>
                      <a:pt x="158986" y="38221"/>
                      <a:pt x="169616" y="41918"/>
                    </a:cubicBezTo>
                    <a:cubicBezTo>
                      <a:pt x="189027" y="48850"/>
                      <a:pt x="164532" y="73808"/>
                      <a:pt x="157137" y="81202"/>
                    </a:cubicBezTo>
                    <a:cubicBezTo>
                      <a:pt x="152978" y="85362"/>
                      <a:pt x="139113" y="91832"/>
                      <a:pt x="139575" y="99689"/>
                    </a:cubicBezTo>
                    <a:cubicBezTo>
                      <a:pt x="140037" y="104311"/>
                      <a:pt x="146507" y="104311"/>
                      <a:pt x="147432" y="107084"/>
                    </a:cubicBezTo>
                    <a:cubicBezTo>
                      <a:pt x="149280" y="110781"/>
                      <a:pt x="156213" y="111243"/>
                      <a:pt x="158524" y="117251"/>
                    </a:cubicBezTo>
                    <a:cubicBezTo>
                      <a:pt x="161759" y="126033"/>
                      <a:pt x="152053" y="137587"/>
                      <a:pt x="152978" y="146830"/>
                    </a:cubicBezTo>
                    <a:cubicBezTo>
                      <a:pt x="154364" y="157922"/>
                      <a:pt x="166381" y="173636"/>
                      <a:pt x="180708" y="167628"/>
                    </a:cubicBezTo>
                    <a:cubicBezTo>
                      <a:pt x="200581" y="159771"/>
                      <a:pt x="183481" y="125570"/>
                      <a:pt x="187178" y="112167"/>
                    </a:cubicBezTo>
                    <a:cubicBezTo>
                      <a:pt x="191338" y="96454"/>
                      <a:pt x="218606" y="83513"/>
                      <a:pt x="233395" y="84437"/>
                    </a:cubicBezTo>
                    <a:cubicBezTo>
                      <a:pt x="234319" y="100613"/>
                      <a:pt x="220454" y="116789"/>
                      <a:pt x="219530" y="133889"/>
                    </a:cubicBezTo>
                    <a:cubicBezTo>
                      <a:pt x="226000" y="135738"/>
                      <a:pt x="232933" y="135276"/>
                      <a:pt x="239865" y="133427"/>
                    </a:cubicBezTo>
                    <a:cubicBezTo>
                      <a:pt x="223690" y="160695"/>
                      <a:pt x="230160" y="187963"/>
                      <a:pt x="261587" y="161157"/>
                    </a:cubicBezTo>
                    <a:cubicBezTo>
                      <a:pt x="279612" y="145906"/>
                      <a:pt x="293477" y="116789"/>
                      <a:pt x="318434" y="111243"/>
                    </a:cubicBezTo>
                    <a:cubicBezTo>
                      <a:pt x="346626" y="104773"/>
                      <a:pt x="356794" y="129730"/>
                      <a:pt x="351248" y="153763"/>
                    </a:cubicBezTo>
                    <a:cubicBezTo>
                      <a:pt x="347088" y="171325"/>
                      <a:pt x="336921" y="183804"/>
                      <a:pt x="318434" y="182879"/>
                    </a:cubicBezTo>
                    <a:cubicBezTo>
                      <a:pt x="310577" y="182417"/>
                      <a:pt x="302258" y="172712"/>
                      <a:pt x="297637" y="172712"/>
                    </a:cubicBezTo>
                    <a:cubicBezTo>
                      <a:pt x="278688" y="172712"/>
                      <a:pt x="269444" y="207374"/>
                      <a:pt x="244949" y="208298"/>
                    </a:cubicBezTo>
                    <a:cubicBezTo>
                      <a:pt x="222303" y="209223"/>
                      <a:pt x="197808" y="177795"/>
                      <a:pt x="178397" y="187963"/>
                    </a:cubicBezTo>
                    <a:cubicBezTo>
                      <a:pt x="154364" y="200904"/>
                      <a:pt x="161297" y="228172"/>
                      <a:pt x="164532" y="247121"/>
                    </a:cubicBezTo>
                    <a:cubicBezTo>
                      <a:pt x="168229" y="267918"/>
                      <a:pt x="161297" y="262835"/>
                      <a:pt x="142348" y="257288"/>
                    </a:cubicBezTo>
                    <a:cubicBezTo>
                      <a:pt x="137264" y="254978"/>
                      <a:pt x="128483" y="252204"/>
                      <a:pt x="121088" y="248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34"/>
              <p:cNvSpPr/>
              <p:nvPr/>
            </p:nvSpPr>
            <p:spPr>
              <a:xfrm>
                <a:off x="135254" y="3526224"/>
                <a:ext cx="197384" cy="1085553"/>
              </a:xfrm>
              <a:custGeom>
                <a:rect b="b" l="l" r="r" t="t"/>
                <a:pathLst>
                  <a:path extrusionOk="0" h="492873" w="89618">
                    <a:moveTo>
                      <a:pt x="35545" y="0"/>
                    </a:moveTo>
                    <a:cubicBezTo>
                      <a:pt x="23066" y="10630"/>
                      <a:pt x="19369" y="33276"/>
                      <a:pt x="14285" y="48528"/>
                    </a:cubicBezTo>
                    <a:cubicBezTo>
                      <a:pt x="3193" y="81804"/>
                      <a:pt x="-9748" y="117391"/>
                      <a:pt x="11050" y="149280"/>
                    </a:cubicBezTo>
                    <a:cubicBezTo>
                      <a:pt x="24915" y="170540"/>
                      <a:pt x="42477" y="183019"/>
                      <a:pt x="37856" y="210287"/>
                    </a:cubicBezTo>
                    <a:cubicBezTo>
                      <a:pt x="33234" y="236168"/>
                      <a:pt x="9663" y="254193"/>
                      <a:pt x="12898" y="282847"/>
                    </a:cubicBezTo>
                    <a:cubicBezTo>
                      <a:pt x="15209" y="302720"/>
                      <a:pt x="30461" y="316585"/>
                      <a:pt x="31847" y="336921"/>
                    </a:cubicBezTo>
                    <a:cubicBezTo>
                      <a:pt x="33234" y="358180"/>
                      <a:pt x="23991" y="377592"/>
                      <a:pt x="18445" y="397003"/>
                    </a:cubicBezTo>
                    <a:cubicBezTo>
                      <a:pt x="5966" y="437673"/>
                      <a:pt x="16596" y="449228"/>
                      <a:pt x="33696" y="482504"/>
                    </a:cubicBezTo>
                    <a:cubicBezTo>
                      <a:pt x="47561" y="488050"/>
                      <a:pt x="74367" y="494058"/>
                      <a:pt x="89618" y="492671"/>
                    </a:cubicBezTo>
                    <a:cubicBezTo>
                      <a:pt x="78526" y="478344"/>
                      <a:pt x="64199" y="460320"/>
                      <a:pt x="57267" y="442757"/>
                    </a:cubicBezTo>
                    <a:cubicBezTo>
                      <a:pt x="48485" y="421498"/>
                      <a:pt x="56342" y="406246"/>
                      <a:pt x="63275" y="384986"/>
                    </a:cubicBezTo>
                    <a:cubicBezTo>
                      <a:pt x="71132" y="360029"/>
                      <a:pt x="75291" y="339694"/>
                      <a:pt x="63275" y="316123"/>
                    </a:cubicBezTo>
                    <a:cubicBezTo>
                      <a:pt x="54494" y="298561"/>
                      <a:pt x="42015" y="288855"/>
                      <a:pt x="42015" y="268982"/>
                    </a:cubicBezTo>
                    <a:cubicBezTo>
                      <a:pt x="42015" y="241714"/>
                      <a:pt x="63737" y="219530"/>
                      <a:pt x="64661" y="191338"/>
                    </a:cubicBezTo>
                    <a:cubicBezTo>
                      <a:pt x="65123" y="167305"/>
                      <a:pt x="55418" y="154826"/>
                      <a:pt x="42015" y="136340"/>
                    </a:cubicBezTo>
                    <a:cubicBezTo>
                      <a:pt x="26301" y="114156"/>
                      <a:pt x="17058" y="90123"/>
                      <a:pt x="18907" y="62393"/>
                    </a:cubicBezTo>
                    <a:cubicBezTo>
                      <a:pt x="20755" y="41595"/>
                      <a:pt x="29999" y="19873"/>
                      <a:pt x="355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34"/>
              <p:cNvSpPr/>
              <p:nvPr/>
            </p:nvSpPr>
            <p:spPr>
              <a:xfrm>
                <a:off x="244118" y="3421153"/>
                <a:ext cx="258924" cy="1246959"/>
              </a:xfrm>
              <a:custGeom>
                <a:rect b="b" l="l" r="r" t="t"/>
                <a:pathLst>
                  <a:path extrusionOk="0" h="566156" w="117559">
                    <a:moveTo>
                      <a:pt x="50926" y="0"/>
                    </a:moveTo>
                    <a:cubicBezTo>
                      <a:pt x="23196" y="18025"/>
                      <a:pt x="1474" y="52687"/>
                      <a:pt x="88" y="85963"/>
                    </a:cubicBezTo>
                    <a:cubicBezTo>
                      <a:pt x="-1761" y="130332"/>
                      <a:pt x="25969" y="140037"/>
                      <a:pt x="47691" y="171927"/>
                    </a:cubicBezTo>
                    <a:cubicBezTo>
                      <a:pt x="69413" y="204278"/>
                      <a:pt x="51388" y="232471"/>
                      <a:pt x="40296" y="265747"/>
                    </a:cubicBezTo>
                    <a:cubicBezTo>
                      <a:pt x="35213" y="280998"/>
                      <a:pt x="29667" y="296250"/>
                      <a:pt x="37523" y="311964"/>
                    </a:cubicBezTo>
                    <a:cubicBezTo>
                      <a:pt x="43994" y="325366"/>
                      <a:pt x="62943" y="331375"/>
                      <a:pt x="65716" y="347088"/>
                    </a:cubicBezTo>
                    <a:cubicBezTo>
                      <a:pt x="70337" y="372046"/>
                      <a:pt x="36599" y="399776"/>
                      <a:pt x="36137" y="427044"/>
                    </a:cubicBezTo>
                    <a:cubicBezTo>
                      <a:pt x="36137" y="439060"/>
                      <a:pt x="42145" y="449690"/>
                      <a:pt x="41683" y="462168"/>
                    </a:cubicBezTo>
                    <a:cubicBezTo>
                      <a:pt x="41221" y="475109"/>
                      <a:pt x="34750" y="486663"/>
                      <a:pt x="31053" y="498680"/>
                    </a:cubicBezTo>
                    <a:cubicBezTo>
                      <a:pt x="19037" y="538888"/>
                      <a:pt x="61094" y="554140"/>
                      <a:pt x="88824" y="566156"/>
                    </a:cubicBezTo>
                    <a:cubicBezTo>
                      <a:pt x="75421" y="546283"/>
                      <a:pt x="73573" y="530107"/>
                      <a:pt x="84665" y="508385"/>
                    </a:cubicBezTo>
                    <a:cubicBezTo>
                      <a:pt x="91135" y="494982"/>
                      <a:pt x="98067" y="490361"/>
                      <a:pt x="96681" y="474185"/>
                    </a:cubicBezTo>
                    <a:cubicBezTo>
                      <a:pt x="95757" y="460782"/>
                      <a:pt x="84202" y="452001"/>
                      <a:pt x="82354" y="439522"/>
                    </a:cubicBezTo>
                    <a:cubicBezTo>
                      <a:pt x="75883" y="403935"/>
                      <a:pt x="126722" y="379902"/>
                      <a:pt x="116092" y="339232"/>
                    </a:cubicBezTo>
                    <a:cubicBezTo>
                      <a:pt x="107773" y="307804"/>
                      <a:pt x="74035" y="299023"/>
                      <a:pt x="77270" y="262974"/>
                    </a:cubicBezTo>
                    <a:cubicBezTo>
                      <a:pt x="80967" y="223227"/>
                      <a:pt x="109622" y="185792"/>
                      <a:pt x="84665" y="148356"/>
                    </a:cubicBezTo>
                    <a:cubicBezTo>
                      <a:pt x="66640" y="121550"/>
                      <a:pt x="43532" y="105374"/>
                      <a:pt x="38910" y="72098"/>
                    </a:cubicBezTo>
                    <a:cubicBezTo>
                      <a:pt x="34750" y="46217"/>
                      <a:pt x="41221" y="22184"/>
                      <a:pt x="509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34"/>
              <p:cNvSpPr/>
              <p:nvPr/>
            </p:nvSpPr>
            <p:spPr>
              <a:xfrm>
                <a:off x="505640" y="3624154"/>
                <a:ext cx="157415" cy="1082055"/>
              </a:xfrm>
              <a:custGeom>
                <a:rect b="b" l="l" r="r" t="t"/>
                <a:pathLst>
                  <a:path extrusionOk="0" h="491285" w="71471">
                    <a:moveTo>
                      <a:pt x="57226" y="491285"/>
                    </a:moveTo>
                    <a:cubicBezTo>
                      <a:pt x="44747" y="481579"/>
                      <a:pt x="20252" y="485739"/>
                      <a:pt x="8236" y="476033"/>
                    </a:cubicBezTo>
                    <a:cubicBezTo>
                      <a:pt x="-18107" y="454312"/>
                      <a:pt x="28572" y="406708"/>
                      <a:pt x="12858" y="375743"/>
                    </a:cubicBezTo>
                    <a:cubicBezTo>
                      <a:pt x="2228" y="354021"/>
                      <a:pt x="-545" y="352635"/>
                      <a:pt x="9160" y="326753"/>
                    </a:cubicBezTo>
                    <a:cubicBezTo>
                      <a:pt x="17017" y="305956"/>
                      <a:pt x="38739" y="283309"/>
                      <a:pt x="35042" y="260201"/>
                    </a:cubicBezTo>
                    <a:cubicBezTo>
                      <a:pt x="31345" y="235244"/>
                      <a:pt x="3614" y="219992"/>
                      <a:pt x="1304" y="195035"/>
                    </a:cubicBezTo>
                    <a:cubicBezTo>
                      <a:pt x="-1469" y="167305"/>
                      <a:pt x="29496" y="156213"/>
                      <a:pt x="30882" y="133105"/>
                    </a:cubicBezTo>
                    <a:cubicBezTo>
                      <a:pt x="32269" y="109996"/>
                      <a:pt x="-1932" y="101215"/>
                      <a:pt x="1304" y="73947"/>
                    </a:cubicBezTo>
                    <a:cubicBezTo>
                      <a:pt x="4539" y="47141"/>
                      <a:pt x="20252" y="22646"/>
                      <a:pt x="33655" y="0"/>
                    </a:cubicBezTo>
                    <a:cubicBezTo>
                      <a:pt x="25798" y="18487"/>
                      <a:pt x="19328" y="43444"/>
                      <a:pt x="23950" y="62855"/>
                    </a:cubicBezTo>
                    <a:cubicBezTo>
                      <a:pt x="30882" y="91509"/>
                      <a:pt x="60461" y="103526"/>
                      <a:pt x="66007" y="130794"/>
                    </a:cubicBezTo>
                    <a:cubicBezTo>
                      <a:pt x="69704" y="148818"/>
                      <a:pt x="57688" y="162683"/>
                      <a:pt x="50293" y="177935"/>
                    </a:cubicBezTo>
                    <a:cubicBezTo>
                      <a:pt x="42437" y="193649"/>
                      <a:pt x="44285" y="196422"/>
                      <a:pt x="53529" y="211211"/>
                    </a:cubicBezTo>
                    <a:cubicBezTo>
                      <a:pt x="73402" y="244025"/>
                      <a:pt x="78486" y="268520"/>
                      <a:pt x="59999" y="302258"/>
                    </a:cubicBezTo>
                    <a:cubicBezTo>
                      <a:pt x="43361" y="332761"/>
                      <a:pt x="51218" y="340618"/>
                      <a:pt x="60461" y="369735"/>
                    </a:cubicBezTo>
                    <a:cubicBezTo>
                      <a:pt x="66932" y="390070"/>
                      <a:pt x="49831" y="409943"/>
                      <a:pt x="47058" y="429817"/>
                    </a:cubicBezTo>
                    <a:cubicBezTo>
                      <a:pt x="43361" y="451539"/>
                      <a:pt x="51680" y="471874"/>
                      <a:pt x="57226" y="49128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34"/>
              <p:cNvSpPr/>
              <p:nvPr/>
            </p:nvSpPr>
            <p:spPr>
              <a:xfrm>
                <a:off x="-55598" y="4489778"/>
                <a:ext cx="3143353" cy="716048"/>
              </a:xfrm>
              <a:custGeom>
                <a:rect b="b" l="l" r="r" t="t"/>
                <a:pathLst>
                  <a:path extrusionOk="0" h="325107" w="1427175">
                    <a:moveTo>
                      <a:pt x="10630" y="2514"/>
                    </a:moveTo>
                    <a:cubicBezTo>
                      <a:pt x="10630" y="2514"/>
                      <a:pt x="86888" y="-11813"/>
                      <a:pt x="195497" y="27934"/>
                    </a:cubicBezTo>
                    <a:cubicBezTo>
                      <a:pt x="304107" y="67680"/>
                      <a:pt x="441833" y="165660"/>
                      <a:pt x="525023" y="179987"/>
                    </a:cubicBezTo>
                    <a:cubicBezTo>
                      <a:pt x="608214" y="194314"/>
                      <a:pt x="966856" y="194314"/>
                      <a:pt x="1104582" y="212801"/>
                    </a:cubicBezTo>
                    <a:cubicBezTo>
                      <a:pt x="1242308" y="230826"/>
                      <a:pt x="1427176" y="299688"/>
                      <a:pt x="1427176" y="299688"/>
                    </a:cubicBezTo>
                    <a:lnTo>
                      <a:pt x="0" y="325108"/>
                    </a:lnTo>
                    <a:lnTo>
                      <a:pt x="10630" y="25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5" name="Google Shape;635;p34"/>
            <p:cNvGrpSpPr/>
            <p:nvPr/>
          </p:nvGrpSpPr>
          <p:grpSpPr>
            <a:xfrm>
              <a:off x="6114729" y="3214071"/>
              <a:ext cx="3109763" cy="2035621"/>
              <a:chOff x="6114729" y="3214071"/>
              <a:chExt cx="3109763" cy="2035621"/>
            </a:xfrm>
          </p:grpSpPr>
          <p:sp>
            <p:nvSpPr>
              <p:cNvPr id="636" name="Google Shape;636;p34"/>
              <p:cNvSpPr/>
              <p:nvPr/>
            </p:nvSpPr>
            <p:spPr>
              <a:xfrm>
                <a:off x="6445430" y="4530760"/>
                <a:ext cx="697792" cy="543125"/>
              </a:xfrm>
              <a:custGeom>
                <a:rect b="b" l="l" r="r" t="t"/>
                <a:pathLst>
                  <a:path extrusionOk="0" h="246595" w="316818">
                    <a:moveTo>
                      <a:pt x="182472" y="244610"/>
                    </a:moveTo>
                    <a:cubicBezTo>
                      <a:pt x="167682" y="215493"/>
                      <a:pt x="154741" y="193771"/>
                      <a:pt x="117768" y="191922"/>
                    </a:cubicBezTo>
                    <a:cubicBezTo>
                      <a:pt x="85878" y="190536"/>
                      <a:pt x="53989" y="203939"/>
                      <a:pt x="22099" y="193771"/>
                    </a:cubicBezTo>
                    <a:cubicBezTo>
                      <a:pt x="12856" y="190536"/>
                      <a:pt x="-6555" y="186376"/>
                      <a:pt x="2226" y="173436"/>
                    </a:cubicBezTo>
                    <a:cubicBezTo>
                      <a:pt x="10545" y="161419"/>
                      <a:pt x="30418" y="173436"/>
                      <a:pt x="40124" y="174822"/>
                    </a:cubicBezTo>
                    <a:cubicBezTo>
                      <a:pt x="77559" y="179444"/>
                      <a:pt x="60459" y="163730"/>
                      <a:pt x="50291" y="142008"/>
                    </a:cubicBezTo>
                    <a:cubicBezTo>
                      <a:pt x="70627" y="139697"/>
                      <a:pt x="87265" y="143857"/>
                      <a:pt x="96970" y="162806"/>
                    </a:cubicBezTo>
                    <a:cubicBezTo>
                      <a:pt x="106676" y="160495"/>
                      <a:pt x="132557" y="161419"/>
                      <a:pt x="139490" y="157260"/>
                    </a:cubicBezTo>
                    <a:cubicBezTo>
                      <a:pt x="152431" y="149403"/>
                      <a:pt x="139952" y="138311"/>
                      <a:pt x="134406" y="126757"/>
                    </a:cubicBezTo>
                    <a:cubicBezTo>
                      <a:pt x="161212" y="126757"/>
                      <a:pt x="164909" y="129530"/>
                      <a:pt x="185244" y="145243"/>
                    </a:cubicBezTo>
                    <a:cubicBezTo>
                      <a:pt x="209740" y="107808"/>
                      <a:pt x="140414" y="35709"/>
                      <a:pt x="194026" y="6131"/>
                    </a:cubicBezTo>
                    <a:cubicBezTo>
                      <a:pt x="255032" y="-27145"/>
                      <a:pt x="228226" y="84699"/>
                      <a:pt x="226378" y="110119"/>
                    </a:cubicBezTo>
                    <a:cubicBezTo>
                      <a:pt x="253183" y="123059"/>
                      <a:pt x="277678" y="75918"/>
                      <a:pt x="306333" y="104572"/>
                    </a:cubicBezTo>
                    <a:cubicBezTo>
                      <a:pt x="339147" y="137849"/>
                      <a:pt x="286459" y="142470"/>
                      <a:pt x="264275" y="149403"/>
                    </a:cubicBezTo>
                    <a:cubicBezTo>
                      <a:pt x="243940" y="155873"/>
                      <a:pt x="213437" y="169276"/>
                      <a:pt x="208353" y="193309"/>
                    </a:cubicBezTo>
                    <a:cubicBezTo>
                      <a:pt x="204656" y="210409"/>
                      <a:pt x="223605" y="221501"/>
                      <a:pt x="217596" y="237677"/>
                    </a:cubicBezTo>
                    <a:cubicBezTo>
                      <a:pt x="205580" y="238139"/>
                      <a:pt x="194488" y="251542"/>
                      <a:pt x="182472" y="24461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34"/>
              <p:cNvSpPr/>
              <p:nvPr/>
            </p:nvSpPr>
            <p:spPr>
              <a:xfrm>
                <a:off x="8578151" y="3486438"/>
                <a:ext cx="214125" cy="1195123"/>
              </a:xfrm>
              <a:custGeom>
                <a:rect b="b" l="l" r="r" t="t"/>
                <a:pathLst>
                  <a:path extrusionOk="0" h="542621" w="97219">
                    <a:moveTo>
                      <a:pt x="41647" y="56847"/>
                    </a:moveTo>
                    <a:cubicBezTo>
                      <a:pt x="49967" y="82266"/>
                      <a:pt x="45807" y="113231"/>
                      <a:pt x="53202" y="140499"/>
                    </a:cubicBezTo>
                    <a:cubicBezTo>
                      <a:pt x="63832" y="179321"/>
                      <a:pt x="86940" y="212597"/>
                      <a:pt x="92486" y="253268"/>
                    </a:cubicBezTo>
                    <a:cubicBezTo>
                      <a:pt x="97108" y="290242"/>
                      <a:pt x="73999" y="309653"/>
                      <a:pt x="67991" y="342929"/>
                    </a:cubicBezTo>
                    <a:cubicBezTo>
                      <a:pt x="62907" y="370197"/>
                      <a:pt x="82781" y="383138"/>
                      <a:pt x="92486" y="405322"/>
                    </a:cubicBezTo>
                    <a:cubicBezTo>
                      <a:pt x="107738" y="441371"/>
                      <a:pt x="81856" y="461706"/>
                      <a:pt x="74924" y="493596"/>
                    </a:cubicBezTo>
                    <a:cubicBezTo>
                      <a:pt x="71226" y="509772"/>
                      <a:pt x="79083" y="514856"/>
                      <a:pt x="85091" y="531031"/>
                    </a:cubicBezTo>
                    <a:cubicBezTo>
                      <a:pt x="68916" y="540737"/>
                      <a:pt x="20388" y="549518"/>
                      <a:pt x="6061" y="534729"/>
                    </a:cubicBezTo>
                    <a:cubicBezTo>
                      <a:pt x="-8729" y="519477"/>
                      <a:pt x="7447" y="490823"/>
                      <a:pt x="13455" y="474647"/>
                    </a:cubicBezTo>
                    <a:cubicBezTo>
                      <a:pt x="25010" y="445068"/>
                      <a:pt x="27320" y="432590"/>
                      <a:pt x="18539" y="402086"/>
                    </a:cubicBezTo>
                    <a:cubicBezTo>
                      <a:pt x="6523" y="360491"/>
                      <a:pt x="12069" y="345702"/>
                      <a:pt x="30093" y="306880"/>
                    </a:cubicBezTo>
                    <a:cubicBezTo>
                      <a:pt x="46269" y="271755"/>
                      <a:pt x="48580" y="250957"/>
                      <a:pt x="35639" y="214446"/>
                    </a:cubicBezTo>
                    <a:cubicBezTo>
                      <a:pt x="20850" y="172389"/>
                      <a:pt x="2363" y="138651"/>
                      <a:pt x="12531" y="92434"/>
                    </a:cubicBezTo>
                    <a:cubicBezTo>
                      <a:pt x="19001" y="63317"/>
                      <a:pt x="31942" y="18949"/>
                      <a:pt x="56437" y="0"/>
                    </a:cubicBezTo>
                    <a:cubicBezTo>
                      <a:pt x="45345" y="18949"/>
                      <a:pt x="35177" y="36511"/>
                      <a:pt x="41647" y="5684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34"/>
              <p:cNvSpPr/>
              <p:nvPr/>
            </p:nvSpPr>
            <p:spPr>
              <a:xfrm>
                <a:off x="8789468" y="3214071"/>
                <a:ext cx="224212" cy="1370173"/>
              </a:xfrm>
              <a:custGeom>
                <a:rect b="b" l="l" r="r" t="t"/>
                <a:pathLst>
                  <a:path extrusionOk="0" h="622099" w="101799">
                    <a:moveTo>
                      <a:pt x="35106" y="609138"/>
                    </a:moveTo>
                    <a:cubicBezTo>
                      <a:pt x="7838" y="575862"/>
                      <a:pt x="53130" y="553678"/>
                      <a:pt x="37417" y="515780"/>
                    </a:cubicBezTo>
                    <a:cubicBezTo>
                      <a:pt x="27249" y="490823"/>
                      <a:pt x="3216" y="482966"/>
                      <a:pt x="13846" y="454774"/>
                    </a:cubicBezTo>
                    <a:cubicBezTo>
                      <a:pt x="24014" y="427506"/>
                      <a:pt x="45274" y="418724"/>
                      <a:pt x="37417" y="386835"/>
                    </a:cubicBezTo>
                    <a:cubicBezTo>
                      <a:pt x="29098" y="353559"/>
                      <a:pt x="12922" y="335996"/>
                      <a:pt x="26325" y="299947"/>
                    </a:cubicBezTo>
                    <a:cubicBezTo>
                      <a:pt x="38803" y="266671"/>
                      <a:pt x="66533" y="246336"/>
                      <a:pt x="41114" y="212135"/>
                    </a:cubicBezTo>
                    <a:cubicBezTo>
                      <a:pt x="12922" y="173775"/>
                      <a:pt x="-6951" y="149743"/>
                      <a:pt x="2292" y="97980"/>
                    </a:cubicBezTo>
                    <a:cubicBezTo>
                      <a:pt x="9225" y="60544"/>
                      <a:pt x="30946" y="33738"/>
                      <a:pt x="41576" y="0"/>
                    </a:cubicBezTo>
                    <a:cubicBezTo>
                      <a:pt x="27711" y="39746"/>
                      <a:pt x="16619" y="81804"/>
                      <a:pt x="30946" y="123861"/>
                    </a:cubicBezTo>
                    <a:cubicBezTo>
                      <a:pt x="45274" y="166843"/>
                      <a:pt x="95188" y="195497"/>
                      <a:pt x="98423" y="242176"/>
                    </a:cubicBezTo>
                    <a:cubicBezTo>
                      <a:pt x="99810" y="261587"/>
                      <a:pt x="90104" y="275452"/>
                      <a:pt x="85945" y="293939"/>
                    </a:cubicBezTo>
                    <a:cubicBezTo>
                      <a:pt x="80399" y="317972"/>
                      <a:pt x="86407" y="335996"/>
                      <a:pt x="95188" y="358180"/>
                    </a:cubicBezTo>
                    <a:cubicBezTo>
                      <a:pt x="110439" y="398851"/>
                      <a:pt x="76239" y="417800"/>
                      <a:pt x="76701" y="457084"/>
                    </a:cubicBezTo>
                    <a:cubicBezTo>
                      <a:pt x="77163" y="484352"/>
                      <a:pt x="103969" y="500528"/>
                      <a:pt x="101658" y="529183"/>
                    </a:cubicBezTo>
                    <a:cubicBezTo>
                      <a:pt x="100734" y="543048"/>
                      <a:pt x="91953" y="555526"/>
                      <a:pt x="91953" y="569854"/>
                    </a:cubicBezTo>
                    <a:cubicBezTo>
                      <a:pt x="91953" y="579559"/>
                      <a:pt x="98423" y="588802"/>
                      <a:pt x="95188" y="598046"/>
                    </a:cubicBezTo>
                    <a:cubicBezTo>
                      <a:pt x="88255" y="615608"/>
                      <a:pt x="32795" y="635944"/>
                      <a:pt x="35106" y="60913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34"/>
              <p:cNvSpPr/>
              <p:nvPr/>
            </p:nvSpPr>
            <p:spPr>
              <a:xfrm>
                <a:off x="6114729" y="4492014"/>
                <a:ext cx="3109763" cy="757678"/>
              </a:xfrm>
              <a:custGeom>
                <a:rect b="b" l="l" r="r" t="t"/>
                <a:pathLst>
                  <a:path extrusionOk="0" h="344008" w="1411924">
                    <a:moveTo>
                      <a:pt x="0" y="306532"/>
                    </a:moveTo>
                    <a:cubicBezTo>
                      <a:pt x="41133" y="310692"/>
                      <a:pt x="75334" y="316238"/>
                      <a:pt x="115080" y="300524"/>
                    </a:cubicBezTo>
                    <a:cubicBezTo>
                      <a:pt x="169154" y="279264"/>
                      <a:pt x="216757" y="245988"/>
                      <a:pt x="274066" y="229812"/>
                    </a:cubicBezTo>
                    <a:cubicBezTo>
                      <a:pt x="352172" y="207628"/>
                      <a:pt x="447379" y="216872"/>
                      <a:pt x="527796" y="216872"/>
                    </a:cubicBezTo>
                    <a:cubicBezTo>
                      <a:pt x="558300" y="216872"/>
                      <a:pt x="590189" y="220107"/>
                      <a:pt x="619306" y="210863"/>
                    </a:cubicBezTo>
                    <a:cubicBezTo>
                      <a:pt x="661825" y="196998"/>
                      <a:pt x="696488" y="161411"/>
                      <a:pt x="736696" y="142462"/>
                    </a:cubicBezTo>
                    <a:cubicBezTo>
                      <a:pt x="809719" y="108262"/>
                      <a:pt x="872574" y="111959"/>
                      <a:pt x="949294" y="111959"/>
                    </a:cubicBezTo>
                    <a:cubicBezTo>
                      <a:pt x="1007527" y="111959"/>
                      <a:pt x="1067147" y="91624"/>
                      <a:pt x="1120758" y="69440"/>
                    </a:cubicBezTo>
                    <a:cubicBezTo>
                      <a:pt x="1178067" y="46331"/>
                      <a:pt x="1227981" y="9358"/>
                      <a:pt x="1291298" y="1039"/>
                    </a:cubicBezTo>
                    <a:cubicBezTo>
                      <a:pt x="1333818" y="-4045"/>
                      <a:pt x="1371253" y="10744"/>
                      <a:pt x="1411924" y="19064"/>
                    </a:cubicBezTo>
                    <a:cubicBezTo>
                      <a:pt x="1411462" y="90700"/>
                      <a:pt x="1403143" y="160487"/>
                      <a:pt x="1395748" y="231661"/>
                    </a:cubicBezTo>
                    <a:cubicBezTo>
                      <a:pt x="1389278" y="291281"/>
                      <a:pt x="1396673" y="316238"/>
                      <a:pt x="1335204" y="313003"/>
                    </a:cubicBezTo>
                    <a:cubicBezTo>
                      <a:pt x="1269114" y="309305"/>
                      <a:pt x="1201638" y="318549"/>
                      <a:pt x="1135086" y="318549"/>
                    </a:cubicBezTo>
                    <a:cubicBezTo>
                      <a:pt x="1050509" y="318549"/>
                      <a:pt x="970091" y="339808"/>
                      <a:pt x="886439" y="343506"/>
                    </a:cubicBezTo>
                    <a:cubicBezTo>
                      <a:pt x="824970" y="346279"/>
                      <a:pt x="763502" y="336573"/>
                      <a:pt x="701572" y="338884"/>
                    </a:cubicBezTo>
                    <a:cubicBezTo>
                      <a:pt x="642876" y="341195"/>
                      <a:pt x="583719" y="339808"/>
                      <a:pt x="525023" y="334262"/>
                    </a:cubicBezTo>
                    <a:cubicBezTo>
                      <a:pt x="438136" y="325943"/>
                      <a:pt x="354946" y="313465"/>
                      <a:pt x="267134" y="316238"/>
                    </a:cubicBezTo>
                    <a:cubicBezTo>
                      <a:pt x="207052" y="318086"/>
                      <a:pt x="148818" y="327792"/>
                      <a:pt x="89199" y="325481"/>
                    </a:cubicBezTo>
                    <a:cubicBezTo>
                      <a:pt x="61469" y="324095"/>
                      <a:pt x="24033" y="318549"/>
                      <a:pt x="0" y="3065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0" name="Google Shape;640;p34"/>
          <p:cNvGrpSpPr/>
          <p:nvPr/>
        </p:nvGrpSpPr>
        <p:grpSpPr>
          <a:xfrm>
            <a:off x="-1002597" y="-238407"/>
            <a:ext cx="10690299" cy="3084457"/>
            <a:chOff x="-1002597" y="-238407"/>
            <a:chExt cx="10690299" cy="3084457"/>
          </a:xfrm>
        </p:grpSpPr>
        <p:sp>
          <p:nvSpPr>
            <p:cNvPr id="641" name="Google Shape;641;p34"/>
            <p:cNvSpPr/>
            <p:nvPr/>
          </p:nvSpPr>
          <p:spPr>
            <a:xfrm rot="8986330">
              <a:off x="-887589" y="477657"/>
              <a:ext cx="3201619" cy="1321584"/>
            </a:xfrm>
            <a:custGeom>
              <a:rect b="b" l="l" r="r" t="t"/>
              <a:pathLst>
                <a:path extrusionOk="0" h="733155" w="1776113">
                  <a:moveTo>
                    <a:pt x="1386968" y="65954"/>
                  </a:moveTo>
                  <a:cubicBezTo>
                    <a:pt x="1266804" y="130657"/>
                    <a:pt x="1164202" y="224940"/>
                    <a:pt x="1041728" y="285021"/>
                  </a:cubicBezTo>
                  <a:cubicBezTo>
                    <a:pt x="937278" y="336322"/>
                    <a:pt x="822198" y="361741"/>
                    <a:pt x="716361" y="409807"/>
                  </a:cubicBezTo>
                  <a:cubicBezTo>
                    <a:pt x="623465" y="452326"/>
                    <a:pt x="536578" y="512408"/>
                    <a:pt x="436287" y="531357"/>
                  </a:cubicBezTo>
                  <a:cubicBezTo>
                    <a:pt x="360029" y="545684"/>
                    <a:pt x="281923" y="535055"/>
                    <a:pt x="204279" y="539676"/>
                  </a:cubicBezTo>
                  <a:cubicBezTo>
                    <a:pt x="127096" y="544298"/>
                    <a:pt x="43906" y="568331"/>
                    <a:pt x="0" y="632110"/>
                  </a:cubicBezTo>
                  <a:cubicBezTo>
                    <a:pt x="8319" y="638118"/>
                    <a:pt x="24495" y="649210"/>
                    <a:pt x="32352" y="655218"/>
                  </a:cubicBezTo>
                  <a:cubicBezTo>
                    <a:pt x="115542" y="581734"/>
                    <a:pt x="244025" y="595136"/>
                    <a:pt x="348475" y="632572"/>
                  </a:cubicBezTo>
                  <a:cubicBezTo>
                    <a:pt x="452925" y="670008"/>
                    <a:pt x="553216" y="728241"/>
                    <a:pt x="664136" y="732863"/>
                  </a:cubicBezTo>
                  <a:cubicBezTo>
                    <a:pt x="808795" y="738871"/>
                    <a:pt x="941437" y="651521"/>
                    <a:pt x="1043114" y="548457"/>
                  </a:cubicBezTo>
                  <a:cubicBezTo>
                    <a:pt x="1144791" y="445394"/>
                    <a:pt x="1226595" y="322919"/>
                    <a:pt x="1336129" y="228175"/>
                  </a:cubicBezTo>
                  <a:cubicBezTo>
                    <a:pt x="1445663" y="133430"/>
                    <a:pt x="1595405" y="66878"/>
                    <a:pt x="1734518" y="106625"/>
                  </a:cubicBezTo>
                  <a:cubicBezTo>
                    <a:pt x="1745148" y="82130"/>
                    <a:pt x="1765483" y="64567"/>
                    <a:pt x="1776113" y="40072"/>
                  </a:cubicBezTo>
                  <a:cubicBezTo>
                    <a:pt x="1660109" y="-30639"/>
                    <a:pt x="1506669" y="1250"/>
                    <a:pt x="1386968" y="65954"/>
                  </a:cubicBezTo>
                  <a:close/>
                  <a:moveTo>
                    <a:pt x="1058828" y="456948"/>
                  </a:moveTo>
                  <a:cubicBezTo>
                    <a:pt x="1020468" y="523962"/>
                    <a:pt x="961773" y="577112"/>
                    <a:pt x="892910" y="611312"/>
                  </a:cubicBezTo>
                  <a:cubicBezTo>
                    <a:pt x="818963" y="648286"/>
                    <a:pt x="758419" y="685721"/>
                    <a:pt x="670607" y="667697"/>
                  </a:cubicBezTo>
                  <a:cubicBezTo>
                    <a:pt x="633171" y="659840"/>
                    <a:pt x="592500" y="637194"/>
                    <a:pt x="588803" y="598834"/>
                  </a:cubicBezTo>
                  <a:cubicBezTo>
                    <a:pt x="586030" y="570179"/>
                    <a:pt x="605441" y="543836"/>
                    <a:pt x="626238" y="523500"/>
                  </a:cubicBezTo>
                  <a:cubicBezTo>
                    <a:pt x="723293" y="427369"/>
                    <a:pt x="861020" y="382539"/>
                    <a:pt x="996897" y="366825"/>
                  </a:cubicBezTo>
                  <a:cubicBezTo>
                    <a:pt x="1022317" y="364052"/>
                    <a:pt x="1052358" y="364052"/>
                    <a:pt x="1067147" y="384850"/>
                  </a:cubicBezTo>
                  <a:cubicBezTo>
                    <a:pt x="1081937" y="406110"/>
                    <a:pt x="1071768" y="434764"/>
                    <a:pt x="1058828" y="4569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34"/>
            <p:cNvSpPr/>
            <p:nvPr/>
          </p:nvSpPr>
          <p:spPr>
            <a:xfrm flipH="1" rot="5108635">
              <a:off x="7467221" y="695677"/>
              <a:ext cx="2894782" cy="1305815"/>
            </a:xfrm>
            <a:custGeom>
              <a:rect b="b" l="l" r="r" t="t"/>
              <a:pathLst>
                <a:path extrusionOk="0" h="724862" w="1606903">
                  <a:moveTo>
                    <a:pt x="7339" y="234781"/>
                  </a:moveTo>
                  <a:cubicBezTo>
                    <a:pt x="-7912" y="286082"/>
                    <a:pt x="-517" y="348013"/>
                    <a:pt x="40153" y="383138"/>
                  </a:cubicBezTo>
                  <a:cubicBezTo>
                    <a:pt x="77589" y="415489"/>
                    <a:pt x="131201" y="416876"/>
                    <a:pt x="179266" y="428430"/>
                  </a:cubicBezTo>
                  <a:cubicBezTo>
                    <a:pt x="296656" y="456160"/>
                    <a:pt x="386779" y="546283"/>
                    <a:pt x="482911" y="619305"/>
                  </a:cubicBezTo>
                  <a:cubicBezTo>
                    <a:pt x="579042" y="692328"/>
                    <a:pt x="703827" y="752872"/>
                    <a:pt x="816596" y="711277"/>
                  </a:cubicBezTo>
                  <a:cubicBezTo>
                    <a:pt x="895164" y="682161"/>
                    <a:pt x="948314" y="610524"/>
                    <a:pt x="1005623" y="549518"/>
                  </a:cubicBezTo>
                  <a:cubicBezTo>
                    <a:pt x="1117005" y="429816"/>
                    <a:pt x="1258891" y="339232"/>
                    <a:pt x="1413718" y="287931"/>
                  </a:cubicBezTo>
                  <a:cubicBezTo>
                    <a:pt x="1453926" y="274528"/>
                    <a:pt x="1495059" y="263898"/>
                    <a:pt x="1531571" y="242638"/>
                  </a:cubicBezTo>
                  <a:cubicBezTo>
                    <a:pt x="1568082" y="221379"/>
                    <a:pt x="1599971" y="187640"/>
                    <a:pt x="1606904" y="146045"/>
                  </a:cubicBezTo>
                  <a:cubicBezTo>
                    <a:pt x="1584720" y="119239"/>
                    <a:pt x="1545436" y="112307"/>
                    <a:pt x="1511697" y="119702"/>
                  </a:cubicBezTo>
                  <a:cubicBezTo>
                    <a:pt x="1477959" y="127096"/>
                    <a:pt x="1447918" y="146507"/>
                    <a:pt x="1418801" y="164994"/>
                  </a:cubicBezTo>
                  <a:cubicBezTo>
                    <a:pt x="1306957" y="237554"/>
                    <a:pt x="1195574" y="310115"/>
                    <a:pt x="1083729" y="382675"/>
                  </a:cubicBezTo>
                  <a:cubicBezTo>
                    <a:pt x="1056461" y="400238"/>
                    <a:pt x="1025958" y="418725"/>
                    <a:pt x="993607" y="415027"/>
                  </a:cubicBezTo>
                  <a:cubicBezTo>
                    <a:pt x="935373" y="408095"/>
                    <a:pt x="909954" y="331375"/>
                    <a:pt x="930752" y="276839"/>
                  </a:cubicBezTo>
                  <a:cubicBezTo>
                    <a:pt x="951549" y="222303"/>
                    <a:pt x="1001001" y="184867"/>
                    <a:pt x="1044907" y="146507"/>
                  </a:cubicBezTo>
                  <a:cubicBezTo>
                    <a:pt x="1088813" y="107685"/>
                    <a:pt x="1131333" y="58233"/>
                    <a:pt x="1130870" y="0"/>
                  </a:cubicBezTo>
                  <a:cubicBezTo>
                    <a:pt x="1052764" y="34663"/>
                    <a:pt x="981590" y="84577"/>
                    <a:pt x="922432" y="146045"/>
                  </a:cubicBezTo>
                  <a:cubicBezTo>
                    <a:pt x="884997" y="185330"/>
                    <a:pt x="851258" y="231546"/>
                    <a:pt x="842940" y="284696"/>
                  </a:cubicBezTo>
                  <a:cubicBezTo>
                    <a:pt x="828613" y="373432"/>
                    <a:pt x="884535" y="467714"/>
                    <a:pt x="851258" y="550905"/>
                  </a:cubicBezTo>
                  <a:cubicBezTo>
                    <a:pt x="818907" y="631322"/>
                    <a:pt x="713071" y="659976"/>
                    <a:pt x="630342" y="635481"/>
                  </a:cubicBezTo>
                  <a:cubicBezTo>
                    <a:pt x="547614" y="610986"/>
                    <a:pt x="481986" y="548132"/>
                    <a:pt x="420056" y="488050"/>
                  </a:cubicBezTo>
                  <a:cubicBezTo>
                    <a:pt x="358125" y="427506"/>
                    <a:pt x="292497" y="365113"/>
                    <a:pt x="208844" y="342004"/>
                  </a:cubicBezTo>
                  <a:cubicBezTo>
                    <a:pt x="181114" y="334148"/>
                    <a:pt x="151536" y="330913"/>
                    <a:pt x="125654" y="318434"/>
                  </a:cubicBezTo>
                  <a:cubicBezTo>
                    <a:pt x="99311" y="305955"/>
                    <a:pt x="76202" y="281460"/>
                    <a:pt x="77127" y="252344"/>
                  </a:cubicBezTo>
                  <a:cubicBezTo>
                    <a:pt x="78051" y="224614"/>
                    <a:pt x="100235" y="202892"/>
                    <a:pt x="113638" y="178397"/>
                  </a:cubicBezTo>
                  <a:cubicBezTo>
                    <a:pt x="133973" y="140499"/>
                    <a:pt x="115487" y="99828"/>
                    <a:pt x="72967" y="121550"/>
                  </a:cubicBezTo>
                  <a:cubicBezTo>
                    <a:pt x="43389" y="136340"/>
                    <a:pt x="16121" y="204741"/>
                    <a:pt x="7339" y="2347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3" name="Google Shape;643;p34"/>
          <p:cNvGrpSpPr/>
          <p:nvPr/>
        </p:nvGrpSpPr>
        <p:grpSpPr>
          <a:xfrm>
            <a:off x="1903225" y="134350"/>
            <a:ext cx="6527550" cy="4801550"/>
            <a:chOff x="1903225" y="134350"/>
            <a:chExt cx="6527550" cy="4801550"/>
          </a:xfrm>
        </p:grpSpPr>
        <p:sp>
          <p:nvSpPr>
            <p:cNvPr id="644" name="Google Shape;644;p34"/>
            <p:cNvSpPr/>
            <p:nvPr/>
          </p:nvSpPr>
          <p:spPr>
            <a:xfrm>
              <a:off x="8293975" y="4711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45" name="Google Shape;645;p34"/>
            <p:cNvSpPr/>
            <p:nvPr/>
          </p:nvSpPr>
          <p:spPr>
            <a:xfrm>
              <a:off x="4759825" y="13435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46" name="Google Shape;646;p34"/>
            <p:cNvSpPr/>
            <p:nvPr/>
          </p:nvSpPr>
          <p:spPr>
            <a:xfrm>
              <a:off x="1903225" y="387100"/>
              <a:ext cx="136800" cy="13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4046450" y="4829400"/>
              <a:ext cx="106500" cy="10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alanquin"/>
                <a:ea typeface="Palanquin"/>
                <a:cs typeface="Palanquin"/>
                <a:sym typeface="Palanquin"/>
              </a:endParaRPr>
            </a:p>
          </p:txBody>
        </p:sp>
      </p:grpSp>
      <p:sp>
        <p:nvSpPr>
          <p:cNvPr id="648" name="Google Shape;648;p34"/>
          <p:cNvSpPr txBox="1"/>
          <p:nvPr>
            <p:ph type="title"/>
          </p:nvPr>
        </p:nvSpPr>
        <p:spPr>
          <a:xfrm>
            <a:off x="2623050" y="651075"/>
            <a:ext cx="3897900" cy="109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49" name="Google Shape;649;p34"/>
          <p:cNvSpPr txBox="1"/>
          <p:nvPr>
            <p:ph idx="1" type="subTitle"/>
          </p:nvPr>
        </p:nvSpPr>
        <p:spPr>
          <a:xfrm>
            <a:off x="2623050" y="1748175"/>
            <a:ext cx="3897900" cy="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0" name="Google Shape;650;p34"/>
          <p:cNvSpPr txBox="1"/>
          <p:nvPr/>
        </p:nvSpPr>
        <p:spPr>
          <a:xfrm>
            <a:off x="2452050" y="3990525"/>
            <a:ext cx="42399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Open Sans"/>
              <a:buNone/>
            </a:pP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, including icons by </a:t>
            </a:r>
            <a:r>
              <a:rPr b="1" lang="en" sz="1200" u="sng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, infographics &amp; images by </a:t>
            </a:r>
            <a:r>
              <a:rPr b="1" lang="en" sz="1200" u="sng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 u="sng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2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" name="Google Shape;652;p35"/>
          <p:cNvGrpSpPr/>
          <p:nvPr/>
        </p:nvGrpSpPr>
        <p:grpSpPr>
          <a:xfrm flipH="1">
            <a:off x="-946176" y="-769095"/>
            <a:ext cx="10528460" cy="6681685"/>
            <a:chOff x="-419726" y="-769095"/>
            <a:chExt cx="10528460" cy="6681685"/>
          </a:xfrm>
        </p:grpSpPr>
        <p:sp>
          <p:nvSpPr>
            <p:cNvPr id="653" name="Google Shape;653;p35"/>
            <p:cNvSpPr/>
            <p:nvPr/>
          </p:nvSpPr>
          <p:spPr>
            <a:xfrm rot="-3367288">
              <a:off x="4134718" y="1211282"/>
              <a:ext cx="6221167" cy="2720933"/>
            </a:xfrm>
            <a:custGeom>
              <a:rect b="b" l="l" r="r" t="t"/>
              <a:pathLst>
                <a:path extrusionOk="0" h="1173494" w="2683088">
                  <a:moveTo>
                    <a:pt x="2012945" y="330918"/>
                  </a:moveTo>
                  <a:cubicBezTo>
                    <a:pt x="2107690" y="276382"/>
                    <a:pt x="2224618" y="271760"/>
                    <a:pt x="2330917" y="295331"/>
                  </a:cubicBezTo>
                  <a:cubicBezTo>
                    <a:pt x="2437678" y="318901"/>
                    <a:pt x="2536120" y="368816"/>
                    <a:pt x="2634100" y="417805"/>
                  </a:cubicBezTo>
                  <a:cubicBezTo>
                    <a:pt x="2649352" y="382681"/>
                    <a:pt x="2667838" y="349867"/>
                    <a:pt x="2683089" y="314742"/>
                  </a:cubicBezTo>
                  <a:lnTo>
                    <a:pt x="1889084" y="57776"/>
                  </a:lnTo>
                  <a:cubicBezTo>
                    <a:pt x="1786483" y="24500"/>
                    <a:pt x="1679722" y="-9238"/>
                    <a:pt x="1572499" y="2316"/>
                  </a:cubicBezTo>
                  <a:cubicBezTo>
                    <a:pt x="1446327" y="15719"/>
                    <a:pt x="1328936" y="95212"/>
                    <a:pt x="1269779" y="207519"/>
                  </a:cubicBezTo>
                  <a:cubicBezTo>
                    <a:pt x="1224948" y="293020"/>
                    <a:pt x="1212007" y="394697"/>
                    <a:pt x="1154236" y="472341"/>
                  </a:cubicBezTo>
                  <a:cubicBezTo>
                    <a:pt x="1072895" y="581413"/>
                    <a:pt x="922228" y="614689"/>
                    <a:pt x="786813" y="603135"/>
                  </a:cubicBezTo>
                  <a:cubicBezTo>
                    <a:pt x="651398" y="591581"/>
                    <a:pt x="521991" y="543515"/>
                    <a:pt x="387962" y="522255"/>
                  </a:cubicBezTo>
                  <a:cubicBezTo>
                    <a:pt x="253933" y="500996"/>
                    <a:pt x="103728" y="511163"/>
                    <a:pt x="1589" y="600362"/>
                  </a:cubicBezTo>
                  <a:cubicBezTo>
                    <a:pt x="9908" y="651663"/>
                    <a:pt x="-5806" y="683090"/>
                    <a:pt x="2513" y="734391"/>
                  </a:cubicBezTo>
                  <a:cubicBezTo>
                    <a:pt x="44570" y="651201"/>
                    <a:pt x="144399" y="603597"/>
                    <a:pt x="236832" y="592505"/>
                  </a:cubicBezTo>
                  <a:cubicBezTo>
                    <a:pt x="329266" y="581413"/>
                    <a:pt x="422624" y="600362"/>
                    <a:pt x="514133" y="619773"/>
                  </a:cubicBezTo>
                  <a:cubicBezTo>
                    <a:pt x="562199" y="629941"/>
                    <a:pt x="616272" y="644730"/>
                    <a:pt x="639843" y="687712"/>
                  </a:cubicBezTo>
                  <a:cubicBezTo>
                    <a:pt x="665263" y="734391"/>
                    <a:pt x="643540" y="792624"/>
                    <a:pt x="614886" y="837454"/>
                  </a:cubicBezTo>
                  <a:cubicBezTo>
                    <a:pt x="495647" y="1024632"/>
                    <a:pt x="255319" y="1126772"/>
                    <a:pt x="37638" y="1082404"/>
                  </a:cubicBezTo>
                  <a:cubicBezTo>
                    <a:pt x="41798" y="1102739"/>
                    <a:pt x="49654" y="1136477"/>
                    <a:pt x="53814" y="1156813"/>
                  </a:cubicBezTo>
                  <a:cubicBezTo>
                    <a:pt x="209564" y="1202567"/>
                    <a:pt x="379180" y="1148494"/>
                    <a:pt x="517369" y="1063917"/>
                  </a:cubicBezTo>
                  <a:cubicBezTo>
                    <a:pt x="656019" y="979340"/>
                    <a:pt x="773872" y="865184"/>
                    <a:pt x="907901" y="773213"/>
                  </a:cubicBezTo>
                  <a:cubicBezTo>
                    <a:pt x="1041930" y="681241"/>
                    <a:pt x="1201378" y="610530"/>
                    <a:pt x="1362212" y="630865"/>
                  </a:cubicBezTo>
                  <a:cubicBezTo>
                    <a:pt x="1529517" y="651663"/>
                    <a:pt x="1671865" y="769053"/>
                    <a:pt x="1765685" y="909090"/>
                  </a:cubicBezTo>
                  <a:cubicBezTo>
                    <a:pt x="1803121" y="964551"/>
                    <a:pt x="1835011" y="1025557"/>
                    <a:pt x="1885849" y="1069001"/>
                  </a:cubicBezTo>
                  <a:cubicBezTo>
                    <a:pt x="1943620" y="1118453"/>
                    <a:pt x="2019416" y="1140637"/>
                    <a:pt x="2094287" y="1153577"/>
                  </a:cubicBezTo>
                  <a:cubicBezTo>
                    <a:pt x="2250500" y="1180383"/>
                    <a:pt x="2412259" y="1171602"/>
                    <a:pt x="2564775" y="1128620"/>
                  </a:cubicBezTo>
                  <a:cubicBezTo>
                    <a:pt x="2572631" y="1104588"/>
                    <a:pt x="2586959" y="1075009"/>
                    <a:pt x="2594815" y="1050976"/>
                  </a:cubicBezTo>
                  <a:cubicBezTo>
                    <a:pt x="2450619" y="1104588"/>
                    <a:pt x="2287011" y="1113831"/>
                    <a:pt x="2143277" y="1058371"/>
                  </a:cubicBezTo>
                  <a:cubicBezTo>
                    <a:pt x="1999542" y="1003373"/>
                    <a:pt x="1879841" y="879512"/>
                    <a:pt x="1847027" y="728845"/>
                  </a:cubicBezTo>
                  <a:cubicBezTo>
                    <a:pt x="1815137" y="579564"/>
                    <a:pt x="1879841" y="408100"/>
                    <a:pt x="2012945" y="330918"/>
                  </a:cubicBezTo>
                  <a:close/>
                  <a:moveTo>
                    <a:pt x="1774467" y="325834"/>
                  </a:moveTo>
                  <a:cubicBezTo>
                    <a:pt x="1754593" y="378983"/>
                    <a:pt x="1730098" y="431671"/>
                    <a:pt x="1691276" y="473728"/>
                  </a:cubicBezTo>
                  <a:cubicBezTo>
                    <a:pt x="1589599" y="583724"/>
                    <a:pt x="1398724" y="547675"/>
                    <a:pt x="1354356" y="399319"/>
                  </a:cubicBezTo>
                  <a:cubicBezTo>
                    <a:pt x="1329860" y="317515"/>
                    <a:pt x="1361750" y="223695"/>
                    <a:pt x="1426454" y="167772"/>
                  </a:cubicBezTo>
                  <a:cubicBezTo>
                    <a:pt x="1491157" y="111850"/>
                    <a:pt x="1583591" y="92901"/>
                    <a:pt x="1667243" y="111850"/>
                  </a:cubicBezTo>
                  <a:cubicBezTo>
                    <a:pt x="1719469" y="123404"/>
                    <a:pt x="1773080" y="153907"/>
                    <a:pt x="1788794" y="205208"/>
                  </a:cubicBezTo>
                  <a:cubicBezTo>
                    <a:pt x="1801734" y="244492"/>
                    <a:pt x="1789256" y="287012"/>
                    <a:pt x="1774467" y="3258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35"/>
            <p:cNvSpPr/>
            <p:nvPr/>
          </p:nvSpPr>
          <p:spPr>
            <a:xfrm flipH="1" rot="10800000">
              <a:off x="-419726" y="-577280"/>
              <a:ext cx="2894489" cy="2233562"/>
            </a:xfrm>
            <a:custGeom>
              <a:rect b="b" l="l" r="r" t="t"/>
              <a:pathLst>
                <a:path extrusionOk="0" h="1406968" w="1823300">
                  <a:moveTo>
                    <a:pt x="1503018" y="1160478"/>
                  </a:moveTo>
                  <a:cubicBezTo>
                    <a:pt x="1463272" y="1086069"/>
                    <a:pt x="1451255" y="990862"/>
                    <a:pt x="1382854" y="941410"/>
                  </a:cubicBezTo>
                  <a:cubicBezTo>
                    <a:pt x="1319076" y="895194"/>
                    <a:pt x="1231264" y="907210"/>
                    <a:pt x="1156391" y="883177"/>
                  </a:cubicBezTo>
                  <a:cubicBezTo>
                    <a:pt x="1063958" y="853598"/>
                    <a:pt x="994171" y="763938"/>
                    <a:pt x="988625" y="667344"/>
                  </a:cubicBezTo>
                  <a:cubicBezTo>
                    <a:pt x="981230" y="543483"/>
                    <a:pt x="1068579" y="416387"/>
                    <a:pt x="1021901" y="301307"/>
                  </a:cubicBezTo>
                  <a:cubicBezTo>
                    <a:pt x="990473" y="223201"/>
                    <a:pt x="906359" y="180219"/>
                    <a:pt x="825480" y="157111"/>
                  </a:cubicBezTo>
                  <a:cubicBezTo>
                    <a:pt x="705316" y="123372"/>
                    <a:pt x="577295" y="119675"/>
                    <a:pt x="455745" y="147405"/>
                  </a:cubicBezTo>
                  <a:cubicBezTo>
                    <a:pt x="387344" y="162657"/>
                    <a:pt x="320329" y="188076"/>
                    <a:pt x="250541" y="187152"/>
                  </a:cubicBezTo>
                  <a:cubicBezTo>
                    <a:pt x="199241" y="186689"/>
                    <a:pt x="130840" y="166816"/>
                    <a:pt x="101723" y="120137"/>
                  </a:cubicBezTo>
                  <a:cubicBezTo>
                    <a:pt x="97102" y="113205"/>
                    <a:pt x="47650" y="-25446"/>
                    <a:pt x="22693" y="4133"/>
                  </a:cubicBezTo>
                  <a:cubicBezTo>
                    <a:pt x="-15667" y="50350"/>
                    <a:pt x="-1802" y="123372"/>
                    <a:pt x="37483" y="168665"/>
                  </a:cubicBezTo>
                  <a:cubicBezTo>
                    <a:pt x="76767" y="213957"/>
                    <a:pt x="134999" y="237528"/>
                    <a:pt x="191385" y="258325"/>
                  </a:cubicBezTo>
                  <a:cubicBezTo>
                    <a:pt x="247769" y="279123"/>
                    <a:pt x="306002" y="299921"/>
                    <a:pt x="348984" y="341978"/>
                  </a:cubicBezTo>
                  <a:cubicBezTo>
                    <a:pt x="403520" y="395589"/>
                    <a:pt x="423855" y="473696"/>
                    <a:pt x="448350" y="546256"/>
                  </a:cubicBezTo>
                  <a:cubicBezTo>
                    <a:pt x="472845" y="618817"/>
                    <a:pt x="509818" y="695537"/>
                    <a:pt x="580068" y="726502"/>
                  </a:cubicBezTo>
                  <a:cubicBezTo>
                    <a:pt x="651242" y="757929"/>
                    <a:pt x="739054" y="733435"/>
                    <a:pt x="808841" y="767635"/>
                  </a:cubicBezTo>
                  <a:cubicBezTo>
                    <a:pt x="872158" y="798600"/>
                    <a:pt x="905435" y="870236"/>
                    <a:pt x="961819" y="913218"/>
                  </a:cubicBezTo>
                  <a:cubicBezTo>
                    <a:pt x="1041775" y="974224"/>
                    <a:pt x="1155006" y="969140"/>
                    <a:pt x="1243279" y="1017206"/>
                  </a:cubicBezTo>
                  <a:cubicBezTo>
                    <a:pt x="1330167" y="1064809"/>
                    <a:pt x="1381468" y="1156781"/>
                    <a:pt x="1427685" y="1244593"/>
                  </a:cubicBezTo>
                  <a:cubicBezTo>
                    <a:pt x="1440163" y="1268163"/>
                    <a:pt x="1452179" y="1299591"/>
                    <a:pt x="1433692" y="1319002"/>
                  </a:cubicBezTo>
                  <a:cubicBezTo>
                    <a:pt x="1423988" y="1329169"/>
                    <a:pt x="1409660" y="1331943"/>
                    <a:pt x="1395795" y="1334253"/>
                  </a:cubicBezTo>
                  <a:cubicBezTo>
                    <a:pt x="1309832" y="1349043"/>
                    <a:pt x="1223406" y="1363832"/>
                    <a:pt x="1137443" y="1379084"/>
                  </a:cubicBezTo>
                  <a:cubicBezTo>
                    <a:pt x="1364830" y="1407738"/>
                    <a:pt x="1594990" y="1414209"/>
                    <a:pt x="1823300" y="1398957"/>
                  </a:cubicBezTo>
                  <a:cubicBezTo>
                    <a:pt x="1699439" y="1343959"/>
                    <a:pt x="1566336" y="1280642"/>
                    <a:pt x="1503018" y="1160478"/>
                  </a:cubicBezTo>
                  <a:close/>
                  <a:moveTo>
                    <a:pt x="933165" y="450125"/>
                  </a:moveTo>
                  <a:cubicBezTo>
                    <a:pt x="922072" y="515291"/>
                    <a:pt x="896653" y="611422"/>
                    <a:pt x="832412" y="635917"/>
                  </a:cubicBezTo>
                  <a:cubicBezTo>
                    <a:pt x="768170" y="660874"/>
                    <a:pt x="658636" y="646085"/>
                    <a:pt x="605950" y="601717"/>
                  </a:cubicBezTo>
                  <a:cubicBezTo>
                    <a:pt x="570363" y="571213"/>
                    <a:pt x="551414" y="526383"/>
                    <a:pt x="533851" y="482939"/>
                  </a:cubicBezTo>
                  <a:cubicBezTo>
                    <a:pt x="513516" y="433487"/>
                    <a:pt x="493642" y="383573"/>
                    <a:pt x="473307" y="334121"/>
                  </a:cubicBezTo>
                  <a:cubicBezTo>
                    <a:pt x="464988" y="313786"/>
                    <a:pt x="456669" y="291601"/>
                    <a:pt x="463602" y="270804"/>
                  </a:cubicBezTo>
                  <a:cubicBezTo>
                    <a:pt x="472845" y="242612"/>
                    <a:pt x="504734" y="230133"/>
                    <a:pt x="533389" y="223201"/>
                  </a:cubicBezTo>
                  <a:cubicBezTo>
                    <a:pt x="616580" y="203327"/>
                    <a:pt x="704392" y="203790"/>
                    <a:pt x="787119" y="224125"/>
                  </a:cubicBezTo>
                  <a:cubicBezTo>
                    <a:pt x="830101" y="234755"/>
                    <a:pt x="874007" y="252317"/>
                    <a:pt x="902661" y="286518"/>
                  </a:cubicBezTo>
                  <a:cubicBezTo>
                    <a:pt x="938711" y="330886"/>
                    <a:pt x="942408" y="393741"/>
                    <a:pt x="933165" y="4501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5" name="Google Shape;655;p35"/>
          <p:cNvGrpSpPr/>
          <p:nvPr/>
        </p:nvGrpSpPr>
        <p:grpSpPr>
          <a:xfrm flipH="1">
            <a:off x="6107266" y="3427526"/>
            <a:ext cx="3136217" cy="1780055"/>
            <a:chOff x="-80924" y="3427526"/>
            <a:chExt cx="3136217" cy="1780055"/>
          </a:xfrm>
        </p:grpSpPr>
        <p:sp>
          <p:nvSpPr>
            <p:cNvPr id="656" name="Google Shape;656;p35"/>
            <p:cNvSpPr/>
            <p:nvPr/>
          </p:nvSpPr>
          <p:spPr>
            <a:xfrm>
              <a:off x="2082861" y="4480688"/>
              <a:ext cx="775065" cy="576136"/>
            </a:xfrm>
            <a:custGeom>
              <a:rect b="b" l="l" r="r" t="t"/>
              <a:pathLst>
                <a:path extrusionOk="0" h="262178" w="352703">
                  <a:moveTo>
                    <a:pt x="121088" y="248969"/>
                  </a:moveTo>
                  <a:cubicBezTo>
                    <a:pt x="125248" y="232794"/>
                    <a:pt x="126172" y="227247"/>
                    <a:pt x="116004" y="215693"/>
                  </a:cubicBezTo>
                  <a:cubicBezTo>
                    <a:pt x="112307" y="211534"/>
                    <a:pt x="105837" y="211996"/>
                    <a:pt x="102601" y="206450"/>
                  </a:cubicBezTo>
                  <a:cubicBezTo>
                    <a:pt x="99366" y="201366"/>
                    <a:pt x="103064" y="193971"/>
                    <a:pt x="99366" y="188888"/>
                  </a:cubicBezTo>
                  <a:cubicBezTo>
                    <a:pt x="92896" y="180106"/>
                    <a:pt x="68401" y="171787"/>
                    <a:pt x="58233" y="172249"/>
                  </a:cubicBezTo>
                  <a:cubicBezTo>
                    <a:pt x="48990" y="172712"/>
                    <a:pt x="41133" y="179644"/>
                    <a:pt x="30503" y="178720"/>
                  </a:cubicBezTo>
                  <a:cubicBezTo>
                    <a:pt x="20336" y="177795"/>
                    <a:pt x="9706" y="172712"/>
                    <a:pt x="0" y="169939"/>
                  </a:cubicBezTo>
                  <a:cubicBezTo>
                    <a:pt x="12016" y="147292"/>
                    <a:pt x="38360" y="170401"/>
                    <a:pt x="49452" y="155149"/>
                  </a:cubicBezTo>
                  <a:cubicBezTo>
                    <a:pt x="63317" y="135738"/>
                    <a:pt x="11092" y="121873"/>
                    <a:pt x="4160" y="103848"/>
                  </a:cubicBezTo>
                  <a:cubicBezTo>
                    <a:pt x="-6933" y="72883"/>
                    <a:pt x="17100" y="58094"/>
                    <a:pt x="33738" y="86748"/>
                  </a:cubicBezTo>
                  <a:cubicBezTo>
                    <a:pt x="39284" y="95992"/>
                    <a:pt x="36973" y="102924"/>
                    <a:pt x="47603" y="105235"/>
                  </a:cubicBezTo>
                  <a:cubicBezTo>
                    <a:pt x="57309" y="107084"/>
                    <a:pt x="64242" y="93681"/>
                    <a:pt x="74409" y="96454"/>
                  </a:cubicBezTo>
                  <a:cubicBezTo>
                    <a:pt x="74409" y="108470"/>
                    <a:pt x="71174" y="120487"/>
                    <a:pt x="71174" y="132503"/>
                  </a:cubicBezTo>
                  <a:cubicBezTo>
                    <a:pt x="70712" y="152838"/>
                    <a:pt x="71174" y="146830"/>
                    <a:pt x="86426" y="153301"/>
                  </a:cubicBezTo>
                  <a:cubicBezTo>
                    <a:pt x="91972" y="155611"/>
                    <a:pt x="94745" y="152838"/>
                    <a:pt x="100291" y="156998"/>
                  </a:cubicBezTo>
                  <a:cubicBezTo>
                    <a:pt x="106761" y="162082"/>
                    <a:pt x="107685" y="174560"/>
                    <a:pt x="114156" y="180106"/>
                  </a:cubicBezTo>
                  <a:cubicBezTo>
                    <a:pt x="128483" y="192585"/>
                    <a:pt x="134953" y="188888"/>
                    <a:pt x="139113" y="172712"/>
                  </a:cubicBezTo>
                  <a:cubicBezTo>
                    <a:pt x="141424" y="164393"/>
                    <a:pt x="141886" y="150990"/>
                    <a:pt x="136802" y="143595"/>
                  </a:cubicBezTo>
                  <a:cubicBezTo>
                    <a:pt x="132642" y="137587"/>
                    <a:pt x="125710" y="137587"/>
                    <a:pt x="122013" y="132503"/>
                  </a:cubicBezTo>
                  <a:cubicBezTo>
                    <a:pt x="112769" y="119100"/>
                    <a:pt x="122013" y="105235"/>
                    <a:pt x="117853" y="90446"/>
                  </a:cubicBezTo>
                  <a:cubicBezTo>
                    <a:pt x="112307" y="68724"/>
                    <a:pt x="92896" y="54396"/>
                    <a:pt x="104912" y="28977"/>
                  </a:cubicBezTo>
                  <a:cubicBezTo>
                    <a:pt x="110458" y="16499"/>
                    <a:pt x="130332" y="-4299"/>
                    <a:pt x="143734" y="785"/>
                  </a:cubicBezTo>
                  <a:cubicBezTo>
                    <a:pt x="143734" y="12339"/>
                    <a:pt x="125248" y="35910"/>
                    <a:pt x="134953" y="47002"/>
                  </a:cubicBezTo>
                  <a:cubicBezTo>
                    <a:pt x="145121" y="58556"/>
                    <a:pt x="158986" y="38221"/>
                    <a:pt x="169616" y="41918"/>
                  </a:cubicBezTo>
                  <a:cubicBezTo>
                    <a:pt x="189027" y="48850"/>
                    <a:pt x="164532" y="73808"/>
                    <a:pt x="157137" y="81202"/>
                  </a:cubicBezTo>
                  <a:cubicBezTo>
                    <a:pt x="152978" y="85362"/>
                    <a:pt x="139113" y="91832"/>
                    <a:pt x="139575" y="99689"/>
                  </a:cubicBezTo>
                  <a:cubicBezTo>
                    <a:pt x="140037" y="104311"/>
                    <a:pt x="146507" y="104311"/>
                    <a:pt x="147432" y="107084"/>
                  </a:cubicBezTo>
                  <a:cubicBezTo>
                    <a:pt x="149280" y="110781"/>
                    <a:pt x="156213" y="111243"/>
                    <a:pt x="158524" y="117251"/>
                  </a:cubicBezTo>
                  <a:cubicBezTo>
                    <a:pt x="161759" y="126033"/>
                    <a:pt x="152053" y="137587"/>
                    <a:pt x="152978" y="146830"/>
                  </a:cubicBezTo>
                  <a:cubicBezTo>
                    <a:pt x="154364" y="157922"/>
                    <a:pt x="166381" y="173636"/>
                    <a:pt x="180708" y="167628"/>
                  </a:cubicBezTo>
                  <a:cubicBezTo>
                    <a:pt x="200581" y="159771"/>
                    <a:pt x="183481" y="125570"/>
                    <a:pt x="187178" y="112167"/>
                  </a:cubicBezTo>
                  <a:cubicBezTo>
                    <a:pt x="191338" y="96454"/>
                    <a:pt x="218606" y="83513"/>
                    <a:pt x="233395" y="84437"/>
                  </a:cubicBezTo>
                  <a:cubicBezTo>
                    <a:pt x="234319" y="100613"/>
                    <a:pt x="220454" y="116789"/>
                    <a:pt x="219530" y="133889"/>
                  </a:cubicBezTo>
                  <a:cubicBezTo>
                    <a:pt x="226000" y="135738"/>
                    <a:pt x="232933" y="135276"/>
                    <a:pt x="239865" y="133427"/>
                  </a:cubicBezTo>
                  <a:cubicBezTo>
                    <a:pt x="223690" y="160695"/>
                    <a:pt x="230160" y="187963"/>
                    <a:pt x="261587" y="161157"/>
                  </a:cubicBezTo>
                  <a:cubicBezTo>
                    <a:pt x="279612" y="145906"/>
                    <a:pt x="293477" y="116789"/>
                    <a:pt x="318434" y="111243"/>
                  </a:cubicBezTo>
                  <a:cubicBezTo>
                    <a:pt x="346626" y="104773"/>
                    <a:pt x="356794" y="129730"/>
                    <a:pt x="351248" y="153763"/>
                  </a:cubicBezTo>
                  <a:cubicBezTo>
                    <a:pt x="347088" y="171325"/>
                    <a:pt x="336921" y="183804"/>
                    <a:pt x="318434" y="182879"/>
                  </a:cubicBezTo>
                  <a:cubicBezTo>
                    <a:pt x="310577" y="182417"/>
                    <a:pt x="302258" y="172712"/>
                    <a:pt x="297637" y="172712"/>
                  </a:cubicBezTo>
                  <a:cubicBezTo>
                    <a:pt x="278688" y="172712"/>
                    <a:pt x="269444" y="207374"/>
                    <a:pt x="244949" y="208298"/>
                  </a:cubicBezTo>
                  <a:cubicBezTo>
                    <a:pt x="222303" y="209223"/>
                    <a:pt x="197808" y="177795"/>
                    <a:pt x="178397" y="187963"/>
                  </a:cubicBezTo>
                  <a:cubicBezTo>
                    <a:pt x="154364" y="200904"/>
                    <a:pt x="161297" y="228172"/>
                    <a:pt x="164532" y="247121"/>
                  </a:cubicBezTo>
                  <a:cubicBezTo>
                    <a:pt x="168229" y="267918"/>
                    <a:pt x="161297" y="262835"/>
                    <a:pt x="142348" y="257288"/>
                  </a:cubicBezTo>
                  <a:cubicBezTo>
                    <a:pt x="137264" y="254978"/>
                    <a:pt x="128483" y="252204"/>
                    <a:pt x="121088" y="248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35"/>
            <p:cNvSpPr/>
            <p:nvPr/>
          </p:nvSpPr>
          <p:spPr>
            <a:xfrm>
              <a:off x="109404" y="3532302"/>
              <a:ext cx="196936" cy="1083088"/>
            </a:xfrm>
            <a:custGeom>
              <a:rect b="b" l="l" r="r" t="t"/>
              <a:pathLst>
                <a:path extrusionOk="0" h="492873" w="89618">
                  <a:moveTo>
                    <a:pt x="35545" y="0"/>
                  </a:moveTo>
                  <a:cubicBezTo>
                    <a:pt x="23066" y="10630"/>
                    <a:pt x="19369" y="33276"/>
                    <a:pt x="14285" y="48528"/>
                  </a:cubicBezTo>
                  <a:cubicBezTo>
                    <a:pt x="3193" y="81804"/>
                    <a:pt x="-9748" y="117391"/>
                    <a:pt x="11050" y="149280"/>
                  </a:cubicBezTo>
                  <a:cubicBezTo>
                    <a:pt x="24915" y="170540"/>
                    <a:pt x="42477" y="183019"/>
                    <a:pt x="37856" y="210287"/>
                  </a:cubicBezTo>
                  <a:cubicBezTo>
                    <a:pt x="33234" y="236168"/>
                    <a:pt x="9663" y="254193"/>
                    <a:pt x="12898" y="282847"/>
                  </a:cubicBezTo>
                  <a:cubicBezTo>
                    <a:pt x="15209" y="302720"/>
                    <a:pt x="30461" y="316585"/>
                    <a:pt x="31847" y="336921"/>
                  </a:cubicBezTo>
                  <a:cubicBezTo>
                    <a:pt x="33234" y="358180"/>
                    <a:pt x="23991" y="377592"/>
                    <a:pt x="18445" y="397003"/>
                  </a:cubicBezTo>
                  <a:cubicBezTo>
                    <a:pt x="5966" y="437673"/>
                    <a:pt x="16596" y="449228"/>
                    <a:pt x="33696" y="482504"/>
                  </a:cubicBezTo>
                  <a:cubicBezTo>
                    <a:pt x="47561" y="488050"/>
                    <a:pt x="74367" y="494058"/>
                    <a:pt x="89618" y="492671"/>
                  </a:cubicBezTo>
                  <a:cubicBezTo>
                    <a:pt x="78526" y="478344"/>
                    <a:pt x="64199" y="460320"/>
                    <a:pt x="57267" y="442757"/>
                  </a:cubicBezTo>
                  <a:cubicBezTo>
                    <a:pt x="48485" y="421498"/>
                    <a:pt x="56342" y="406246"/>
                    <a:pt x="63275" y="384986"/>
                  </a:cubicBezTo>
                  <a:cubicBezTo>
                    <a:pt x="71132" y="360029"/>
                    <a:pt x="75291" y="339694"/>
                    <a:pt x="63275" y="316123"/>
                  </a:cubicBezTo>
                  <a:cubicBezTo>
                    <a:pt x="54494" y="298561"/>
                    <a:pt x="42015" y="288855"/>
                    <a:pt x="42015" y="268982"/>
                  </a:cubicBezTo>
                  <a:cubicBezTo>
                    <a:pt x="42015" y="241714"/>
                    <a:pt x="63737" y="219530"/>
                    <a:pt x="64661" y="191338"/>
                  </a:cubicBezTo>
                  <a:cubicBezTo>
                    <a:pt x="65123" y="167305"/>
                    <a:pt x="55418" y="154826"/>
                    <a:pt x="42015" y="136340"/>
                  </a:cubicBezTo>
                  <a:cubicBezTo>
                    <a:pt x="26301" y="114156"/>
                    <a:pt x="17058" y="90123"/>
                    <a:pt x="18907" y="62393"/>
                  </a:cubicBezTo>
                  <a:cubicBezTo>
                    <a:pt x="20755" y="41595"/>
                    <a:pt x="29999" y="19873"/>
                    <a:pt x="355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35"/>
            <p:cNvSpPr/>
            <p:nvPr/>
          </p:nvSpPr>
          <p:spPr>
            <a:xfrm>
              <a:off x="217968" y="3427526"/>
              <a:ext cx="258336" cy="1244128"/>
            </a:xfrm>
            <a:custGeom>
              <a:rect b="b" l="l" r="r" t="t"/>
              <a:pathLst>
                <a:path extrusionOk="0" h="566156" w="117559">
                  <a:moveTo>
                    <a:pt x="50926" y="0"/>
                  </a:moveTo>
                  <a:cubicBezTo>
                    <a:pt x="23196" y="18025"/>
                    <a:pt x="1474" y="52687"/>
                    <a:pt x="88" y="85963"/>
                  </a:cubicBezTo>
                  <a:cubicBezTo>
                    <a:pt x="-1761" y="130332"/>
                    <a:pt x="25969" y="140037"/>
                    <a:pt x="47691" y="171927"/>
                  </a:cubicBezTo>
                  <a:cubicBezTo>
                    <a:pt x="69413" y="204278"/>
                    <a:pt x="51388" y="232471"/>
                    <a:pt x="40296" y="265747"/>
                  </a:cubicBezTo>
                  <a:cubicBezTo>
                    <a:pt x="35213" y="280998"/>
                    <a:pt x="29667" y="296250"/>
                    <a:pt x="37523" y="311964"/>
                  </a:cubicBezTo>
                  <a:cubicBezTo>
                    <a:pt x="43994" y="325366"/>
                    <a:pt x="62943" y="331375"/>
                    <a:pt x="65716" y="347088"/>
                  </a:cubicBezTo>
                  <a:cubicBezTo>
                    <a:pt x="70337" y="372046"/>
                    <a:pt x="36599" y="399776"/>
                    <a:pt x="36137" y="427044"/>
                  </a:cubicBezTo>
                  <a:cubicBezTo>
                    <a:pt x="36137" y="439060"/>
                    <a:pt x="42145" y="449690"/>
                    <a:pt x="41683" y="462168"/>
                  </a:cubicBezTo>
                  <a:cubicBezTo>
                    <a:pt x="41221" y="475109"/>
                    <a:pt x="34750" y="486663"/>
                    <a:pt x="31053" y="498680"/>
                  </a:cubicBezTo>
                  <a:cubicBezTo>
                    <a:pt x="19037" y="538888"/>
                    <a:pt x="61094" y="554140"/>
                    <a:pt x="88824" y="566156"/>
                  </a:cubicBezTo>
                  <a:cubicBezTo>
                    <a:pt x="75421" y="546283"/>
                    <a:pt x="73573" y="530107"/>
                    <a:pt x="84665" y="508385"/>
                  </a:cubicBezTo>
                  <a:cubicBezTo>
                    <a:pt x="91135" y="494982"/>
                    <a:pt x="98067" y="490361"/>
                    <a:pt x="96681" y="474185"/>
                  </a:cubicBezTo>
                  <a:cubicBezTo>
                    <a:pt x="95757" y="460782"/>
                    <a:pt x="84202" y="452001"/>
                    <a:pt x="82354" y="439522"/>
                  </a:cubicBezTo>
                  <a:cubicBezTo>
                    <a:pt x="75883" y="403935"/>
                    <a:pt x="126722" y="379902"/>
                    <a:pt x="116092" y="339232"/>
                  </a:cubicBezTo>
                  <a:cubicBezTo>
                    <a:pt x="107773" y="307804"/>
                    <a:pt x="74035" y="299023"/>
                    <a:pt x="77270" y="262974"/>
                  </a:cubicBezTo>
                  <a:cubicBezTo>
                    <a:pt x="80967" y="223227"/>
                    <a:pt x="109622" y="185792"/>
                    <a:pt x="84665" y="148356"/>
                  </a:cubicBezTo>
                  <a:cubicBezTo>
                    <a:pt x="66640" y="121550"/>
                    <a:pt x="43532" y="105374"/>
                    <a:pt x="38910" y="72098"/>
                  </a:cubicBezTo>
                  <a:cubicBezTo>
                    <a:pt x="34750" y="46217"/>
                    <a:pt x="41221" y="22184"/>
                    <a:pt x="50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35"/>
            <p:cNvSpPr/>
            <p:nvPr/>
          </p:nvSpPr>
          <p:spPr>
            <a:xfrm>
              <a:off x="478772" y="3629958"/>
              <a:ext cx="157058" cy="1079599"/>
            </a:xfrm>
            <a:custGeom>
              <a:rect b="b" l="l" r="r" t="t"/>
              <a:pathLst>
                <a:path extrusionOk="0" h="491285" w="71471">
                  <a:moveTo>
                    <a:pt x="57226" y="491285"/>
                  </a:moveTo>
                  <a:cubicBezTo>
                    <a:pt x="44747" y="481579"/>
                    <a:pt x="20252" y="485739"/>
                    <a:pt x="8236" y="476033"/>
                  </a:cubicBezTo>
                  <a:cubicBezTo>
                    <a:pt x="-18107" y="454312"/>
                    <a:pt x="28572" y="406708"/>
                    <a:pt x="12858" y="375743"/>
                  </a:cubicBezTo>
                  <a:cubicBezTo>
                    <a:pt x="2228" y="354021"/>
                    <a:pt x="-545" y="352635"/>
                    <a:pt x="9160" y="326753"/>
                  </a:cubicBezTo>
                  <a:cubicBezTo>
                    <a:pt x="17017" y="305956"/>
                    <a:pt x="38739" y="283309"/>
                    <a:pt x="35042" y="260201"/>
                  </a:cubicBezTo>
                  <a:cubicBezTo>
                    <a:pt x="31345" y="235244"/>
                    <a:pt x="3614" y="219992"/>
                    <a:pt x="1304" y="195035"/>
                  </a:cubicBezTo>
                  <a:cubicBezTo>
                    <a:pt x="-1469" y="167305"/>
                    <a:pt x="29496" y="156213"/>
                    <a:pt x="30882" y="133105"/>
                  </a:cubicBezTo>
                  <a:cubicBezTo>
                    <a:pt x="32269" y="109996"/>
                    <a:pt x="-1932" y="101215"/>
                    <a:pt x="1304" y="73947"/>
                  </a:cubicBezTo>
                  <a:cubicBezTo>
                    <a:pt x="4539" y="47141"/>
                    <a:pt x="20252" y="22646"/>
                    <a:pt x="33655" y="0"/>
                  </a:cubicBezTo>
                  <a:cubicBezTo>
                    <a:pt x="25798" y="18487"/>
                    <a:pt x="19328" y="43444"/>
                    <a:pt x="23950" y="62855"/>
                  </a:cubicBezTo>
                  <a:cubicBezTo>
                    <a:pt x="30882" y="91509"/>
                    <a:pt x="60461" y="103526"/>
                    <a:pt x="66007" y="130794"/>
                  </a:cubicBezTo>
                  <a:cubicBezTo>
                    <a:pt x="69704" y="148818"/>
                    <a:pt x="57688" y="162683"/>
                    <a:pt x="50293" y="177935"/>
                  </a:cubicBezTo>
                  <a:cubicBezTo>
                    <a:pt x="42437" y="193649"/>
                    <a:pt x="44285" y="196422"/>
                    <a:pt x="53529" y="211211"/>
                  </a:cubicBezTo>
                  <a:cubicBezTo>
                    <a:pt x="73402" y="244025"/>
                    <a:pt x="78486" y="268520"/>
                    <a:pt x="59999" y="302258"/>
                  </a:cubicBezTo>
                  <a:cubicBezTo>
                    <a:pt x="43361" y="332761"/>
                    <a:pt x="51218" y="340618"/>
                    <a:pt x="60461" y="369735"/>
                  </a:cubicBezTo>
                  <a:cubicBezTo>
                    <a:pt x="66932" y="390070"/>
                    <a:pt x="49831" y="409943"/>
                    <a:pt x="47058" y="429817"/>
                  </a:cubicBezTo>
                  <a:cubicBezTo>
                    <a:pt x="43361" y="451539"/>
                    <a:pt x="51680" y="471874"/>
                    <a:pt x="57226" y="4912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35"/>
            <p:cNvSpPr/>
            <p:nvPr/>
          </p:nvSpPr>
          <p:spPr>
            <a:xfrm>
              <a:off x="-80924" y="4493159"/>
              <a:ext cx="3136217" cy="714423"/>
            </a:xfrm>
            <a:custGeom>
              <a:rect b="b" l="l" r="r" t="t"/>
              <a:pathLst>
                <a:path extrusionOk="0" h="325107" w="1427175">
                  <a:moveTo>
                    <a:pt x="10630" y="2514"/>
                  </a:moveTo>
                  <a:cubicBezTo>
                    <a:pt x="10630" y="2514"/>
                    <a:pt x="86888" y="-11813"/>
                    <a:pt x="195497" y="27934"/>
                  </a:cubicBezTo>
                  <a:cubicBezTo>
                    <a:pt x="304107" y="67680"/>
                    <a:pt x="441833" y="165660"/>
                    <a:pt x="525023" y="179987"/>
                  </a:cubicBezTo>
                  <a:cubicBezTo>
                    <a:pt x="608214" y="194314"/>
                    <a:pt x="966856" y="194314"/>
                    <a:pt x="1104582" y="212801"/>
                  </a:cubicBezTo>
                  <a:cubicBezTo>
                    <a:pt x="1242308" y="230826"/>
                    <a:pt x="1427176" y="299688"/>
                    <a:pt x="1427176" y="299688"/>
                  </a:cubicBezTo>
                  <a:lnTo>
                    <a:pt x="0" y="325108"/>
                  </a:lnTo>
                  <a:lnTo>
                    <a:pt x="10630" y="25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3">
    <p:bg>
      <p:bgPr>
        <a:solidFill>
          <a:schemeClr val="lt2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662;p36"/>
          <p:cNvGrpSpPr/>
          <p:nvPr/>
        </p:nvGrpSpPr>
        <p:grpSpPr>
          <a:xfrm>
            <a:off x="-116332" y="3099276"/>
            <a:ext cx="9278812" cy="2218405"/>
            <a:chOff x="-116332" y="3099276"/>
            <a:chExt cx="9278812" cy="2218405"/>
          </a:xfrm>
        </p:grpSpPr>
        <p:grpSp>
          <p:nvGrpSpPr>
            <p:cNvPr id="663" name="Google Shape;663;p36"/>
            <p:cNvGrpSpPr/>
            <p:nvPr/>
          </p:nvGrpSpPr>
          <p:grpSpPr>
            <a:xfrm flipH="1" rot="129989">
              <a:off x="-97019" y="4151560"/>
              <a:ext cx="3827351" cy="1094168"/>
              <a:chOff x="5413340" y="4131450"/>
              <a:chExt cx="3827678" cy="1094262"/>
            </a:xfrm>
          </p:grpSpPr>
          <p:sp>
            <p:nvSpPr>
              <p:cNvPr id="664" name="Google Shape;664;p36"/>
              <p:cNvSpPr/>
              <p:nvPr/>
            </p:nvSpPr>
            <p:spPr>
              <a:xfrm>
                <a:off x="5413340" y="4131450"/>
                <a:ext cx="3827678" cy="1094262"/>
              </a:xfrm>
              <a:custGeom>
                <a:rect b="b" l="l" r="r" t="t"/>
                <a:pathLst>
                  <a:path extrusionOk="0" h="433371" w="1515912">
                    <a:moveTo>
                      <a:pt x="1515912" y="0"/>
                    </a:moveTo>
                    <a:cubicBezTo>
                      <a:pt x="1503434" y="5084"/>
                      <a:pt x="1407303" y="11092"/>
                      <a:pt x="1370791" y="18949"/>
                    </a:cubicBezTo>
                    <a:cubicBezTo>
                      <a:pt x="1292685" y="36049"/>
                      <a:pt x="1194243" y="62393"/>
                      <a:pt x="1128615" y="108147"/>
                    </a:cubicBezTo>
                    <a:cubicBezTo>
                      <a:pt x="1059290" y="156213"/>
                      <a:pt x="1006603" y="207513"/>
                      <a:pt x="923874" y="234319"/>
                    </a:cubicBezTo>
                    <a:cubicBezTo>
                      <a:pt x="849927" y="257890"/>
                      <a:pt x="787073" y="244949"/>
                      <a:pt x="712664" y="247260"/>
                    </a:cubicBezTo>
                    <a:cubicBezTo>
                      <a:pt x="672455" y="248647"/>
                      <a:pt x="638254" y="270368"/>
                      <a:pt x="599894" y="273604"/>
                    </a:cubicBezTo>
                    <a:cubicBezTo>
                      <a:pt x="561072" y="276839"/>
                      <a:pt x="517629" y="255579"/>
                      <a:pt x="480193" y="248647"/>
                    </a:cubicBezTo>
                    <a:cubicBezTo>
                      <a:pt x="409481" y="235244"/>
                      <a:pt x="357256" y="253268"/>
                      <a:pt x="294863" y="284696"/>
                    </a:cubicBezTo>
                    <a:cubicBezTo>
                      <a:pt x="210749" y="326753"/>
                      <a:pt x="97980" y="432590"/>
                      <a:pt x="0" y="390070"/>
                    </a:cubicBezTo>
                    <a:cubicBezTo>
                      <a:pt x="0" y="390070"/>
                      <a:pt x="52225" y="426581"/>
                      <a:pt x="149742" y="432127"/>
                    </a:cubicBezTo>
                    <a:cubicBezTo>
                      <a:pt x="247260" y="437673"/>
                      <a:pt x="1479863" y="422884"/>
                      <a:pt x="1479863" y="422884"/>
                    </a:cubicBezTo>
                    <a:lnTo>
                      <a:pt x="15159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36"/>
              <p:cNvSpPr/>
              <p:nvPr/>
            </p:nvSpPr>
            <p:spPr>
              <a:xfrm>
                <a:off x="7121200" y="4163649"/>
                <a:ext cx="701704" cy="744128"/>
              </a:xfrm>
              <a:custGeom>
                <a:rect b="b" l="l" r="r" t="t"/>
                <a:pathLst>
                  <a:path extrusionOk="0" h="742272" w="699954">
                    <a:moveTo>
                      <a:pt x="280250" y="717813"/>
                    </a:moveTo>
                    <a:cubicBezTo>
                      <a:pt x="291805" y="682688"/>
                      <a:pt x="304284" y="645715"/>
                      <a:pt x="332014" y="620757"/>
                    </a:cubicBezTo>
                    <a:cubicBezTo>
                      <a:pt x="359282" y="595800"/>
                      <a:pt x="406885" y="588406"/>
                      <a:pt x="432304" y="615674"/>
                    </a:cubicBezTo>
                    <a:cubicBezTo>
                      <a:pt x="437850" y="621220"/>
                      <a:pt x="442009" y="628152"/>
                      <a:pt x="448480" y="632774"/>
                    </a:cubicBezTo>
                    <a:cubicBezTo>
                      <a:pt x="465118" y="643404"/>
                      <a:pt x="486840" y="632312"/>
                      <a:pt x="506251" y="634160"/>
                    </a:cubicBezTo>
                    <a:cubicBezTo>
                      <a:pt x="526125" y="636009"/>
                      <a:pt x="542762" y="652185"/>
                      <a:pt x="550619" y="670672"/>
                    </a:cubicBezTo>
                    <a:cubicBezTo>
                      <a:pt x="558477" y="689158"/>
                      <a:pt x="559401" y="709956"/>
                      <a:pt x="559862" y="729829"/>
                    </a:cubicBezTo>
                    <a:cubicBezTo>
                      <a:pt x="566795" y="733527"/>
                      <a:pt x="573727" y="736762"/>
                      <a:pt x="580660" y="740459"/>
                    </a:cubicBezTo>
                    <a:cubicBezTo>
                      <a:pt x="589442" y="745081"/>
                      <a:pt x="600996" y="740459"/>
                      <a:pt x="605155" y="731216"/>
                    </a:cubicBezTo>
                    <a:cubicBezTo>
                      <a:pt x="609315" y="722434"/>
                      <a:pt x="608390" y="711805"/>
                      <a:pt x="607004" y="702099"/>
                    </a:cubicBezTo>
                    <a:cubicBezTo>
                      <a:pt x="603768" y="679915"/>
                      <a:pt x="600533" y="656344"/>
                      <a:pt x="587131" y="638320"/>
                    </a:cubicBezTo>
                    <a:cubicBezTo>
                      <a:pt x="575577" y="622606"/>
                      <a:pt x="556627" y="612438"/>
                      <a:pt x="537216" y="608741"/>
                    </a:cubicBezTo>
                    <a:cubicBezTo>
                      <a:pt x="528436" y="607355"/>
                      <a:pt x="519654" y="606892"/>
                      <a:pt x="511797" y="603195"/>
                    </a:cubicBezTo>
                    <a:cubicBezTo>
                      <a:pt x="503940" y="599498"/>
                      <a:pt x="497008" y="591641"/>
                      <a:pt x="497932" y="582860"/>
                    </a:cubicBezTo>
                    <a:cubicBezTo>
                      <a:pt x="499319" y="572692"/>
                      <a:pt x="510873" y="567146"/>
                      <a:pt x="521040" y="564835"/>
                    </a:cubicBezTo>
                    <a:cubicBezTo>
                      <a:pt x="552468" y="558365"/>
                      <a:pt x="586207" y="567146"/>
                      <a:pt x="610701" y="587944"/>
                    </a:cubicBezTo>
                    <a:cubicBezTo>
                      <a:pt x="617633" y="593952"/>
                      <a:pt x="624104" y="601346"/>
                      <a:pt x="632423" y="605968"/>
                    </a:cubicBezTo>
                    <a:cubicBezTo>
                      <a:pt x="640742" y="610590"/>
                      <a:pt x="651372" y="611976"/>
                      <a:pt x="658767" y="606892"/>
                    </a:cubicBezTo>
                    <a:cubicBezTo>
                      <a:pt x="668010" y="600422"/>
                      <a:pt x="668472" y="585633"/>
                      <a:pt x="662926" y="575927"/>
                    </a:cubicBezTo>
                    <a:cubicBezTo>
                      <a:pt x="657380" y="566222"/>
                      <a:pt x="647213" y="559751"/>
                      <a:pt x="637045" y="553743"/>
                    </a:cubicBezTo>
                    <a:cubicBezTo>
                      <a:pt x="627339" y="547735"/>
                      <a:pt x="617172" y="541727"/>
                      <a:pt x="611163" y="532021"/>
                    </a:cubicBezTo>
                    <a:cubicBezTo>
                      <a:pt x="604693" y="521854"/>
                      <a:pt x="622717" y="510299"/>
                      <a:pt x="634734" y="507064"/>
                    </a:cubicBezTo>
                    <a:cubicBezTo>
                      <a:pt x="646289" y="503367"/>
                      <a:pt x="659228" y="505678"/>
                      <a:pt x="671245" y="504291"/>
                    </a:cubicBezTo>
                    <a:cubicBezTo>
                      <a:pt x="683262" y="502904"/>
                      <a:pt x="696664" y="496896"/>
                      <a:pt x="699438" y="484880"/>
                    </a:cubicBezTo>
                    <a:cubicBezTo>
                      <a:pt x="702673" y="471939"/>
                      <a:pt x="690195" y="458998"/>
                      <a:pt x="676791" y="457150"/>
                    </a:cubicBezTo>
                    <a:cubicBezTo>
                      <a:pt x="663389" y="455301"/>
                      <a:pt x="650448" y="461772"/>
                      <a:pt x="639356" y="469166"/>
                    </a:cubicBezTo>
                    <a:cubicBezTo>
                      <a:pt x="628263" y="476561"/>
                      <a:pt x="618096" y="485804"/>
                      <a:pt x="605617" y="490888"/>
                    </a:cubicBezTo>
                    <a:cubicBezTo>
                      <a:pt x="587592" y="498283"/>
                      <a:pt x="567257" y="496896"/>
                      <a:pt x="547384" y="496896"/>
                    </a:cubicBezTo>
                    <a:cubicBezTo>
                      <a:pt x="527973" y="497358"/>
                      <a:pt x="506251" y="500594"/>
                      <a:pt x="493310" y="515383"/>
                    </a:cubicBezTo>
                    <a:cubicBezTo>
                      <a:pt x="486840" y="522316"/>
                      <a:pt x="478983" y="532945"/>
                      <a:pt x="470665" y="527862"/>
                    </a:cubicBezTo>
                    <a:cubicBezTo>
                      <a:pt x="464656" y="524164"/>
                      <a:pt x="466043" y="514921"/>
                      <a:pt x="467891" y="507988"/>
                    </a:cubicBezTo>
                    <a:cubicBezTo>
                      <a:pt x="478983" y="473326"/>
                      <a:pt x="493773" y="434042"/>
                      <a:pt x="527973" y="422025"/>
                    </a:cubicBezTo>
                    <a:cubicBezTo>
                      <a:pt x="542301" y="416941"/>
                      <a:pt x="558014" y="417403"/>
                      <a:pt x="570955" y="410009"/>
                    </a:cubicBezTo>
                    <a:cubicBezTo>
                      <a:pt x="588979" y="399379"/>
                      <a:pt x="595912" y="377195"/>
                      <a:pt x="601457" y="356859"/>
                    </a:cubicBezTo>
                    <a:cubicBezTo>
                      <a:pt x="603307" y="349927"/>
                      <a:pt x="605155" y="342994"/>
                      <a:pt x="603768" y="336524"/>
                    </a:cubicBezTo>
                    <a:cubicBezTo>
                      <a:pt x="602844" y="329591"/>
                      <a:pt x="597761" y="322659"/>
                      <a:pt x="590828" y="321734"/>
                    </a:cubicBezTo>
                    <a:cubicBezTo>
                      <a:pt x="579274" y="319886"/>
                      <a:pt x="571879" y="333751"/>
                      <a:pt x="567720" y="344843"/>
                    </a:cubicBezTo>
                    <a:cubicBezTo>
                      <a:pt x="564022" y="355935"/>
                      <a:pt x="555703" y="369800"/>
                      <a:pt x="544149" y="367027"/>
                    </a:cubicBezTo>
                    <a:cubicBezTo>
                      <a:pt x="534906" y="364716"/>
                      <a:pt x="531671" y="353162"/>
                      <a:pt x="532132" y="343456"/>
                    </a:cubicBezTo>
                    <a:cubicBezTo>
                      <a:pt x="533057" y="333751"/>
                      <a:pt x="535830" y="323583"/>
                      <a:pt x="531671" y="314802"/>
                    </a:cubicBezTo>
                    <a:cubicBezTo>
                      <a:pt x="526586" y="303710"/>
                      <a:pt x="511334" y="299550"/>
                      <a:pt x="500243" y="304634"/>
                    </a:cubicBezTo>
                    <a:cubicBezTo>
                      <a:pt x="489151" y="309718"/>
                      <a:pt x="482680" y="321734"/>
                      <a:pt x="481294" y="334213"/>
                    </a:cubicBezTo>
                    <a:cubicBezTo>
                      <a:pt x="480369" y="346230"/>
                      <a:pt x="484067" y="358246"/>
                      <a:pt x="489151" y="369338"/>
                    </a:cubicBezTo>
                    <a:cubicBezTo>
                      <a:pt x="472975" y="390598"/>
                      <a:pt x="460496" y="415092"/>
                      <a:pt x="443859" y="436352"/>
                    </a:cubicBezTo>
                    <a:cubicBezTo>
                      <a:pt x="436002" y="446982"/>
                      <a:pt x="426759" y="458074"/>
                      <a:pt x="413818" y="461772"/>
                    </a:cubicBezTo>
                    <a:cubicBezTo>
                      <a:pt x="398566" y="465931"/>
                      <a:pt x="382390" y="457150"/>
                      <a:pt x="373609" y="444209"/>
                    </a:cubicBezTo>
                    <a:cubicBezTo>
                      <a:pt x="364827" y="431268"/>
                      <a:pt x="362516" y="415092"/>
                      <a:pt x="362979" y="399379"/>
                    </a:cubicBezTo>
                    <a:cubicBezTo>
                      <a:pt x="363903" y="346230"/>
                      <a:pt x="392096" y="297702"/>
                      <a:pt x="419826" y="251485"/>
                    </a:cubicBezTo>
                    <a:cubicBezTo>
                      <a:pt x="429994" y="234385"/>
                      <a:pt x="440624" y="217284"/>
                      <a:pt x="455413" y="204344"/>
                    </a:cubicBezTo>
                    <a:cubicBezTo>
                      <a:pt x="470202" y="191403"/>
                      <a:pt x="491000" y="183546"/>
                      <a:pt x="510410" y="188168"/>
                    </a:cubicBezTo>
                    <a:cubicBezTo>
                      <a:pt x="529821" y="193252"/>
                      <a:pt x="544149" y="209890"/>
                      <a:pt x="560787" y="220982"/>
                    </a:cubicBezTo>
                    <a:cubicBezTo>
                      <a:pt x="577887" y="232074"/>
                      <a:pt x="604693" y="234385"/>
                      <a:pt x="614398" y="216822"/>
                    </a:cubicBezTo>
                    <a:cubicBezTo>
                      <a:pt x="624104" y="198798"/>
                      <a:pt x="607004" y="178000"/>
                      <a:pt x="589903" y="166908"/>
                    </a:cubicBezTo>
                    <a:cubicBezTo>
                      <a:pt x="555240" y="144724"/>
                      <a:pt x="513184" y="134094"/>
                      <a:pt x="471589" y="137329"/>
                    </a:cubicBezTo>
                    <a:cubicBezTo>
                      <a:pt x="468815" y="115607"/>
                      <a:pt x="488226" y="98507"/>
                      <a:pt x="501167" y="81407"/>
                    </a:cubicBezTo>
                    <a:cubicBezTo>
                      <a:pt x="514108" y="63845"/>
                      <a:pt x="518267" y="32879"/>
                      <a:pt x="497932" y="25485"/>
                    </a:cubicBezTo>
                    <a:cubicBezTo>
                      <a:pt x="478059" y="18552"/>
                      <a:pt x="462345" y="41661"/>
                      <a:pt x="453563" y="61072"/>
                    </a:cubicBezTo>
                    <a:cubicBezTo>
                      <a:pt x="444783" y="80020"/>
                      <a:pt x="425833" y="102204"/>
                      <a:pt x="407347" y="92037"/>
                    </a:cubicBezTo>
                    <a:cubicBezTo>
                      <a:pt x="394407" y="84642"/>
                      <a:pt x="393944" y="66155"/>
                      <a:pt x="396718" y="51828"/>
                    </a:cubicBezTo>
                    <a:cubicBezTo>
                      <a:pt x="399490" y="37039"/>
                      <a:pt x="403188" y="20401"/>
                      <a:pt x="393944" y="8847"/>
                    </a:cubicBezTo>
                    <a:cubicBezTo>
                      <a:pt x="384238" y="-3632"/>
                      <a:pt x="362979" y="-2245"/>
                      <a:pt x="351425" y="8847"/>
                    </a:cubicBezTo>
                    <a:cubicBezTo>
                      <a:pt x="339871" y="19939"/>
                      <a:pt x="336636" y="37501"/>
                      <a:pt x="338484" y="53215"/>
                    </a:cubicBezTo>
                    <a:cubicBezTo>
                      <a:pt x="343106" y="96196"/>
                      <a:pt x="377768" y="134556"/>
                      <a:pt x="371760" y="177076"/>
                    </a:cubicBezTo>
                    <a:cubicBezTo>
                      <a:pt x="368525" y="201109"/>
                      <a:pt x="352349" y="221444"/>
                      <a:pt x="339871" y="242242"/>
                    </a:cubicBezTo>
                    <a:cubicBezTo>
                      <a:pt x="299200" y="309256"/>
                      <a:pt x="289032" y="393833"/>
                      <a:pt x="313065" y="468242"/>
                    </a:cubicBezTo>
                    <a:cubicBezTo>
                      <a:pt x="278402" y="480258"/>
                      <a:pt x="240042" y="451142"/>
                      <a:pt x="229412" y="416017"/>
                    </a:cubicBezTo>
                    <a:cubicBezTo>
                      <a:pt x="218783" y="380892"/>
                      <a:pt x="229412" y="342994"/>
                      <a:pt x="243277" y="309256"/>
                    </a:cubicBezTo>
                    <a:cubicBezTo>
                      <a:pt x="257142" y="275518"/>
                      <a:pt x="275167" y="242704"/>
                      <a:pt x="281176" y="206192"/>
                    </a:cubicBezTo>
                    <a:cubicBezTo>
                      <a:pt x="283486" y="192790"/>
                      <a:pt x="283486" y="178925"/>
                      <a:pt x="277939" y="166446"/>
                    </a:cubicBezTo>
                    <a:cubicBezTo>
                      <a:pt x="271932" y="154430"/>
                      <a:pt x="258991" y="144724"/>
                      <a:pt x="245588" y="147035"/>
                    </a:cubicBezTo>
                    <a:cubicBezTo>
                      <a:pt x="228488" y="149808"/>
                      <a:pt x="219244" y="169219"/>
                      <a:pt x="218320" y="186781"/>
                    </a:cubicBezTo>
                    <a:cubicBezTo>
                      <a:pt x="217396" y="204344"/>
                      <a:pt x="222018" y="221906"/>
                      <a:pt x="219244" y="239006"/>
                    </a:cubicBezTo>
                    <a:cubicBezTo>
                      <a:pt x="216472" y="256107"/>
                      <a:pt x="201220" y="273669"/>
                      <a:pt x="184120" y="269972"/>
                    </a:cubicBezTo>
                    <a:cubicBezTo>
                      <a:pt x="156390" y="263963"/>
                      <a:pt x="158238" y="214049"/>
                      <a:pt x="130508" y="207579"/>
                    </a:cubicBezTo>
                    <a:cubicBezTo>
                      <a:pt x="108787" y="202495"/>
                      <a:pt x="92611" y="232536"/>
                      <a:pt x="100467" y="253334"/>
                    </a:cubicBezTo>
                    <a:cubicBezTo>
                      <a:pt x="108324" y="274131"/>
                      <a:pt x="128660" y="287534"/>
                      <a:pt x="145760" y="301399"/>
                    </a:cubicBezTo>
                    <a:cubicBezTo>
                      <a:pt x="162860" y="315726"/>
                      <a:pt x="179499" y="336062"/>
                      <a:pt x="174877" y="358246"/>
                    </a:cubicBezTo>
                    <a:cubicBezTo>
                      <a:pt x="170717" y="378581"/>
                      <a:pt x="148995" y="394295"/>
                      <a:pt x="152230" y="414630"/>
                    </a:cubicBezTo>
                    <a:cubicBezTo>
                      <a:pt x="155465" y="434504"/>
                      <a:pt x="182271" y="448369"/>
                      <a:pt x="177649" y="467780"/>
                    </a:cubicBezTo>
                    <a:cubicBezTo>
                      <a:pt x="173952" y="484418"/>
                      <a:pt x="149919" y="487191"/>
                      <a:pt x="135130" y="479334"/>
                    </a:cubicBezTo>
                    <a:cubicBezTo>
                      <a:pt x="120341" y="471015"/>
                      <a:pt x="110173" y="456226"/>
                      <a:pt x="95846" y="447444"/>
                    </a:cubicBezTo>
                    <a:cubicBezTo>
                      <a:pt x="61183" y="425260"/>
                      <a:pt x="7109" y="449293"/>
                      <a:pt x="638" y="489964"/>
                    </a:cubicBezTo>
                    <a:cubicBezTo>
                      <a:pt x="-5831" y="530635"/>
                      <a:pt x="38075" y="570381"/>
                      <a:pt x="77821" y="559751"/>
                    </a:cubicBezTo>
                    <a:cubicBezTo>
                      <a:pt x="94459" y="555592"/>
                      <a:pt x="114332" y="544962"/>
                      <a:pt x="126811" y="556516"/>
                    </a:cubicBezTo>
                    <a:cubicBezTo>
                      <a:pt x="137903" y="566684"/>
                      <a:pt x="132356" y="585633"/>
                      <a:pt x="121265" y="596263"/>
                    </a:cubicBezTo>
                    <a:cubicBezTo>
                      <a:pt x="110635" y="606430"/>
                      <a:pt x="95846" y="611976"/>
                      <a:pt x="85215" y="622606"/>
                    </a:cubicBezTo>
                    <a:cubicBezTo>
                      <a:pt x="74585" y="633236"/>
                      <a:pt x="69502" y="652647"/>
                      <a:pt x="81056" y="662353"/>
                    </a:cubicBezTo>
                    <a:cubicBezTo>
                      <a:pt x="87526" y="667899"/>
                      <a:pt x="96770" y="667899"/>
                      <a:pt x="104626" y="666050"/>
                    </a:cubicBezTo>
                    <a:cubicBezTo>
                      <a:pt x="127273" y="660966"/>
                      <a:pt x="143449" y="641555"/>
                      <a:pt x="163323" y="629539"/>
                    </a:cubicBezTo>
                    <a:cubicBezTo>
                      <a:pt x="183195" y="617522"/>
                      <a:pt x="214623" y="615674"/>
                      <a:pt x="224329" y="636471"/>
                    </a:cubicBezTo>
                    <a:cubicBezTo>
                      <a:pt x="231261" y="651261"/>
                      <a:pt x="222942" y="668823"/>
                      <a:pt x="216009" y="683612"/>
                    </a:cubicBezTo>
                    <a:cubicBezTo>
                      <a:pt x="209077" y="698864"/>
                      <a:pt x="204455" y="718275"/>
                      <a:pt x="216009" y="729829"/>
                    </a:cubicBezTo>
                    <a:cubicBezTo>
                      <a:pt x="234496" y="745081"/>
                      <a:pt x="273318" y="739073"/>
                      <a:pt x="280250" y="71781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6" name="Google Shape;666;p36"/>
            <p:cNvGrpSpPr/>
            <p:nvPr/>
          </p:nvGrpSpPr>
          <p:grpSpPr>
            <a:xfrm flipH="1">
              <a:off x="5584535" y="3099276"/>
              <a:ext cx="3577945" cy="2100327"/>
              <a:chOff x="-60075" y="3099276"/>
              <a:chExt cx="3577945" cy="2100327"/>
            </a:xfrm>
          </p:grpSpPr>
          <p:sp>
            <p:nvSpPr>
              <p:cNvPr id="667" name="Google Shape;667;p36"/>
              <p:cNvSpPr/>
              <p:nvPr/>
            </p:nvSpPr>
            <p:spPr>
              <a:xfrm>
                <a:off x="-60075" y="4223721"/>
                <a:ext cx="3577945" cy="975882"/>
              </a:xfrm>
              <a:custGeom>
                <a:rect b="b" l="l" r="r" t="t"/>
                <a:pathLst>
                  <a:path extrusionOk="0" h="386488" w="1417008">
                    <a:moveTo>
                      <a:pt x="1417008" y="367077"/>
                    </a:moveTo>
                    <a:cubicBezTo>
                      <a:pt x="1417008" y="372623"/>
                      <a:pt x="1327810" y="337960"/>
                      <a:pt x="1280668" y="328717"/>
                    </a:cubicBezTo>
                    <a:cubicBezTo>
                      <a:pt x="1203948" y="313465"/>
                      <a:pt x="1121220" y="276954"/>
                      <a:pt x="1043114" y="272794"/>
                    </a:cubicBezTo>
                    <a:cubicBezTo>
                      <a:pt x="968243" y="269097"/>
                      <a:pt x="903077" y="272794"/>
                      <a:pt x="828206" y="254770"/>
                    </a:cubicBezTo>
                    <a:cubicBezTo>
                      <a:pt x="771359" y="240905"/>
                      <a:pt x="734385" y="206704"/>
                      <a:pt x="682160" y="187756"/>
                    </a:cubicBezTo>
                    <a:cubicBezTo>
                      <a:pt x="614684" y="163260"/>
                      <a:pt x="543048" y="182672"/>
                      <a:pt x="475109" y="165571"/>
                    </a:cubicBezTo>
                    <a:cubicBezTo>
                      <a:pt x="421035" y="151706"/>
                      <a:pt x="406246" y="118430"/>
                      <a:pt x="368810" y="80995"/>
                    </a:cubicBezTo>
                    <a:cubicBezTo>
                      <a:pt x="269444" y="-17909"/>
                      <a:pt x="128945" y="115"/>
                      <a:pt x="0" y="3350"/>
                    </a:cubicBezTo>
                    <a:lnTo>
                      <a:pt x="0" y="386488"/>
                    </a:lnTo>
                    <a:lnTo>
                      <a:pt x="1417008" y="36707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36"/>
              <p:cNvSpPr/>
              <p:nvPr/>
            </p:nvSpPr>
            <p:spPr>
              <a:xfrm>
                <a:off x="163323" y="3099276"/>
                <a:ext cx="265222" cy="1356095"/>
              </a:xfrm>
              <a:custGeom>
                <a:rect b="b" l="l" r="r" t="t"/>
                <a:pathLst>
                  <a:path extrusionOk="0" h="1307080" w="255636">
                    <a:moveTo>
                      <a:pt x="96728" y="1301004"/>
                    </a:moveTo>
                    <a:cubicBezTo>
                      <a:pt x="51898" y="1288525"/>
                      <a:pt x="24168" y="1241846"/>
                      <a:pt x="18159" y="1195629"/>
                    </a:cubicBezTo>
                    <a:cubicBezTo>
                      <a:pt x="12613" y="1149412"/>
                      <a:pt x="24629" y="1103196"/>
                      <a:pt x="35722" y="1058366"/>
                    </a:cubicBezTo>
                    <a:cubicBezTo>
                      <a:pt x="46813" y="1013535"/>
                      <a:pt x="57444" y="966394"/>
                      <a:pt x="48200" y="921101"/>
                    </a:cubicBezTo>
                    <a:cubicBezTo>
                      <a:pt x="38033" y="868876"/>
                      <a:pt x="2446" y="822660"/>
                      <a:pt x="135" y="769048"/>
                    </a:cubicBezTo>
                    <a:cubicBezTo>
                      <a:pt x="-3562" y="687706"/>
                      <a:pt x="69922" y="616995"/>
                      <a:pt x="62065" y="536115"/>
                    </a:cubicBezTo>
                    <a:cubicBezTo>
                      <a:pt x="57906" y="495907"/>
                      <a:pt x="34335" y="460320"/>
                      <a:pt x="26016" y="421035"/>
                    </a:cubicBezTo>
                    <a:cubicBezTo>
                      <a:pt x="15848" y="372046"/>
                      <a:pt x="30638" y="322131"/>
                      <a:pt x="38957" y="273141"/>
                    </a:cubicBezTo>
                    <a:cubicBezTo>
                      <a:pt x="47738" y="221841"/>
                      <a:pt x="50511" y="169616"/>
                      <a:pt x="65300" y="119701"/>
                    </a:cubicBezTo>
                    <a:cubicBezTo>
                      <a:pt x="80089" y="69787"/>
                      <a:pt x="110130" y="21722"/>
                      <a:pt x="157272" y="0"/>
                    </a:cubicBezTo>
                    <a:cubicBezTo>
                      <a:pt x="105509" y="96131"/>
                      <a:pt x="100887" y="214908"/>
                      <a:pt x="143869" y="315199"/>
                    </a:cubicBezTo>
                    <a:cubicBezTo>
                      <a:pt x="166053" y="366961"/>
                      <a:pt x="201178" y="417800"/>
                      <a:pt x="195631" y="473723"/>
                    </a:cubicBezTo>
                    <a:cubicBezTo>
                      <a:pt x="190548" y="526872"/>
                      <a:pt x="148490" y="574937"/>
                      <a:pt x="156810" y="627625"/>
                    </a:cubicBezTo>
                    <a:cubicBezTo>
                      <a:pt x="161894" y="662287"/>
                      <a:pt x="187313" y="689555"/>
                      <a:pt x="202102" y="721445"/>
                    </a:cubicBezTo>
                    <a:cubicBezTo>
                      <a:pt x="256639" y="842070"/>
                      <a:pt x="143869" y="991813"/>
                      <a:pt x="201178" y="1111515"/>
                    </a:cubicBezTo>
                    <a:cubicBezTo>
                      <a:pt x="221513" y="1154034"/>
                      <a:pt x="263571" y="1192856"/>
                      <a:pt x="254328" y="1239535"/>
                    </a:cubicBezTo>
                    <a:cubicBezTo>
                      <a:pt x="248319" y="1270963"/>
                      <a:pt x="218278" y="1294071"/>
                      <a:pt x="187313" y="1301004"/>
                    </a:cubicBezTo>
                    <a:cubicBezTo>
                      <a:pt x="156810" y="1308398"/>
                      <a:pt x="127693" y="1309785"/>
                      <a:pt x="96728" y="130100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36"/>
              <p:cNvSpPr/>
              <p:nvPr/>
            </p:nvSpPr>
            <p:spPr>
              <a:xfrm>
                <a:off x="417036" y="3428896"/>
                <a:ext cx="190756" cy="1074101"/>
              </a:xfrm>
              <a:custGeom>
                <a:rect b="b" l="l" r="r" t="t"/>
                <a:pathLst>
                  <a:path extrusionOk="0" h="1035278" w="183861">
                    <a:moveTo>
                      <a:pt x="105036" y="1034333"/>
                    </a:moveTo>
                    <a:cubicBezTo>
                      <a:pt x="60667" y="1025552"/>
                      <a:pt x="29240" y="974713"/>
                      <a:pt x="40794" y="931269"/>
                    </a:cubicBezTo>
                    <a:cubicBezTo>
                      <a:pt x="49576" y="899379"/>
                      <a:pt x="76843" y="869339"/>
                      <a:pt x="66676" y="837449"/>
                    </a:cubicBezTo>
                    <a:cubicBezTo>
                      <a:pt x="60667" y="818500"/>
                      <a:pt x="42643" y="806484"/>
                      <a:pt x="31089" y="789846"/>
                    </a:cubicBezTo>
                    <a:cubicBezTo>
                      <a:pt x="5207" y="752410"/>
                      <a:pt x="19072" y="701571"/>
                      <a:pt x="36635" y="659976"/>
                    </a:cubicBezTo>
                    <a:cubicBezTo>
                      <a:pt x="54659" y="618381"/>
                      <a:pt x="75919" y="573089"/>
                      <a:pt x="62978" y="529645"/>
                    </a:cubicBezTo>
                    <a:cubicBezTo>
                      <a:pt x="50037" y="485277"/>
                      <a:pt x="2896" y="453387"/>
                      <a:pt x="123" y="407170"/>
                    </a:cubicBezTo>
                    <a:cubicBezTo>
                      <a:pt x="-2188" y="367886"/>
                      <a:pt x="28778" y="333686"/>
                      <a:pt x="34786" y="294863"/>
                    </a:cubicBezTo>
                    <a:cubicBezTo>
                      <a:pt x="39870" y="262050"/>
                      <a:pt x="26005" y="229235"/>
                      <a:pt x="23694" y="195959"/>
                    </a:cubicBezTo>
                    <a:cubicBezTo>
                      <a:pt x="18148" y="123399"/>
                      <a:pt x="63441" y="58233"/>
                      <a:pt x="106422" y="0"/>
                    </a:cubicBezTo>
                    <a:cubicBezTo>
                      <a:pt x="66676" y="64704"/>
                      <a:pt x="63902" y="151129"/>
                      <a:pt x="95330" y="219992"/>
                    </a:cubicBezTo>
                    <a:cubicBezTo>
                      <a:pt x="109658" y="250957"/>
                      <a:pt x="130917" y="280998"/>
                      <a:pt x="129993" y="315199"/>
                    </a:cubicBezTo>
                    <a:cubicBezTo>
                      <a:pt x="129069" y="349399"/>
                      <a:pt x="105498" y="380364"/>
                      <a:pt x="106884" y="414565"/>
                    </a:cubicBezTo>
                    <a:cubicBezTo>
                      <a:pt x="109195" y="468176"/>
                      <a:pt x="170664" y="503763"/>
                      <a:pt x="175747" y="556913"/>
                    </a:cubicBezTo>
                    <a:cubicBezTo>
                      <a:pt x="180369" y="602668"/>
                      <a:pt x="142009" y="641028"/>
                      <a:pt x="130455" y="685396"/>
                    </a:cubicBezTo>
                    <a:cubicBezTo>
                      <a:pt x="119363" y="728840"/>
                      <a:pt x="135077" y="774132"/>
                      <a:pt x="152177" y="815265"/>
                    </a:cubicBezTo>
                    <a:cubicBezTo>
                      <a:pt x="169277" y="856860"/>
                      <a:pt x="187764" y="899842"/>
                      <a:pt x="183142" y="944210"/>
                    </a:cubicBezTo>
                    <a:cubicBezTo>
                      <a:pt x="179907" y="989040"/>
                      <a:pt x="148942" y="1043114"/>
                      <a:pt x="105036" y="103433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36"/>
              <p:cNvSpPr/>
              <p:nvPr/>
            </p:nvSpPr>
            <p:spPr>
              <a:xfrm>
                <a:off x="612135" y="3346731"/>
                <a:ext cx="185394" cy="1064725"/>
              </a:xfrm>
              <a:custGeom>
                <a:rect b="b" l="l" r="r" t="t"/>
                <a:pathLst>
                  <a:path extrusionOk="0" h="1026241" w="178693">
                    <a:moveTo>
                      <a:pt x="60189" y="980721"/>
                    </a:moveTo>
                    <a:cubicBezTo>
                      <a:pt x="80986" y="963159"/>
                      <a:pt x="84684" y="931269"/>
                      <a:pt x="77752" y="904926"/>
                    </a:cubicBezTo>
                    <a:cubicBezTo>
                      <a:pt x="70356" y="878582"/>
                      <a:pt x="54181" y="855473"/>
                      <a:pt x="39854" y="831903"/>
                    </a:cubicBezTo>
                    <a:cubicBezTo>
                      <a:pt x="25526" y="808332"/>
                      <a:pt x="13048" y="782451"/>
                      <a:pt x="13972" y="755183"/>
                    </a:cubicBezTo>
                    <a:cubicBezTo>
                      <a:pt x="15359" y="718672"/>
                      <a:pt x="40315" y="687706"/>
                      <a:pt x="54181" y="653968"/>
                    </a:cubicBezTo>
                    <a:cubicBezTo>
                      <a:pt x="72667" y="608675"/>
                      <a:pt x="69432" y="555064"/>
                      <a:pt x="46324" y="512082"/>
                    </a:cubicBezTo>
                    <a:cubicBezTo>
                      <a:pt x="30611" y="482966"/>
                      <a:pt x="5653" y="456622"/>
                      <a:pt x="2881" y="423808"/>
                    </a:cubicBezTo>
                    <a:cubicBezTo>
                      <a:pt x="-356" y="384062"/>
                      <a:pt x="31072" y="348013"/>
                      <a:pt x="31535" y="308266"/>
                    </a:cubicBezTo>
                    <a:cubicBezTo>
                      <a:pt x="31996" y="275452"/>
                      <a:pt x="12585" y="245873"/>
                      <a:pt x="4729" y="214446"/>
                    </a:cubicBezTo>
                    <a:cubicBezTo>
                      <a:pt x="-14682" y="139575"/>
                      <a:pt x="29224" y="64704"/>
                      <a:pt x="71743" y="0"/>
                    </a:cubicBezTo>
                    <a:cubicBezTo>
                      <a:pt x="48172" y="61930"/>
                      <a:pt x="52794" y="136802"/>
                      <a:pt x="85146" y="194573"/>
                    </a:cubicBezTo>
                    <a:cubicBezTo>
                      <a:pt x="104095" y="228311"/>
                      <a:pt x="132749" y="260663"/>
                      <a:pt x="130438" y="299023"/>
                    </a:cubicBezTo>
                    <a:cubicBezTo>
                      <a:pt x="128127" y="336921"/>
                      <a:pt x="95314" y="370197"/>
                      <a:pt x="101321" y="408095"/>
                    </a:cubicBezTo>
                    <a:cubicBezTo>
                      <a:pt x="105943" y="438136"/>
                      <a:pt x="133673" y="458471"/>
                      <a:pt x="152160" y="482966"/>
                    </a:cubicBezTo>
                    <a:cubicBezTo>
                      <a:pt x="178504" y="518553"/>
                      <a:pt x="185898" y="567543"/>
                      <a:pt x="170647" y="608675"/>
                    </a:cubicBezTo>
                    <a:cubicBezTo>
                      <a:pt x="154009" y="653506"/>
                      <a:pt x="113338" y="691866"/>
                      <a:pt x="117036" y="739469"/>
                    </a:cubicBezTo>
                    <a:cubicBezTo>
                      <a:pt x="119808" y="777829"/>
                      <a:pt x="150774" y="806946"/>
                      <a:pt x="166950" y="842070"/>
                    </a:cubicBezTo>
                    <a:cubicBezTo>
                      <a:pt x="193294" y="899379"/>
                      <a:pt x="173883" y="974251"/>
                      <a:pt x="123044" y="1011224"/>
                    </a:cubicBezTo>
                    <a:cubicBezTo>
                      <a:pt x="107792" y="1022316"/>
                      <a:pt x="87919" y="1030173"/>
                      <a:pt x="70356" y="1024165"/>
                    </a:cubicBezTo>
                    <a:cubicBezTo>
                      <a:pt x="51870" y="1017694"/>
                      <a:pt x="45861" y="992738"/>
                      <a:pt x="60189" y="98072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1" name="Google Shape;671;p36"/>
          <p:cNvGrpSpPr/>
          <p:nvPr/>
        </p:nvGrpSpPr>
        <p:grpSpPr>
          <a:xfrm>
            <a:off x="-546875" y="699221"/>
            <a:ext cx="10865154" cy="2256440"/>
            <a:chOff x="-546875" y="699221"/>
            <a:chExt cx="10865154" cy="2256440"/>
          </a:xfrm>
        </p:grpSpPr>
        <p:sp>
          <p:nvSpPr>
            <p:cNvPr id="672" name="Google Shape;672;p36"/>
            <p:cNvSpPr/>
            <p:nvPr/>
          </p:nvSpPr>
          <p:spPr>
            <a:xfrm>
              <a:off x="7792675" y="1534662"/>
              <a:ext cx="2525604" cy="209302"/>
            </a:xfrm>
            <a:custGeom>
              <a:rect b="b" l="l" r="r" t="t"/>
              <a:pathLst>
                <a:path extrusionOk="0" h="107472" w="1296844">
                  <a:moveTo>
                    <a:pt x="0" y="43722"/>
                  </a:moveTo>
                  <a:cubicBezTo>
                    <a:pt x="119702" y="93174"/>
                    <a:pt x="238941" y="75612"/>
                    <a:pt x="364189" y="87166"/>
                  </a:cubicBezTo>
                  <a:cubicBezTo>
                    <a:pt x="484815" y="98258"/>
                    <a:pt x="602668" y="109350"/>
                    <a:pt x="722831" y="100569"/>
                  </a:cubicBezTo>
                  <a:cubicBezTo>
                    <a:pt x="831441" y="92712"/>
                    <a:pt x="937740" y="117207"/>
                    <a:pt x="1046811" y="102880"/>
                  </a:cubicBezTo>
                  <a:cubicBezTo>
                    <a:pt x="1108280" y="94560"/>
                    <a:pt x="1263568" y="91788"/>
                    <a:pt x="1296845" y="30781"/>
                  </a:cubicBezTo>
                  <a:cubicBezTo>
                    <a:pt x="1228906" y="14605"/>
                    <a:pt x="1145253" y="22000"/>
                    <a:pt x="1075466" y="20151"/>
                  </a:cubicBezTo>
                  <a:cubicBezTo>
                    <a:pt x="944672" y="16916"/>
                    <a:pt x="815727" y="15530"/>
                    <a:pt x="684934" y="6748"/>
                  </a:cubicBezTo>
                  <a:cubicBezTo>
                    <a:pt x="525948" y="-3881"/>
                    <a:pt x="367886" y="-4806"/>
                    <a:pt x="211211" y="25235"/>
                  </a:cubicBezTo>
                  <a:cubicBezTo>
                    <a:pt x="145121" y="37714"/>
                    <a:pt x="76720" y="49730"/>
                    <a:pt x="0" y="437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-546875" y="2785123"/>
              <a:ext cx="1674510" cy="170539"/>
            </a:xfrm>
            <a:custGeom>
              <a:rect b="b" l="l" r="r" t="t"/>
              <a:pathLst>
                <a:path extrusionOk="0" h="104305" w="1024165">
                  <a:moveTo>
                    <a:pt x="311964" y="0"/>
                  </a:moveTo>
                  <a:cubicBezTo>
                    <a:pt x="390994" y="4622"/>
                    <a:pt x="471412" y="22646"/>
                    <a:pt x="550905" y="25881"/>
                  </a:cubicBezTo>
                  <a:cubicBezTo>
                    <a:pt x="615608" y="28192"/>
                    <a:pt x="678463" y="15714"/>
                    <a:pt x="742704" y="32352"/>
                  </a:cubicBezTo>
                  <a:cubicBezTo>
                    <a:pt x="806946" y="48990"/>
                    <a:pt x="855936" y="53149"/>
                    <a:pt x="921564" y="56384"/>
                  </a:cubicBezTo>
                  <a:cubicBezTo>
                    <a:pt x="948832" y="57771"/>
                    <a:pt x="1009376" y="84114"/>
                    <a:pt x="1024165" y="68863"/>
                  </a:cubicBezTo>
                  <a:cubicBezTo>
                    <a:pt x="984881" y="123399"/>
                    <a:pt x="881355" y="99366"/>
                    <a:pt x="824970" y="97055"/>
                  </a:cubicBezTo>
                  <a:cubicBezTo>
                    <a:pt x="736696" y="93358"/>
                    <a:pt x="648884" y="101215"/>
                    <a:pt x="561072" y="101215"/>
                  </a:cubicBezTo>
                  <a:cubicBezTo>
                    <a:pt x="372970" y="101215"/>
                    <a:pt x="186254" y="64704"/>
                    <a:pt x="0" y="43906"/>
                  </a:cubicBezTo>
                  <a:cubicBezTo>
                    <a:pt x="19873" y="-8781"/>
                    <a:pt x="242638" y="6470"/>
                    <a:pt x="311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7282382" y="699221"/>
              <a:ext cx="2525035" cy="239182"/>
            </a:xfrm>
            <a:custGeom>
              <a:rect b="b" l="l" r="r" t="t"/>
              <a:pathLst>
                <a:path extrusionOk="0" h="80465" w="849465">
                  <a:moveTo>
                    <a:pt x="725142" y="77374"/>
                  </a:moveTo>
                  <a:cubicBezTo>
                    <a:pt x="690480" y="87080"/>
                    <a:pt x="622541" y="71366"/>
                    <a:pt x="582332" y="65358"/>
                  </a:cubicBezTo>
                  <a:cubicBezTo>
                    <a:pt x="527796" y="57039"/>
                    <a:pt x="476033" y="54728"/>
                    <a:pt x="421498" y="49182"/>
                  </a:cubicBezTo>
                  <a:cubicBezTo>
                    <a:pt x="346164" y="41325"/>
                    <a:pt x="283309" y="36704"/>
                    <a:pt x="205665" y="40401"/>
                  </a:cubicBezTo>
                  <a:cubicBezTo>
                    <a:pt x="137264" y="43636"/>
                    <a:pt x="68401" y="40863"/>
                    <a:pt x="0" y="40863"/>
                  </a:cubicBezTo>
                  <a:cubicBezTo>
                    <a:pt x="17100" y="16830"/>
                    <a:pt x="53149" y="23301"/>
                    <a:pt x="79955" y="20528"/>
                  </a:cubicBezTo>
                  <a:cubicBezTo>
                    <a:pt x="141423" y="14519"/>
                    <a:pt x="202892" y="9898"/>
                    <a:pt x="264360" y="8049"/>
                  </a:cubicBezTo>
                  <a:cubicBezTo>
                    <a:pt x="348937" y="5276"/>
                    <a:pt x="430279" y="-1194"/>
                    <a:pt x="514856" y="192"/>
                  </a:cubicBezTo>
                  <a:cubicBezTo>
                    <a:pt x="621616" y="1579"/>
                    <a:pt x="745477" y="21452"/>
                    <a:pt x="849465" y="49644"/>
                  </a:cubicBezTo>
                  <a:cubicBezTo>
                    <a:pt x="830979" y="61199"/>
                    <a:pt x="749175" y="88466"/>
                    <a:pt x="725142" y="773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"/>
              <a:buChar char="●"/>
              <a:defRPr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○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■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○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■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●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○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lanquin"/>
              <a:buChar char="■"/>
              <a:defRPr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jpg"/><Relationship Id="rId5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7"/>
          <p:cNvSpPr txBox="1"/>
          <p:nvPr>
            <p:ph idx="1" type="subTitle"/>
          </p:nvPr>
        </p:nvSpPr>
        <p:spPr>
          <a:xfrm>
            <a:off x="1777375" y="354525"/>
            <a:ext cx="3923700" cy="77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BLUE SHIELD</a:t>
            </a:r>
            <a:endParaRPr b="1" sz="4500"/>
          </a:p>
        </p:txBody>
      </p:sp>
      <p:grpSp>
        <p:nvGrpSpPr>
          <p:cNvPr id="680" name="Google Shape;680;p37"/>
          <p:cNvGrpSpPr/>
          <p:nvPr/>
        </p:nvGrpSpPr>
        <p:grpSpPr>
          <a:xfrm>
            <a:off x="3407779" y="1126725"/>
            <a:ext cx="5805841" cy="4643835"/>
            <a:chOff x="3407779" y="1126725"/>
            <a:chExt cx="5805841" cy="4643835"/>
          </a:xfrm>
        </p:grpSpPr>
        <p:grpSp>
          <p:nvGrpSpPr>
            <p:cNvPr id="681" name="Google Shape;681;p37"/>
            <p:cNvGrpSpPr/>
            <p:nvPr/>
          </p:nvGrpSpPr>
          <p:grpSpPr>
            <a:xfrm>
              <a:off x="3407779" y="1600324"/>
              <a:ext cx="5805841" cy="4170236"/>
              <a:chOff x="3407779" y="1600324"/>
              <a:chExt cx="5805841" cy="4170236"/>
            </a:xfrm>
          </p:grpSpPr>
          <p:sp>
            <p:nvSpPr>
              <p:cNvPr id="682" name="Google Shape;682;p37"/>
              <p:cNvSpPr/>
              <p:nvPr/>
            </p:nvSpPr>
            <p:spPr>
              <a:xfrm>
                <a:off x="7632876" y="1604962"/>
                <a:ext cx="604675" cy="3136428"/>
              </a:xfrm>
              <a:custGeom>
                <a:rect b="b" l="l" r="r" t="t"/>
                <a:pathLst>
                  <a:path extrusionOk="0" h="2046609" w="394568">
                    <a:moveTo>
                      <a:pt x="352646" y="2043676"/>
                    </a:moveTo>
                    <a:cubicBezTo>
                      <a:pt x="346125" y="2032498"/>
                      <a:pt x="-5523" y="46970"/>
                      <a:pt x="66" y="32998"/>
                    </a:cubicBezTo>
                    <a:cubicBezTo>
                      <a:pt x="5656" y="19025"/>
                      <a:pt x="51299" y="-7058"/>
                      <a:pt x="70396" y="1792"/>
                    </a:cubicBezTo>
                    <a:cubicBezTo>
                      <a:pt x="89026" y="10641"/>
                      <a:pt x="395960" y="2026443"/>
                      <a:pt x="394564" y="2039484"/>
                    </a:cubicBezTo>
                    <a:cubicBezTo>
                      <a:pt x="393167" y="2052525"/>
                      <a:pt x="352646" y="2043676"/>
                      <a:pt x="352646" y="20436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37"/>
              <p:cNvSpPr/>
              <p:nvPr/>
            </p:nvSpPr>
            <p:spPr>
              <a:xfrm>
                <a:off x="6808597" y="1600324"/>
                <a:ext cx="1990063" cy="1437790"/>
              </a:xfrm>
              <a:custGeom>
                <a:rect b="b" l="l" r="r" t="t"/>
                <a:pathLst>
                  <a:path extrusionOk="0" h="938199" w="1298573">
                    <a:moveTo>
                      <a:pt x="138628" y="918172"/>
                    </a:moveTo>
                    <a:cubicBezTo>
                      <a:pt x="127916" y="907460"/>
                      <a:pt x="-7154" y="263782"/>
                      <a:pt x="297" y="236768"/>
                    </a:cubicBezTo>
                    <a:cubicBezTo>
                      <a:pt x="7750" y="209754"/>
                      <a:pt x="27778" y="205562"/>
                      <a:pt x="44079" y="202302"/>
                    </a:cubicBezTo>
                    <a:cubicBezTo>
                      <a:pt x="60381" y="199041"/>
                      <a:pt x="1147926" y="12272"/>
                      <a:pt x="1158639" y="1560"/>
                    </a:cubicBezTo>
                    <a:cubicBezTo>
                      <a:pt x="1169350" y="-9153"/>
                      <a:pt x="1183323" y="38821"/>
                      <a:pt x="1183323" y="38821"/>
                    </a:cubicBezTo>
                    <a:cubicBezTo>
                      <a:pt x="1183323" y="38821"/>
                      <a:pt x="1289051" y="662937"/>
                      <a:pt x="1296969" y="682498"/>
                    </a:cubicBezTo>
                    <a:cubicBezTo>
                      <a:pt x="1305353" y="702060"/>
                      <a:pt x="1278804" y="711375"/>
                      <a:pt x="1265297" y="714636"/>
                    </a:cubicBezTo>
                    <a:cubicBezTo>
                      <a:pt x="1212666" y="726745"/>
                      <a:pt x="176354" y="938200"/>
                      <a:pt x="176354" y="938200"/>
                    </a:cubicBezTo>
                    <a:lnTo>
                      <a:pt x="138628" y="918172"/>
                    </a:lnTo>
                    <a:close/>
                  </a:path>
                </a:pathLst>
              </a:custGeom>
              <a:solidFill>
                <a:srgbClr val="8D01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37"/>
              <p:cNvSpPr/>
              <p:nvPr/>
            </p:nvSpPr>
            <p:spPr>
              <a:xfrm>
                <a:off x="6855412" y="1653205"/>
                <a:ext cx="1879588" cy="1331080"/>
              </a:xfrm>
              <a:custGeom>
                <a:rect b="b" l="l" r="r" t="t"/>
                <a:pathLst>
                  <a:path extrusionOk="0" h="868568" w="1226485">
                    <a:moveTo>
                      <a:pt x="180255" y="866412"/>
                    </a:moveTo>
                    <a:cubicBezTo>
                      <a:pt x="180255" y="866412"/>
                      <a:pt x="144857" y="873398"/>
                      <a:pt x="133679" y="862220"/>
                    </a:cubicBezTo>
                    <a:cubicBezTo>
                      <a:pt x="122035" y="850576"/>
                      <a:pt x="-926" y="222734"/>
                      <a:pt x="5" y="215747"/>
                    </a:cubicBezTo>
                    <a:cubicBezTo>
                      <a:pt x="938" y="208761"/>
                      <a:pt x="7458" y="195720"/>
                      <a:pt x="18636" y="193857"/>
                    </a:cubicBezTo>
                    <a:cubicBezTo>
                      <a:pt x="29814" y="191528"/>
                      <a:pt x="1102456" y="1033"/>
                      <a:pt x="1108976" y="101"/>
                    </a:cubicBezTo>
                    <a:cubicBezTo>
                      <a:pt x="1115496" y="-1296"/>
                      <a:pt x="1127607" y="12211"/>
                      <a:pt x="1127607" y="12211"/>
                    </a:cubicBezTo>
                    <a:cubicBezTo>
                      <a:pt x="1127607" y="12211"/>
                      <a:pt x="1224950" y="627478"/>
                      <a:pt x="1226347" y="633998"/>
                    </a:cubicBezTo>
                    <a:cubicBezTo>
                      <a:pt x="1227745" y="640519"/>
                      <a:pt x="1218429" y="651697"/>
                      <a:pt x="1203990" y="659149"/>
                    </a:cubicBezTo>
                    <a:cubicBezTo>
                      <a:pt x="1189086" y="666136"/>
                      <a:pt x="180255" y="866412"/>
                      <a:pt x="180255" y="86641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37"/>
              <p:cNvSpPr/>
              <p:nvPr/>
            </p:nvSpPr>
            <p:spPr>
              <a:xfrm>
                <a:off x="7267225" y="2017564"/>
                <a:ext cx="1120993" cy="618497"/>
              </a:xfrm>
              <a:custGeom>
                <a:rect b="b" l="l" r="r" t="t"/>
                <a:pathLst>
                  <a:path extrusionOk="0" h="403587" w="731480">
                    <a:moveTo>
                      <a:pt x="93022" y="139470"/>
                    </a:moveTo>
                    <a:cubicBezTo>
                      <a:pt x="93022" y="139470"/>
                      <a:pt x="598370" y="331363"/>
                      <a:pt x="603027" y="336020"/>
                    </a:cubicBezTo>
                    <a:cubicBezTo>
                      <a:pt x="607685" y="340678"/>
                      <a:pt x="612808" y="394240"/>
                      <a:pt x="633302" y="401692"/>
                    </a:cubicBezTo>
                    <a:cubicBezTo>
                      <a:pt x="653794" y="408679"/>
                      <a:pt x="673356" y="395637"/>
                      <a:pt x="676616" y="374213"/>
                    </a:cubicBezTo>
                    <a:cubicBezTo>
                      <a:pt x="679877" y="352788"/>
                      <a:pt x="677082" y="330897"/>
                      <a:pt x="677082" y="330897"/>
                    </a:cubicBezTo>
                    <a:cubicBezTo>
                      <a:pt x="677082" y="330897"/>
                      <a:pt x="736700" y="316924"/>
                      <a:pt x="731111" y="289910"/>
                    </a:cubicBezTo>
                    <a:cubicBezTo>
                      <a:pt x="725521" y="262896"/>
                      <a:pt x="712014" y="242869"/>
                      <a:pt x="698973" y="243800"/>
                    </a:cubicBezTo>
                    <a:cubicBezTo>
                      <a:pt x="685931" y="244732"/>
                      <a:pt x="644946" y="266157"/>
                      <a:pt x="644946" y="266157"/>
                    </a:cubicBezTo>
                    <a:cubicBezTo>
                      <a:pt x="644946" y="266157"/>
                      <a:pt x="114912" y="71935"/>
                      <a:pt x="113515" y="66346"/>
                    </a:cubicBezTo>
                    <a:cubicBezTo>
                      <a:pt x="112117" y="60757"/>
                      <a:pt x="105597" y="9524"/>
                      <a:pt x="85569" y="2072"/>
                    </a:cubicBezTo>
                    <a:cubicBezTo>
                      <a:pt x="65076" y="-4915"/>
                      <a:pt x="37131" y="6264"/>
                      <a:pt x="30610" y="28154"/>
                    </a:cubicBezTo>
                    <a:cubicBezTo>
                      <a:pt x="23623" y="50511"/>
                      <a:pt x="42254" y="76593"/>
                      <a:pt x="42254" y="76593"/>
                    </a:cubicBezTo>
                    <a:cubicBezTo>
                      <a:pt x="42254" y="76593"/>
                      <a:pt x="7322" y="98949"/>
                      <a:pt x="1267" y="124566"/>
                    </a:cubicBezTo>
                    <a:cubicBezTo>
                      <a:pt x="-4787" y="150183"/>
                      <a:pt x="11514" y="184649"/>
                      <a:pt x="36199" y="185580"/>
                    </a:cubicBezTo>
                    <a:cubicBezTo>
                      <a:pt x="60884" y="186512"/>
                      <a:pt x="93022" y="139470"/>
                      <a:pt x="93022" y="1394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37"/>
              <p:cNvSpPr/>
              <p:nvPr/>
            </p:nvSpPr>
            <p:spPr>
              <a:xfrm>
                <a:off x="7371620" y="1821785"/>
                <a:ext cx="933487" cy="938690"/>
              </a:xfrm>
              <a:custGeom>
                <a:rect b="b" l="l" r="r" t="t"/>
                <a:pathLst>
                  <a:path extrusionOk="0" h="612522" w="609127">
                    <a:moveTo>
                      <a:pt x="140834" y="524396"/>
                    </a:moveTo>
                    <a:cubicBezTo>
                      <a:pt x="140834" y="524396"/>
                      <a:pt x="521825" y="141077"/>
                      <a:pt x="527880" y="138748"/>
                    </a:cubicBezTo>
                    <a:cubicBezTo>
                      <a:pt x="533934" y="136419"/>
                      <a:pt x="585167" y="153652"/>
                      <a:pt x="600072" y="137817"/>
                    </a:cubicBezTo>
                    <a:cubicBezTo>
                      <a:pt x="614976" y="121981"/>
                      <a:pt x="610784" y="98693"/>
                      <a:pt x="592620" y="87049"/>
                    </a:cubicBezTo>
                    <a:cubicBezTo>
                      <a:pt x="574456" y="75405"/>
                      <a:pt x="553030" y="68884"/>
                      <a:pt x="553030" y="68884"/>
                    </a:cubicBezTo>
                    <a:cubicBezTo>
                      <a:pt x="553030" y="68884"/>
                      <a:pt x="564674" y="8802"/>
                      <a:pt x="537195" y="2747"/>
                    </a:cubicBezTo>
                    <a:cubicBezTo>
                      <a:pt x="510181" y="-3308"/>
                      <a:pt x="486427" y="884"/>
                      <a:pt x="481769" y="12993"/>
                    </a:cubicBezTo>
                    <a:cubicBezTo>
                      <a:pt x="477111" y="25103"/>
                      <a:pt x="479906" y="71213"/>
                      <a:pt x="479906" y="71213"/>
                    </a:cubicBezTo>
                    <a:cubicBezTo>
                      <a:pt x="479906" y="71213"/>
                      <a:pt x="86341" y="476423"/>
                      <a:pt x="81217" y="475026"/>
                    </a:cubicBezTo>
                    <a:cubicBezTo>
                      <a:pt x="75628" y="473628"/>
                      <a:pt x="26257" y="458724"/>
                      <a:pt x="11353" y="474560"/>
                    </a:cubicBezTo>
                    <a:cubicBezTo>
                      <a:pt x="-3551" y="490396"/>
                      <a:pt x="-4482" y="520204"/>
                      <a:pt x="12751" y="535574"/>
                    </a:cubicBezTo>
                    <a:cubicBezTo>
                      <a:pt x="29984" y="550944"/>
                      <a:pt x="62122" y="544424"/>
                      <a:pt x="62122" y="544424"/>
                    </a:cubicBezTo>
                    <a:cubicBezTo>
                      <a:pt x="62122" y="544424"/>
                      <a:pt x="68175" y="585410"/>
                      <a:pt x="89135" y="601712"/>
                    </a:cubicBezTo>
                    <a:cubicBezTo>
                      <a:pt x="110094" y="617548"/>
                      <a:pt x="148287" y="616616"/>
                      <a:pt x="158998" y="594725"/>
                    </a:cubicBezTo>
                    <a:cubicBezTo>
                      <a:pt x="169711" y="572369"/>
                      <a:pt x="140834" y="524396"/>
                      <a:pt x="140834" y="5243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37"/>
              <p:cNvSpPr/>
              <p:nvPr/>
            </p:nvSpPr>
            <p:spPr>
              <a:xfrm>
                <a:off x="7541306" y="1988945"/>
                <a:ext cx="547115" cy="632035"/>
              </a:xfrm>
              <a:custGeom>
                <a:rect b="b" l="l" r="r" t="t"/>
                <a:pathLst>
                  <a:path extrusionOk="0" h="412421" w="357008">
                    <a:moveTo>
                      <a:pt x="101771" y="282514"/>
                    </a:moveTo>
                    <a:cubicBezTo>
                      <a:pt x="101771" y="282514"/>
                      <a:pt x="91524" y="402214"/>
                      <a:pt x="97113" y="407803"/>
                    </a:cubicBezTo>
                    <a:cubicBezTo>
                      <a:pt x="102703" y="413393"/>
                      <a:pt x="255006" y="424105"/>
                      <a:pt x="327199" y="366817"/>
                    </a:cubicBezTo>
                    <a:cubicBezTo>
                      <a:pt x="327199" y="366817"/>
                      <a:pt x="330925" y="362625"/>
                      <a:pt x="330925" y="357036"/>
                    </a:cubicBezTo>
                    <a:cubicBezTo>
                      <a:pt x="330925" y="351447"/>
                      <a:pt x="290403" y="234076"/>
                      <a:pt x="290403" y="234076"/>
                    </a:cubicBezTo>
                    <a:cubicBezTo>
                      <a:pt x="290403" y="234076"/>
                      <a:pt x="357473" y="183308"/>
                      <a:pt x="357007" y="114376"/>
                    </a:cubicBezTo>
                    <a:cubicBezTo>
                      <a:pt x="356542" y="44978"/>
                      <a:pt x="250813" y="-11845"/>
                      <a:pt x="153937" y="2128"/>
                    </a:cubicBezTo>
                    <a:cubicBezTo>
                      <a:pt x="57059" y="16101"/>
                      <a:pt x="-14669" y="98074"/>
                      <a:pt x="2565" y="184239"/>
                    </a:cubicBezTo>
                    <a:cubicBezTo>
                      <a:pt x="19798" y="270405"/>
                      <a:pt x="101771" y="282514"/>
                      <a:pt x="101771" y="2825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37"/>
              <p:cNvSpPr/>
              <p:nvPr/>
            </p:nvSpPr>
            <p:spPr>
              <a:xfrm>
                <a:off x="7784533" y="2290153"/>
                <a:ext cx="128155" cy="175839"/>
              </a:xfrm>
              <a:custGeom>
                <a:rect b="b" l="l" r="r" t="t"/>
                <a:pathLst>
                  <a:path extrusionOk="0" h="114740" w="83625">
                    <a:moveTo>
                      <a:pt x="13295" y="12262"/>
                    </a:moveTo>
                    <a:cubicBezTo>
                      <a:pt x="13295" y="12262"/>
                      <a:pt x="-7664" y="99824"/>
                      <a:pt x="3049" y="111934"/>
                    </a:cubicBezTo>
                    <a:cubicBezTo>
                      <a:pt x="13761" y="124044"/>
                      <a:pt x="34254" y="92838"/>
                      <a:pt x="46830" y="96098"/>
                    </a:cubicBezTo>
                    <a:cubicBezTo>
                      <a:pt x="59405" y="99359"/>
                      <a:pt x="83625" y="108674"/>
                      <a:pt x="83625" y="90975"/>
                    </a:cubicBezTo>
                    <a:cubicBezTo>
                      <a:pt x="83625" y="73276"/>
                      <a:pt x="40775" y="1084"/>
                      <a:pt x="33323" y="152"/>
                    </a:cubicBezTo>
                    <a:cubicBezTo>
                      <a:pt x="25871" y="-779"/>
                      <a:pt x="16090" y="2481"/>
                      <a:pt x="13295" y="122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37"/>
              <p:cNvSpPr/>
              <p:nvPr/>
            </p:nvSpPr>
            <p:spPr>
              <a:xfrm>
                <a:off x="7849254" y="2121753"/>
                <a:ext cx="134281" cy="141637"/>
              </a:xfrm>
              <a:custGeom>
                <a:rect b="b" l="l" r="r" t="t"/>
                <a:pathLst>
                  <a:path extrusionOk="0" h="92422" w="87622">
                    <a:moveTo>
                      <a:pt x="5970" y="9499"/>
                    </a:moveTo>
                    <a:cubicBezTo>
                      <a:pt x="-85" y="15088"/>
                      <a:pt x="-2414" y="36978"/>
                      <a:pt x="3175" y="48622"/>
                    </a:cubicBezTo>
                    <a:cubicBezTo>
                      <a:pt x="8765" y="60266"/>
                      <a:pt x="38107" y="93335"/>
                      <a:pt x="54408" y="92404"/>
                    </a:cubicBezTo>
                    <a:cubicBezTo>
                      <a:pt x="70710" y="91472"/>
                      <a:pt x="96327" y="61664"/>
                      <a:pt x="84683" y="39307"/>
                    </a:cubicBezTo>
                    <a:cubicBezTo>
                      <a:pt x="73039" y="16951"/>
                      <a:pt x="35778" y="-16584"/>
                      <a:pt x="5970" y="949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37"/>
              <p:cNvSpPr/>
              <p:nvPr/>
            </p:nvSpPr>
            <p:spPr>
              <a:xfrm>
                <a:off x="7647135" y="2160311"/>
                <a:ext cx="121536" cy="151009"/>
              </a:xfrm>
              <a:custGeom>
                <a:rect b="b" l="l" r="r" t="t"/>
                <a:pathLst>
                  <a:path extrusionOk="0" h="98538" w="79306">
                    <a:moveTo>
                      <a:pt x="61552" y="2023"/>
                    </a:moveTo>
                    <a:cubicBezTo>
                      <a:pt x="69469" y="4817"/>
                      <a:pt x="80182" y="23913"/>
                      <a:pt x="79250" y="37420"/>
                    </a:cubicBezTo>
                    <a:cubicBezTo>
                      <a:pt x="78318" y="50461"/>
                      <a:pt x="64346" y="92380"/>
                      <a:pt x="48975" y="97503"/>
                    </a:cubicBezTo>
                    <a:cubicBezTo>
                      <a:pt x="33606" y="103092"/>
                      <a:pt x="-1792" y="85393"/>
                      <a:pt x="71" y="60242"/>
                    </a:cubicBezTo>
                    <a:cubicBezTo>
                      <a:pt x="2400" y="35091"/>
                      <a:pt x="23825" y="-10087"/>
                      <a:pt x="61552" y="202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37"/>
              <p:cNvSpPr/>
              <p:nvPr/>
            </p:nvSpPr>
            <p:spPr>
              <a:xfrm>
                <a:off x="7743488" y="2503361"/>
                <a:ext cx="254162" cy="116662"/>
              </a:xfrm>
              <a:custGeom>
                <a:rect b="b" l="l" r="r" t="t"/>
                <a:pathLst>
                  <a:path extrusionOk="0" h="76125" w="165848">
                    <a:moveTo>
                      <a:pt x="164917" y="46317"/>
                    </a:moveTo>
                    <a:cubicBezTo>
                      <a:pt x="163519" y="40728"/>
                      <a:pt x="161657" y="35605"/>
                      <a:pt x="159793" y="30016"/>
                    </a:cubicBezTo>
                    <a:cubicBezTo>
                      <a:pt x="157931" y="24892"/>
                      <a:pt x="156533" y="19769"/>
                      <a:pt x="154671" y="14645"/>
                    </a:cubicBezTo>
                    <a:cubicBezTo>
                      <a:pt x="152807" y="9988"/>
                      <a:pt x="150944" y="4399"/>
                      <a:pt x="147218" y="673"/>
                    </a:cubicBezTo>
                    <a:cubicBezTo>
                      <a:pt x="145820" y="-725"/>
                      <a:pt x="143958" y="207"/>
                      <a:pt x="143492" y="2070"/>
                    </a:cubicBezTo>
                    <a:cubicBezTo>
                      <a:pt x="142560" y="6728"/>
                      <a:pt x="143958" y="12782"/>
                      <a:pt x="144889" y="17440"/>
                    </a:cubicBezTo>
                    <a:cubicBezTo>
                      <a:pt x="145820" y="22563"/>
                      <a:pt x="147218" y="28153"/>
                      <a:pt x="148615" y="33276"/>
                    </a:cubicBezTo>
                    <a:cubicBezTo>
                      <a:pt x="150013" y="38399"/>
                      <a:pt x="151409" y="43522"/>
                      <a:pt x="152807" y="49112"/>
                    </a:cubicBezTo>
                    <a:cubicBezTo>
                      <a:pt x="153273" y="50975"/>
                      <a:pt x="153738" y="52372"/>
                      <a:pt x="154204" y="53769"/>
                    </a:cubicBezTo>
                    <a:cubicBezTo>
                      <a:pt x="157931" y="52372"/>
                      <a:pt x="162122" y="50509"/>
                      <a:pt x="165848" y="48646"/>
                    </a:cubicBezTo>
                    <a:cubicBezTo>
                      <a:pt x="165382" y="48180"/>
                      <a:pt x="165382" y="47249"/>
                      <a:pt x="164917" y="46317"/>
                    </a:cubicBezTo>
                    <a:close/>
                    <a:moveTo>
                      <a:pt x="100642" y="17440"/>
                    </a:moveTo>
                    <a:cubicBezTo>
                      <a:pt x="99711" y="14180"/>
                      <a:pt x="95518" y="15111"/>
                      <a:pt x="95518" y="18372"/>
                    </a:cubicBezTo>
                    <a:cubicBezTo>
                      <a:pt x="95985" y="23961"/>
                      <a:pt x="95985" y="30016"/>
                      <a:pt x="96916" y="35605"/>
                    </a:cubicBezTo>
                    <a:cubicBezTo>
                      <a:pt x="97847" y="40728"/>
                      <a:pt x="98313" y="46317"/>
                      <a:pt x="99711" y="51440"/>
                    </a:cubicBezTo>
                    <a:cubicBezTo>
                      <a:pt x="100642" y="56564"/>
                      <a:pt x="101573" y="61687"/>
                      <a:pt x="102505" y="67276"/>
                    </a:cubicBezTo>
                    <a:cubicBezTo>
                      <a:pt x="102505" y="67742"/>
                      <a:pt x="102505" y="68208"/>
                      <a:pt x="102971" y="68673"/>
                    </a:cubicBezTo>
                    <a:cubicBezTo>
                      <a:pt x="105766" y="68208"/>
                      <a:pt x="109026" y="67276"/>
                      <a:pt x="111820" y="66810"/>
                    </a:cubicBezTo>
                    <a:cubicBezTo>
                      <a:pt x="111820" y="66345"/>
                      <a:pt x="111820" y="65879"/>
                      <a:pt x="111820" y="65413"/>
                    </a:cubicBezTo>
                    <a:cubicBezTo>
                      <a:pt x="110889" y="60290"/>
                      <a:pt x="109957" y="55166"/>
                      <a:pt x="109026" y="49577"/>
                    </a:cubicBezTo>
                    <a:cubicBezTo>
                      <a:pt x="108095" y="44454"/>
                      <a:pt x="106697" y="39331"/>
                      <a:pt x="105766" y="33742"/>
                    </a:cubicBezTo>
                    <a:cubicBezTo>
                      <a:pt x="104368" y="28618"/>
                      <a:pt x="102505" y="23029"/>
                      <a:pt x="100642" y="17440"/>
                    </a:cubicBezTo>
                    <a:close/>
                    <a:moveTo>
                      <a:pt x="55464" y="21166"/>
                    </a:moveTo>
                    <a:cubicBezTo>
                      <a:pt x="53135" y="33742"/>
                      <a:pt x="53600" y="46317"/>
                      <a:pt x="53600" y="59358"/>
                    </a:cubicBezTo>
                    <a:cubicBezTo>
                      <a:pt x="53600" y="64482"/>
                      <a:pt x="53600" y="70071"/>
                      <a:pt x="53600" y="75194"/>
                    </a:cubicBezTo>
                    <a:cubicBezTo>
                      <a:pt x="56395" y="75194"/>
                      <a:pt x="59190" y="74728"/>
                      <a:pt x="61984" y="74263"/>
                    </a:cubicBezTo>
                    <a:cubicBezTo>
                      <a:pt x="61984" y="68673"/>
                      <a:pt x="61984" y="63550"/>
                      <a:pt x="61519" y="57961"/>
                    </a:cubicBezTo>
                    <a:cubicBezTo>
                      <a:pt x="61519" y="45386"/>
                      <a:pt x="61519" y="32810"/>
                      <a:pt x="58724" y="20235"/>
                    </a:cubicBezTo>
                    <a:cubicBezTo>
                      <a:pt x="58258" y="18837"/>
                      <a:pt x="55929" y="19303"/>
                      <a:pt x="55464" y="21166"/>
                    </a:cubicBezTo>
                    <a:close/>
                    <a:moveTo>
                      <a:pt x="1902" y="22563"/>
                    </a:moveTo>
                    <a:cubicBezTo>
                      <a:pt x="-427" y="34207"/>
                      <a:pt x="38" y="46317"/>
                      <a:pt x="38" y="57961"/>
                    </a:cubicBezTo>
                    <a:cubicBezTo>
                      <a:pt x="38" y="64016"/>
                      <a:pt x="38" y="69605"/>
                      <a:pt x="38" y="75660"/>
                    </a:cubicBezTo>
                    <a:cubicBezTo>
                      <a:pt x="38" y="75660"/>
                      <a:pt x="38" y="76126"/>
                      <a:pt x="38" y="76126"/>
                    </a:cubicBezTo>
                    <a:cubicBezTo>
                      <a:pt x="2833" y="76126"/>
                      <a:pt x="5628" y="76126"/>
                      <a:pt x="8888" y="76126"/>
                    </a:cubicBezTo>
                    <a:cubicBezTo>
                      <a:pt x="8888" y="75660"/>
                      <a:pt x="8888" y="75194"/>
                      <a:pt x="8888" y="74728"/>
                    </a:cubicBezTo>
                    <a:cubicBezTo>
                      <a:pt x="8888" y="68673"/>
                      <a:pt x="8888" y="63084"/>
                      <a:pt x="8888" y="57030"/>
                    </a:cubicBezTo>
                    <a:cubicBezTo>
                      <a:pt x="8888" y="45386"/>
                      <a:pt x="9353" y="33276"/>
                      <a:pt x="7024" y="21632"/>
                    </a:cubicBezTo>
                    <a:cubicBezTo>
                      <a:pt x="6559" y="19303"/>
                      <a:pt x="2833" y="20235"/>
                      <a:pt x="1902" y="2256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37"/>
              <p:cNvSpPr/>
              <p:nvPr/>
            </p:nvSpPr>
            <p:spPr>
              <a:xfrm>
                <a:off x="3407779" y="3918323"/>
                <a:ext cx="5805841" cy="1352539"/>
              </a:xfrm>
              <a:custGeom>
                <a:rect b="b" l="l" r="r" t="t"/>
                <a:pathLst>
                  <a:path extrusionOk="0" h="882570" w="3788477">
                    <a:moveTo>
                      <a:pt x="0" y="855091"/>
                    </a:moveTo>
                    <a:cubicBezTo>
                      <a:pt x="16302" y="849501"/>
                      <a:pt x="550527" y="693007"/>
                      <a:pt x="669295" y="596129"/>
                    </a:cubicBezTo>
                    <a:cubicBezTo>
                      <a:pt x="788063" y="498785"/>
                      <a:pt x="1349302" y="266838"/>
                      <a:pt x="1489495" y="234700"/>
                    </a:cubicBezTo>
                    <a:cubicBezTo>
                      <a:pt x="1629688" y="202097"/>
                      <a:pt x="1743333" y="191385"/>
                      <a:pt x="1894239" y="186262"/>
                    </a:cubicBezTo>
                    <a:cubicBezTo>
                      <a:pt x="2045144" y="181138"/>
                      <a:pt x="3076334" y="46068"/>
                      <a:pt x="3254253" y="8342"/>
                    </a:cubicBezTo>
                    <a:cubicBezTo>
                      <a:pt x="3432173" y="-29384"/>
                      <a:pt x="3788478" y="73082"/>
                      <a:pt x="3788478" y="73082"/>
                    </a:cubicBezTo>
                    <a:lnTo>
                      <a:pt x="3745162" y="882570"/>
                    </a:lnTo>
                    <a:lnTo>
                      <a:pt x="0" y="85509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37"/>
              <p:cNvSpPr/>
              <p:nvPr/>
            </p:nvSpPr>
            <p:spPr>
              <a:xfrm>
                <a:off x="3407779" y="4152239"/>
                <a:ext cx="3389000" cy="1079940"/>
              </a:xfrm>
              <a:custGeom>
                <a:rect b="b" l="l" r="r" t="t"/>
                <a:pathLst>
                  <a:path extrusionOk="0" h="704692" w="2211419">
                    <a:moveTo>
                      <a:pt x="0" y="702363"/>
                    </a:moveTo>
                    <a:lnTo>
                      <a:pt x="310661" y="704692"/>
                    </a:lnTo>
                    <a:cubicBezTo>
                      <a:pt x="438745" y="666966"/>
                      <a:pt x="608280" y="616664"/>
                      <a:pt x="653925" y="598499"/>
                    </a:cubicBezTo>
                    <a:cubicBezTo>
                      <a:pt x="727049" y="569157"/>
                      <a:pt x="931982" y="427566"/>
                      <a:pt x="931982" y="427566"/>
                    </a:cubicBezTo>
                    <a:lnTo>
                      <a:pt x="731706" y="490909"/>
                    </a:lnTo>
                    <a:cubicBezTo>
                      <a:pt x="731706" y="490909"/>
                      <a:pt x="717268" y="437347"/>
                      <a:pt x="780611" y="412662"/>
                    </a:cubicBezTo>
                    <a:cubicBezTo>
                      <a:pt x="843954" y="388442"/>
                      <a:pt x="1337192" y="149043"/>
                      <a:pt x="1410316" y="124823"/>
                    </a:cubicBezTo>
                    <a:cubicBezTo>
                      <a:pt x="1483440" y="100604"/>
                      <a:pt x="1703278" y="66138"/>
                      <a:pt x="1756841" y="66138"/>
                    </a:cubicBezTo>
                    <a:cubicBezTo>
                      <a:pt x="1810403" y="66138"/>
                      <a:pt x="2132707" y="27014"/>
                      <a:pt x="2132707" y="27014"/>
                    </a:cubicBezTo>
                    <a:cubicBezTo>
                      <a:pt x="2132707" y="27014"/>
                      <a:pt x="2165777" y="15836"/>
                      <a:pt x="2211420" y="0"/>
                    </a:cubicBezTo>
                    <a:cubicBezTo>
                      <a:pt x="2059117" y="18165"/>
                      <a:pt x="1938486" y="31206"/>
                      <a:pt x="1893773" y="32603"/>
                    </a:cubicBezTo>
                    <a:cubicBezTo>
                      <a:pt x="1742868" y="38192"/>
                      <a:pt x="1629222" y="48905"/>
                      <a:pt x="1489030" y="81042"/>
                    </a:cubicBezTo>
                    <a:cubicBezTo>
                      <a:pt x="1348836" y="113645"/>
                      <a:pt x="787131" y="345593"/>
                      <a:pt x="668829" y="442470"/>
                    </a:cubicBezTo>
                    <a:cubicBezTo>
                      <a:pt x="550527" y="540745"/>
                      <a:pt x="16302" y="697240"/>
                      <a:pt x="0" y="70236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37"/>
              <p:cNvSpPr/>
              <p:nvPr/>
            </p:nvSpPr>
            <p:spPr>
              <a:xfrm>
                <a:off x="4469250" y="4236014"/>
                <a:ext cx="4732323" cy="1033946"/>
              </a:xfrm>
              <a:custGeom>
                <a:rect b="b" l="l" r="r" t="t"/>
                <a:pathLst>
                  <a:path extrusionOk="0" h="674679" w="3087976">
                    <a:moveTo>
                      <a:pt x="3053045" y="674679"/>
                    </a:moveTo>
                    <a:lnTo>
                      <a:pt x="3087977" y="17029"/>
                    </a:lnTo>
                    <a:cubicBezTo>
                      <a:pt x="3031155" y="8179"/>
                      <a:pt x="2904002" y="-9054"/>
                      <a:pt x="2841125" y="5851"/>
                    </a:cubicBezTo>
                    <a:cubicBezTo>
                      <a:pt x="2758221" y="25412"/>
                      <a:pt x="2589150" y="29604"/>
                      <a:pt x="2360929" y="29604"/>
                    </a:cubicBezTo>
                    <a:cubicBezTo>
                      <a:pt x="2132707" y="29604"/>
                      <a:pt x="1338123" y="-10451"/>
                      <a:pt x="1246369" y="5851"/>
                    </a:cubicBezTo>
                    <a:cubicBezTo>
                      <a:pt x="1155080" y="22152"/>
                      <a:pt x="1026065" y="49166"/>
                      <a:pt x="958996" y="92482"/>
                    </a:cubicBezTo>
                    <a:cubicBezTo>
                      <a:pt x="891927" y="135797"/>
                      <a:pt x="1013956" y="163277"/>
                      <a:pt x="1120614" y="214510"/>
                    </a:cubicBezTo>
                    <a:cubicBezTo>
                      <a:pt x="1226807" y="265744"/>
                      <a:pt x="1301794" y="261552"/>
                      <a:pt x="1396343" y="304867"/>
                    </a:cubicBezTo>
                    <a:cubicBezTo>
                      <a:pt x="1490892" y="348183"/>
                      <a:pt x="1439659" y="418978"/>
                      <a:pt x="1420097" y="458568"/>
                    </a:cubicBezTo>
                    <a:cubicBezTo>
                      <a:pt x="1400535" y="498157"/>
                      <a:pt x="1010695" y="501883"/>
                      <a:pt x="904503" y="513527"/>
                    </a:cubicBezTo>
                    <a:cubicBezTo>
                      <a:pt x="798310" y="525171"/>
                      <a:pt x="695843" y="517253"/>
                      <a:pt x="695843" y="517253"/>
                    </a:cubicBezTo>
                    <a:lnTo>
                      <a:pt x="814145" y="347717"/>
                    </a:lnTo>
                    <a:cubicBezTo>
                      <a:pt x="814145" y="347717"/>
                      <a:pt x="833707" y="296484"/>
                      <a:pt x="759186" y="320238"/>
                    </a:cubicBezTo>
                    <a:cubicBezTo>
                      <a:pt x="684199" y="343991"/>
                      <a:pt x="526773" y="395224"/>
                      <a:pt x="452251" y="418512"/>
                    </a:cubicBezTo>
                    <a:cubicBezTo>
                      <a:pt x="377264" y="442266"/>
                      <a:pt x="117371" y="623446"/>
                      <a:pt x="117371" y="623446"/>
                    </a:cubicBezTo>
                    <a:cubicBezTo>
                      <a:pt x="117371" y="623446"/>
                      <a:pt x="65206" y="636022"/>
                      <a:pt x="0" y="651857"/>
                    </a:cubicBezTo>
                    <a:lnTo>
                      <a:pt x="3053045" y="67467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7"/>
              <p:cNvSpPr/>
              <p:nvPr/>
            </p:nvSpPr>
            <p:spPr>
              <a:xfrm>
                <a:off x="6142657" y="2921704"/>
                <a:ext cx="330600" cy="270171"/>
              </a:xfrm>
              <a:custGeom>
                <a:rect b="b" l="l" r="r" t="t"/>
                <a:pathLst>
                  <a:path extrusionOk="0" h="176294" w="215726">
                    <a:moveTo>
                      <a:pt x="183588" y="167673"/>
                    </a:moveTo>
                    <a:cubicBezTo>
                      <a:pt x="181726" y="162550"/>
                      <a:pt x="159369" y="153700"/>
                      <a:pt x="119314" y="148577"/>
                    </a:cubicBezTo>
                    <a:cubicBezTo>
                      <a:pt x="79259" y="143454"/>
                      <a:pt x="6600" y="184906"/>
                      <a:pt x="1477" y="174659"/>
                    </a:cubicBezTo>
                    <a:cubicBezTo>
                      <a:pt x="-3646" y="164413"/>
                      <a:pt x="4737" y="143454"/>
                      <a:pt x="23834" y="138330"/>
                    </a:cubicBezTo>
                    <a:cubicBezTo>
                      <a:pt x="42929" y="133207"/>
                      <a:pt x="101615" y="121097"/>
                      <a:pt x="96492" y="117371"/>
                    </a:cubicBezTo>
                    <a:cubicBezTo>
                      <a:pt x="91369" y="114111"/>
                      <a:pt x="51313" y="91289"/>
                      <a:pt x="51313" y="91289"/>
                    </a:cubicBezTo>
                    <a:lnTo>
                      <a:pt x="87643" y="68932"/>
                    </a:lnTo>
                    <a:lnTo>
                      <a:pt x="101615" y="27480"/>
                    </a:lnTo>
                    <a:cubicBezTo>
                      <a:pt x="101615" y="27480"/>
                      <a:pt x="125835" y="34466"/>
                      <a:pt x="137945" y="36329"/>
                    </a:cubicBezTo>
                    <a:cubicBezTo>
                      <a:pt x="150054" y="38192"/>
                      <a:pt x="188246" y="0"/>
                      <a:pt x="188246" y="0"/>
                    </a:cubicBezTo>
                    <a:lnTo>
                      <a:pt x="215726" y="136933"/>
                    </a:lnTo>
                    <a:lnTo>
                      <a:pt x="183588" y="16767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37"/>
              <p:cNvSpPr/>
              <p:nvPr/>
            </p:nvSpPr>
            <p:spPr>
              <a:xfrm>
                <a:off x="6143493" y="3017292"/>
                <a:ext cx="314060" cy="173812"/>
              </a:xfrm>
              <a:custGeom>
                <a:rect b="b" l="l" r="r" t="t"/>
                <a:pathLst>
                  <a:path extrusionOk="0" h="113417" w="204933">
                    <a:moveTo>
                      <a:pt x="204934" y="80110"/>
                    </a:moveTo>
                    <a:lnTo>
                      <a:pt x="174659" y="0"/>
                    </a:lnTo>
                    <a:lnTo>
                      <a:pt x="180713" y="59617"/>
                    </a:lnTo>
                    <a:cubicBezTo>
                      <a:pt x="180713" y="59617"/>
                      <a:pt x="170002" y="51699"/>
                      <a:pt x="163015" y="47973"/>
                    </a:cubicBezTo>
                    <a:cubicBezTo>
                      <a:pt x="156029" y="44247"/>
                      <a:pt x="126686" y="38192"/>
                      <a:pt x="112247" y="34466"/>
                    </a:cubicBezTo>
                    <a:cubicBezTo>
                      <a:pt x="97809" y="30740"/>
                      <a:pt x="56356" y="26548"/>
                      <a:pt x="56356" y="26548"/>
                    </a:cubicBezTo>
                    <a:lnTo>
                      <a:pt x="54959" y="26548"/>
                    </a:lnTo>
                    <a:lnTo>
                      <a:pt x="51233" y="28877"/>
                    </a:lnTo>
                    <a:cubicBezTo>
                      <a:pt x="51233" y="28877"/>
                      <a:pt x="91288" y="51233"/>
                      <a:pt x="96412" y="54959"/>
                    </a:cubicBezTo>
                    <a:lnTo>
                      <a:pt x="145781" y="68466"/>
                    </a:lnTo>
                    <a:cubicBezTo>
                      <a:pt x="145781" y="68466"/>
                      <a:pt x="113645" y="66603"/>
                      <a:pt x="87097" y="72193"/>
                    </a:cubicBezTo>
                    <a:cubicBezTo>
                      <a:pt x="65671" y="76850"/>
                      <a:pt x="17698" y="96878"/>
                      <a:pt x="0" y="104330"/>
                    </a:cubicBezTo>
                    <a:cubicBezTo>
                      <a:pt x="0" y="107124"/>
                      <a:pt x="465" y="109453"/>
                      <a:pt x="1396" y="111782"/>
                    </a:cubicBezTo>
                    <a:cubicBezTo>
                      <a:pt x="6520" y="122029"/>
                      <a:pt x="79179" y="80576"/>
                      <a:pt x="119233" y="85699"/>
                    </a:cubicBezTo>
                    <a:cubicBezTo>
                      <a:pt x="151371" y="89891"/>
                      <a:pt x="172331" y="96412"/>
                      <a:pt x="180248" y="101535"/>
                    </a:cubicBezTo>
                    <a:lnTo>
                      <a:pt x="204934" y="8011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37"/>
              <p:cNvSpPr/>
              <p:nvPr/>
            </p:nvSpPr>
            <p:spPr>
              <a:xfrm>
                <a:off x="5992976" y="3109616"/>
                <a:ext cx="1525875" cy="1431602"/>
              </a:xfrm>
              <a:custGeom>
                <a:rect b="b" l="l" r="r" t="t"/>
                <a:pathLst>
                  <a:path extrusionOk="0" h="934161" w="995677">
                    <a:moveTo>
                      <a:pt x="608281" y="934115"/>
                    </a:moveTo>
                    <a:cubicBezTo>
                      <a:pt x="596171" y="934581"/>
                      <a:pt x="287373" y="931787"/>
                      <a:pt x="214249" y="912225"/>
                    </a:cubicBezTo>
                    <a:cubicBezTo>
                      <a:pt x="141125" y="892663"/>
                      <a:pt x="0" y="860991"/>
                      <a:pt x="0" y="817210"/>
                    </a:cubicBezTo>
                    <a:cubicBezTo>
                      <a:pt x="0" y="773429"/>
                      <a:pt x="34001" y="751538"/>
                      <a:pt x="39123" y="705428"/>
                    </a:cubicBezTo>
                    <a:cubicBezTo>
                      <a:pt x="43781" y="659318"/>
                      <a:pt x="24685" y="498631"/>
                      <a:pt x="39123" y="435288"/>
                    </a:cubicBezTo>
                    <a:cubicBezTo>
                      <a:pt x="53562" y="371945"/>
                      <a:pt x="190030" y="242930"/>
                      <a:pt x="211920" y="206601"/>
                    </a:cubicBezTo>
                    <a:cubicBezTo>
                      <a:pt x="233810" y="170272"/>
                      <a:pt x="270140" y="36133"/>
                      <a:pt x="270140" y="36133"/>
                    </a:cubicBezTo>
                    <a:cubicBezTo>
                      <a:pt x="270140" y="36133"/>
                      <a:pt x="294359" y="14243"/>
                      <a:pt x="306469" y="6791"/>
                    </a:cubicBezTo>
                    <a:cubicBezTo>
                      <a:pt x="318578" y="-661"/>
                      <a:pt x="496033" y="33339"/>
                      <a:pt x="542608" y="16572"/>
                    </a:cubicBezTo>
                    <a:cubicBezTo>
                      <a:pt x="588718" y="-661"/>
                      <a:pt x="686062" y="-12771"/>
                      <a:pt x="744282" y="24024"/>
                    </a:cubicBezTo>
                    <a:cubicBezTo>
                      <a:pt x="802502" y="60353"/>
                      <a:pt x="919406" y="230820"/>
                      <a:pt x="951078" y="357041"/>
                    </a:cubicBezTo>
                    <a:cubicBezTo>
                      <a:pt x="982750" y="483261"/>
                      <a:pt x="1006969" y="629510"/>
                      <a:pt x="990203" y="661181"/>
                    </a:cubicBezTo>
                    <a:cubicBezTo>
                      <a:pt x="972969" y="693318"/>
                      <a:pt x="827187" y="922006"/>
                      <a:pt x="608281" y="9341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37"/>
              <p:cNvSpPr/>
              <p:nvPr/>
            </p:nvSpPr>
            <p:spPr>
              <a:xfrm>
                <a:off x="6392455" y="3119888"/>
                <a:ext cx="125624" cy="185710"/>
              </a:xfrm>
              <a:custGeom>
                <a:rect b="b" l="l" r="r" t="t"/>
                <a:pathLst>
                  <a:path extrusionOk="0" h="121181" w="81973">
                    <a:moveTo>
                      <a:pt x="18630" y="44797"/>
                    </a:moveTo>
                    <a:lnTo>
                      <a:pt x="32603" y="121181"/>
                    </a:lnTo>
                    <a:lnTo>
                      <a:pt x="49836" y="24303"/>
                    </a:lnTo>
                    <a:lnTo>
                      <a:pt x="81974" y="1947"/>
                    </a:lnTo>
                    <a:cubicBezTo>
                      <a:pt x="62411" y="84"/>
                      <a:pt x="48905" y="-848"/>
                      <a:pt x="45645" y="1015"/>
                    </a:cubicBezTo>
                    <a:cubicBezTo>
                      <a:pt x="33534" y="8468"/>
                      <a:pt x="9315" y="30358"/>
                      <a:pt x="9315" y="30358"/>
                    </a:cubicBezTo>
                    <a:cubicBezTo>
                      <a:pt x="9315" y="30358"/>
                      <a:pt x="5589" y="43400"/>
                      <a:pt x="0" y="62961"/>
                    </a:cubicBezTo>
                    <a:cubicBezTo>
                      <a:pt x="9781" y="53180"/>
                      <a:pt x="18630" y="44797"/>
                      <a:pt x="18630" y="447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37"/>
              <p:cNvSpPr/>
              <p:nvPr/>
            </p:nvSpPr>
            <p:spPr>
              <a:xfrm>
                <a:off x="6044474" y="3757041"/>
                <a:ext cx="303930" cy="490303"/>
              </a:xfrm>
              <a:custGeom>
                <a:rect b="b" l="l" r="r" t="t"/>
                <a:pathLst>
                  <a:path extrusionOk="0" h="319937" w="198323">
                    <a:moveTo>
                      <a:pt x="1308" y="302743"/>
                    </a:moveTo>
                    <a:cubicBezTo>
                      <a:pt x="44157" y="324168"/>
                      <a:pt x="198324" y="319510"/>
                      <a:pt x="198324" y="319510"/>
                    </a:cubicBezTo>
                    <a:lnTo>
                      <a:pt x="132652" y="249646"/>
                    </a:lnTo>
                    <a:lnTo>
                      <a:pt x="22733" y="128084"/>
                    </a:lnTo>
                    <a:cubicBezTo>
                      <a:pt x="22733" y="128084"/>
                      <a:pt x="9226" y="37726"/>
                      <a:pt x="9692" y="0"/>
                    </a:cubicBezTo>
                    <a:cubicBezTo>
                      <a:pt x="7828" y="4658"/>
                      <a:pt x="6432" y="8850"/>
                      <a:pt x="5499" y="13041"/>
                    </a:cubicBezTo>
                    <a:cubicBezTo>
                      <a:pt x="-8939" y="76384"/>
                      <a:pt x="10157" y="236605"/>
                      <a:pt x="5499" y="283181"/>
                    </a:cubicBezTo>
                    <a:cubicBezTo>
                      <a:pt x="4568" y="290167"/>
                      <a:pt x="3170" y="296688"/>
                      <a:pt x="1308" y="3027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37"/>
              <p:cNvSpPr/>
              <p:nvPr/>
            </p:nvSpPr>
            <p:spPr>
              <a:xfrm>
                <a:off x="6407435" y="3337589"/>
                <a:ext cx="1110842" cy="1202807"/>
              </a:xfrm>
              <a:custGeom>
                <a:rect b="b" l="l" r="r" t="t"/>
                <a:pathLst>
                  <a:path extrusionOk="0" h="784866" w="724856">
                    <a:moveTo>
                      <a:pt x="680472" y="209125"/>
                    </a:moveTo>
                    <a:cubicBezTo>
                      <a:pt x="663706" y="142988"/>
                      <a:pt x="624116" y="64740"/>
                      <a:pt x="581265" y="0"/>
                    </a:cubicBezTo>
                    <a:cubicBezTo>
                      <a:pt x="557046" y="36795"/>
                      <a:pt x="517923" y="104796"/>
                      <a:pt x="502553" y="123892"/>
                    </a:cubicBezTo>
                    <a:cubicBezTo>
                      <a:pt x="482991" y="148111"/>
                      <a:pt x="325098" y="194221"/>
                      <a:pt x="273865" y="240797"/>
                    </a:cubicBezTo>
                    <a:cubicBezTo>
                      <a:pt x="222632" y="286907"/>
                      <a:pt x="217974" y="411264"/>
                      <a:pt x="193755" y="486252"/>
                    </a:cubicBezTo>
                    <a:cubicBezTo>
                      <a:pt x="169536" y="561705"/>
                      <a:pt x="91754" y="561705"/>
                      <a:pt x="72193" y="576143"/>
                    </a:cubicBezTo>
                    <a:cubicBezTo>
                      <a:pt x="52630" y="590581"/>
                      <a:pt x="96412" y="629705"/>
                      <a:pt x="103863" y="644144"/>
                    </a:cubicBezTo>
                    <a:cubicBezTo>
                      <a:pt x="111316" y="658582"/>
                      <a:pt x="113645" y="670692"/>
                      <a:pt x="103863" y="702363"/>
                    </a:cubicBezTo>
                    <a:cubicBezTo>
                      <a:pt x="94083" y="734035"/>
                      <a:pt x="47972" y="758254"/>
                      <a:pt x="20959" y="768035"/>
                    </a:cubicBezTo>
                    <a:cubicBezTo>
                      <a:pt x="16767" y="769433"/>
                      <a:pt x="9315" y="770830"/>
                      <a:pt x="0" y="771762"/>
                    </a:cubicBezTo>
                    <a:cubicBezTo>
                      <a:pt x="114576" y="783405"/>
                      <a:pt x="327427" y="785268"/>
                      <a:pt x="337209" y="784803"/>
                    </a:cubicBezTo>
                    <a:cubicBezTo>
                      <a:pt x="556115" y="772693"/>
                      <a:pt x="701898" y="544006"/>
                      <a:pt x="719130" y="512334"/>
                    </a:cubicBezTo>
                    <a:cubicBezTo>
                      <a:pt x="736363" y="481128"/>
                      <a:pt x="712144" y="335346"/>
                      <a:pt x="680472" y="2091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37"/>
              <p:cNvSpPr/>
              <p:nvPr/>
            </p:nvSpPr>
            <p:spPr>
              <a:xfrm>
                <a:off x="6234781" y="3342582"/>
                <a:ext cx="209156" cy="338630"/>
              </a:xfrm>
              <a:custGeom>
                <a:rect b="b" l="l" r="r" t="t"/>
                <a:pathLst>
                  <a:path extrusionOk="0" h="220966" w="136480">
                    <a:moveTo>
                      <a:pt x="115522" y="125755"/>
                    </a:moveTo>
                    <a:cubicBezTo>
                      <a:pt x="108070" y="142988"/>
                      <a:pt x="-8369" y="231948"/>
                      <a:pt x="480" y="219838"/>
                    </a:cubicBezTo>
                    <a:cubicBezTo>
                      <a:pt x="9329" y="207728"/>
                      <a:pt x="63357" y="162084"/>
                      <a:pt x="94563" y="129015"/>
                    </a:cubicBezTo>
                    <a:cubicBezTo>
                      <a:pt x="125768" y="95946"/>
                      <a:pt x="132755" y="5123"/>
                      <a:pt x="136481" y="0"/>
                    </a:cubicBezTo>
                    <a:cubicBezTo>
                      <a:pt x="136481" y="0"/>
                      <a:pt x="131358" y="88960"/>
                      <a:pt x="115522" y="125755"/>
                    </a:cubicBez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37"/>
              <p:cNvSpPr/>
              <p:nvPr/>
            </p:nvSpPr>
            <p:spPr>
              <a:xfrm>
                <a:off x="6443878" y="3256980"/>
                <a:ext cx="360476" cy="1055672"/>
              </a:xfrm>
              <a:custGeom>
                <a:rect b="b" l="l" r="r" t="t"/>
                <a:pathLst>
                  <a:path extrusionOk="0" h="688856" w="235221">
                    <a:moveTo>
                      <a:pt x="29768" y="688857"/>
                    </a:moveTo>
                    <a:cubicBezTo>
                      <a:pt x="29768" y="688857"/>
                      <a:pt x="-15411" y="435950"/>
                      <a:pt x="5548" y="380059"/>
                    </a:cubicBezTo>
                    <a:cubicBezTo>
                      <a:pt x="26507" y="324168"/>
                      <a:pt x="77275" y="282249"/>
                      <a:pt x="83795" y="209126"/>
                    </a:cubicBezTo>
                    <a:cubicBezTo>
                      <a:pt x="90782" y="136001"/>
                      <a:pt x="71686" y="0"/>
                      <a:pt x="71686" y="0"/>
                    </a:cubicBezTo>
                    <a:cubicBezTo>
                      <a:pt x="71686" y="0"/>
                      <a:pt x="129440" y="177920"/>
                      <a:pt x="153659" y="202139"/>
                    </a:cubicBezTo>
                    <a:cubicBezTo>
                      <a:pt x="177878" y="226358"/>
                      <a:pt x="204428" y="259893"/>
                      <a:pt x="214674" y="301346"/>
                    </a:cubicBezTo>
                    <a:cubicBezTo>
                      <a:pt x="224920" y="343264"/>
                      <a:pt x="236098" y="591047"/>
                      <a:pt x="235167" y="581266"/>
                    </a:cubicBezTo>
                    <a:cubicBezTo>
                      <a:pt x="233769" y="571485"/>
                      <a:pt x="200701" y="304606"/>
                      <a:pt x="192317" y="287373"/>
                    </a:cubicBezTo>
                    <a:cubicBezTo>
                      <a:pt x="183933" y="270140"/>
                      <a:pt x="140153" y="217509"/>
                      <a:pt x="140153" y="217509"/>
                    </a:cubicBezTo>
                    <a:lnTo>
                      <a:pt x="110343" y="144385"/>
                    </a:lnTo>
                    <a:cubicBezTo>
                      <a:pt x="110343" y="144385"/>
                      <a:pt x="98234" y="254304"/>
                      <a:pt x="86124" y="271537"/>
                    </a:cubicBezTo>
                    <a:cubicBezTo>
                      <a:pt x="74015" y="288770"/>
                      <a:pt x="19987" y="384716"/>
                      <a:pt x="19987" y="384716"/>
                    </a:cubicBezTo>
                    <a:lnTo>
                      <a:pt x="29768" y="688857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37"/>
              <p:cNvSpPr/>
              <p:nvPr/>
            </p:nvSpPr>
            <p:spPr>
              <a:xfrm>
                <a:off x="6654969" y="3299782"/>
                <a:ext cx="443967" cy="454673"/>
              </a:xfrm>
              <a:custGeom>
                <a:rect b="b" l="l" r="r" t="t"/>
                <a:pathLst>
                  <a:path extrusionOk="0" h="296687" w="289701">
                    <a:moveTo>
                      <a:pt x="289701" y="296688"/>
                    </a:moveTo>
                    <a:cubicBezTo>
                      <a:pt x="286441" y="287839"/>
                      <a:pt x="205865" y="165810"/>
                      <a:pt x="205865" y="165810"/>
                    </a:cubicBezTo>
                    <a:lnTo>
                      <a:pt x="0" y="0"/>
                    </a:lnTo>
                    <a:lnTo>
                      <a:pt x="219838" y="151837"/>
                    </a:lnTo>
                    <a:lnTo>
                      <a:pt x="289701" y="296688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37"/>
              <p:cNvSpPr/>
              <p:nvPr/>
            </p:nvSpPr>
            <p:spPr>
              <a:xfrm>
                <a:off x="6753412" y="3209185"/>
                <a:ext cx="531761" cy="359028"/>
              </a:xfrm>
              <a:custGeom>
                <a:rect b="b" l="l" r="r" t="t"/>
                <a:pathLst>
                  <a:path extrusionOk="0" h="234276" w="346989">
                    <a:moveTo>
                      <a:pt x="346990" y="234276"/>
                    </a:moveTo>
                    <a:cubicBezTo>
                      <a:pt x="342332" y="230085"/>
                      <a:pt x="301810" y="94083"/>
                      <a:pt x="226824" y="62877"/>
                    </a:cubicBezTo>
                    <a:cubicBezTo>
                      <a:pt x="151837" y="31672"/>
                      <a:pt x="0" y="0"/>
                      <a:pt x="0" y="0"/>
                    </a:cubicBezTo>
                    <a:cubicBezTo>
                      <a:pt x="0" y="0"/>
                      <a:pt x="237071" y="52165"/>
                      <a:pt x="244057" y="52165"/>
                    </a:cubicBezTo>
                    <a:cubicBezTo>
                      <a:pt x="251043" y="52165"/>
                      <a:pt x="296222" y="94083"/>
                      <a:pt x="310194" y="115042"/>
                    </a:cubicBezTo>
                    <a:cubicBezTo>
                      <a:pt x="324633" y="136001"/>
                      <a:pt x="346990" y="234276"/>
                      <a:pt x="346990" y="234276"/>
                    </a:cubicBez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37"/>
              <p:cNvSpPr/>
              <p:nvPr/>
            </p:nvSpPr>
            <p:spPr>
              <a:xfrm>
                <a:off x="6251394" y="3057955"/>
                <a:ext cx="181114" cy="62097"/>
              </a:xfrm>
              <a:custGeom>
                <a:rect b="b" l="l" r="r" t="t"/>
                <a:pathLst>
                  <a:path extrusionOk="0" h="40520" w="118182">
                    <a:moveTo>
                      <a:pt x="118182" y="40521"/>
                    </a:moveTo>
                    <a:cubicBezTo>
                      <a:pt x="118182" y="40521"/>
                      <a:pt x="63688" y="26548"/>
                      <a:pt x="51579" y="19562"/>
                    </a:cubicBezTo>
                    <a:cubicBezTo>
                      <a:pt x="39469" y="13041"/>
                      <a:pt x="-4312" y="0"/>
                      <a:pt x="345" y="0"/>
                    </a:cubicBezTo>
                    <a:cubicBezTo>
                      <a:pt x="5003" y="0"/>
                      <a:pt x="69278" y="13041"/>
                      <a:pt x="69278" y="13041"/>
                    </a:cubicBezTo>
                    <a:lnTo>
                      <a:pt x="118182" y="40521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37"/>
              <p:cNvSpPr/>
              <p:nvPr/>
            </p:nvSpPr>
            <p:spPr>
              <a:xfrm>
                <a:off x="6336812" y="2994466"/>
                <a:ext cx="95646" cy="92076"/>
              </a:xfrm>
              <a:custGeom>
                <a:rect b="b" l="l" r="r" t="t"/>
                <a:pathLst>
                  <a:path extrusionOk="0" h="60082" w="62412">
                    <a:moveTo>
                      <a:pt x="62412" y="60083"/>
                    </a:moveTo>
                    <a:cubicBezTo>
                      <a:pt x="61480" y="56823"/>
                      <a:pt x="36329" y="34000"/>
                      <a:pt x="28412" y="25151"/>
                    </a:cubicBezTo>
                    <a:cubicBezTo>
                      <a:pt x="20959" y="16302"/>
                      <a:pt x="0" y="0"/>
                      <a:pt x="0" y="0"/>
                    </a:cubicBezTo>
                    <a:cubicBezTo>
                      <a:pt x="0" y="0"/>
                      <a:pt x="44713" y="24219"/>
                      <a:pt x="47973" y="27480"/>
                    </a:cubicBezTo>
                    <a:cubicBezTo>
                      <a:pt x="51233" y="30740"/>
                      <a:pt x="62412" y="60083"/>
                      <a:pt x="62412" y="60083"/>
                    </a:cubicBez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37"/>
              <p:cNvSpPr/>
              <p:nvPr/>
            </p:nvSpPr>
            <p:spPr>
              <a:xfrm>
                <a:off x="8653759" y="3008732"/>
                <a:ext cx="354060" cy="320484"/>
              </a:xfrm>
              <a:custGeom>
                <a:rect b="b" l="l" r="r" t="t"/>
                <a:pathLst>
                  <a:path extrusionOk="0" h="209125" w="231034">
                    <a:moveTo>
                      <a:pt x="18" y="129015"/>
                    </a:moveTo>
                    <a:cubicBezTo>
                      <a:pt x="18" y="129015"/>
                      <a:pt x="-2311" y="61014"/>
                      <a:pt x="46128" y="39124"/>
                    </a:cubicBezTo>
                    <a:cubicBezTo>
                      <a:pt x="94567" y="17233"/>
                      <a:pt x="209143" y="0"/>
                      <a:pt x="218924" y="0"/>
                    </a:cubicBezTo>
                    <a:cubicBezTo>
                      <a:pt x="228706" y="0"/>
                      <a:pt x="189581" y="34000"/>
                      <a:pt x="197034" y="36329"/>
                    </a:cubicBezTo>
                    <a:cubicBezTo>
                      <a:pt x="204485" y="38658"/>
                      <a:pt x="236157" y="46110"/>
                      <a:pt x="223582" y="68001"/>
                    </a:cubicBezTo>
                    <a:cubicBezTo>
                      <a:pt x="211472" y="89891"/>
                      <a:pt x="167691" y="26548"/>
                      <a:pt x="199363" y="80110"/>
                    </a:cubicBezTo>
                    <a:cubicBezTo>
                      <a:pt x="231034" y="133673"/>
                      <a:pt x="231034" y="133673"/>
                      <a:pt x="231034" y="133673"/>
                    </a:cubicBezTo>
                    <a:lnTo>
                      <a:pt x="209143" y="209126"/>
                    </a:lnTo>
                    <a:cubicBezTo>
                      <a:pt x="209143" y="209126"/>
                      <a:pt x="172815" y="145782"/>
                      <a:pt x="136019" y="121563"/>
                    </a:cubicBezTo>
                    <a:cubicBezTo>
                      <a:pt x="99690" y="97344"/>
                      <a:pt x="43799" y="133673"/>
                      <a:pt x="43799" y="133673"/>
                    </a:cubicBezTo>
                    <a:lnTo>
                      <a:pt x="18" y="12901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37"/>
              <p:cNvSpPr/>
              <p:nvPr/>
            </p:nvSpPr>
            <p:spPr>
              <a:xfrm>
                <a:off x="8655214" y="3117163"/>
                <a:ext cx="324767" cy="211991"/>
              </a:xfrm>
              <a:custGeom>
                <a:rect b="b" l="l" r="r" t="t"/>
                <a:pathLst>
                  <a:path extrusionOk="0" h="138330" w="211920">
                    <a:moveTo>
                      <a:pt x="211920" y="125755"/>
                    </a:moveTo>
                    <a:cubicBezTo>
                      <a:pt x="202140" y="104796"/>
                      <a:pt x="189563" y="79645"/>
                      <a:pt x="186303" y="75453"/>
                    </a:cubicBezTo>
                    <a:cubicBezTo>
                      <a:pt x="180714" y="68466"/>
                      <a:pt x="153700" y="17233"/>
                      <a:pt x="153700" y="17233"/>
                    </a:cubicBezTo>
                    <a:cubicBezTo>
                      <a:pt x="153700" y="17233"/>
                      <a:pt x="115508" y="0"/>
                      <a:pt x="105262" y="0"/>
                    </a:cubicBezTo>
                    <a:cubicBezTo>
                      <a:pt x="95480" y="0"/>
                      <a:pt x="49836" y="32603"/>
                      <a:pt x="49836" y="32603"/>
                    </a:cubicBezTo>
                    <a:lnTo>
                      <a:pt x="466" y="40521"/>
                    </a:lnTo>
                    <a:cubicBezTo>
                      <a:pt x="466" y="41452"/>
                      <a:pt x="466" y="42384"/>
                      <a:pt x="0" y="42850"/>
                    </a:cubicBezTo>
                    <a:cubicBezTo>
                      <a:pt x="4658" y="46110"/>
                      <a:pt x="13973" y="53562"/>
                      <a:pt x="22823" y="60549"/>
                    </a:cubicBezTo>
                    <a:lnTo>
                      <a:pt x="42850" y="62877"/>
                    </a:lnTo>
                    <a:cubicBezTo>
                      <a:pt x="42850" y="62877"/>
                      <a:pt x="98741" y="26548"/>
                      <a:pt x="135070" y="50768"/>
                    </a:cubicBezTo>
                    <a:cubicBezTo>
                      <a:pt x="171399" y="74987"/>
                      <a:pt x="208194" y="138330"/>
                      <a:pt x="208194" y="138330"/>
                    </a:cubicBezTo>
                    <a:lnTo>
                      <a:pt x="211920" y="12575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37"/>
              <p:cNvSpPr/>
              <p:nvPr/>
            </p:nvSpPr>
            <p:spPr>
              <a:xfrm>
                <a:off x="7626331" y="3172884"/>
                <a:ext cx="1569813" cy="1310674"/>
              </a:xfrm>
              <a:custGeom>
                <a:rect b="b" l="l" r="r" t="t"/>
                <a:pathLst>
                  <a:path extrusionOk="0" h="855252" w="1024348">
                    <a:moveTo>
                      <a:pt x="28093" y="645023"/>
                    </a:moveTo>
                    <a:cubicBezTo>
                      <a:pt x="30421" y="652009"/>
                      <a:pt x="120313" y="760065"/>
                      <a:pt x="156642" y="784750"/>
                    </a:cubicBezTo>
                    <a:cubicBezTo>
                      <a:pt x="192505" y="809436"/>
                      <a:pt x="417932" y="861601"/>
                      <a:pt x="451933" y="854614"/>
                    </a:cubicBezTo>
                    <a:cubicBezTo>
                      <a:pt x="485933" y="847628"/>
                      <a:pt x="855280" y="849957"/>
                      <a:pt x="878101" y="838778"/>
                    </a:cubicBezTo>
                    <a:cubicBezTo>
                      <a:pt x="900458" y="827600"/>
                      <a:pt x="1006651" y="674366"/>
                      <a:pt x="1010842" y="649681"/>
                    </a:cubicBezTo>
                    <a:cubicBezTo>
                      <a:pt x="1015500" y="624995"/>
                      <a:pt x="1024349" y="381404"/>
                      <a:pt x="1024349" y="381404"/>
                    </a:cubicBezTo>
                    <a:cubicBezTo>
                      <a:pt x="1024349" y="381404"/>
                      <a:pt x="902787" y="275677"/>
                      <a:pt x="846430" y="214662"/>
                    </a:cubicBezTo>
                    <a:cubicBezTo>
                      <a:pt x="790074" y="153648"/>
                      <a:pt x="731388" y="29756"/>
                      <a:pt x="731388" y="20907"/>
                    </a:cubicBezTo>
                    <a:cubicBezTo>
                      <a:pt x="731388" y="12058"/>
                      <a:pt x="717881" y="7400"/>
                      <a:pt x="695524" y="414"/>
                    </a:cubicBezTo>
                    <a:cubicBezTo>
                      <a:pt x="673168" y="-6573"/>
                      <a:pt x="177135" y="77264"/>
                      <a:pt x="177135" y="77264"/>
                    </a:cubicBezTo>
                    <a:cubicBezTo>
                      <a:pt x="177135" y="77264"/>
                      <a:pt x="10393" y="208142"/>
                      <a:pt x="1545" y="228169"/>
                    </a:cubicBezTo>
                    <a:cubicBezTo>
                      <a:pt x="-7771" y="248663"/>
                      <a:pt x="28093" y="645023"/>
                      <a:pt x="28093" y="645023"/>
                    </a:cubicBezTo>
                    <a:close/>
                  </a:path>
                </a:pathLst>
              </a:custGeom>
              <a:solidFill>
                <a:srgbClr val="00464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37"/>
              <p:cNvSpPr/>
              <p:nvPr/>
            </p:nvSpPr>
            <p:spPr>
              <a:xfrm>
                <a:off x="7626331" y="3172884"/>
                <a:ext cx="1569813" cy="1310674"/>
              </a:xfrm>
              <a:custGeom>
                <a:rect b="b" l="l" r="r" t="t"/>
                <a:pathLst>
                  <a:path extrusionOk="0" h="855252" w="1024348">
                    <a:moveTo>
                      <a:pt x="28093" y="645023"/>
                    </a:moveTo>
                    <a:cubicBezTo>
                      <a:pt x="30421" y="652009"/>
                      <a:pt x="120313" y="760065"/>
                      <a:pt x="156642" y="784750"/>
                    </a:cubicBezTo>
                    <a:cubicBezTo>
                      <a:pt x="192505" y="809436"/>
                      <a:pt x="417932" y="861601"/>
                      <a:pt x="451933" y="854614"/>
                    </a:cubicBezTo>
                    <a:cubicBezTo>
                      <a:pt x="485933" y="847628"/>
                      <a:pt x="855280" y="849957"/>
                      <a:pt x="878101" y="838778"/>
                    </a:cubicBezTo>
                    <a:cubicBezTo>
                      <a:pt x="900458" y="827600"/>
                      <a:pt x="1006651" y="674366"/>
                      <a:pt x="1010842" y="649681"/>
                    </a:cubicBezTo>
                    <a:cubicBezTo>
                      <a:pt x="1015500" y="624995"/>
                      <a:pt x="1024349" y="381404"/>
                      <a:pt x="1024349" y="381404"/>
                    </a:cubicBezTo>
                    <a:cubicBezTo>
                      <a:pt x="1024349" y="381404"/>
                      <a:pt x="902787" y="275677"/>
                      <a:pt x="846430" y="214662"/>
                    </a:cubicBezTo>
                    <a:cubicBezTo>
                      <a:pt x="790074" y="153648"/>
                      <a:pt x="731388" y="29756"/>
                      <a:pt x="731388" y="20907"/>
                    </a:cubicBezTo>
                    <a:cubicBezTo>
                      <a:pt x="731388" y="12058"/>
                      <a:pt x="717881" y="7400"/>
                      <a:pt x="695524" y="414"/>
                    </a:cubicBezTo>
                    <a:cubicBezTo>
                      <a:pt x="673168" y="-6573"/>
                      <a:pt x="177135" y="77264"/>
                      <a:pt x="177135" y="77264"/>
                    </a:cubicBezTo>
                    <a:cubicBezTo>
                      <a:pt x="177135" y="77264"/>
                      <a:pt x="10393" y="208142"/>
                      <a:pt x="1545" y="228169"/>
                    </a:cubicBezTo>
                    <a:cubicBezTo>
                      <a:pt x="-7771" y="248663"/>
                      <a:pt x="28093" y="645023"/>
                      <a:pt x="28093" y="6450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37"/>
              <p:cNvSpPr/>
              <p:nvPr/>
            </p:nvSpPr>
            <p:spPr>
              <a:xfrm>
                <a:off x="7625771" y="3476693"/>
                <a:ext cx="1507565" cy="1007400"/>
              </a:xfrm>
              <a:custGeom>
                <a:rect b="b" l="l" r="r" t="t"/>
                <a:pathLst>
                  <a:path extrusionOk="0" h="657357" w="983729">
                    <a:moveTo>
                      <a:pt x="887317" y="544006"/>
                    </a:moveTo>
                    <a:cubicBezTo>
                      <a:pt x="851454" y="552855"/>
                      <a:pt x="806276" y="494635"/>
                      <a:pt x="799289" y="485320"/>
                    </a:cubicBezTo>
                    <a:cubicBezTo>
                      <a:pt x="792303" y="476471"/>
                      <a:pt x="727097" y="496498"/>
                      <a:pt x="697754" y="492307"/>
                    </a:cubicBezTo>
                    <a:cubicBezTo>
                      <a:pt x="668411" y="487649"/>
                      <a:pt x="585040" y="442936"/>
                      <a:pt x="571534" y="420114"/>
                    </a:cubicBezTo>
                    <a:cubicBezTo>
                      <a:pt x="558026" y="397292"/>
                      <a:pt x="411312" y="111316"/>
                      <a:pt x="377778" y="95480"/>
                    </a:cubicBezTo>
                    <a:cubicBezTo>
                      <a:pt x="347504" y="81508"/>
                      <a:pt x="92268" y="20959"/>
                      <a:pt x="30788" y="0"/>
                    </a:cubicBezTo>
                    <a:cubicBezTo>
                      <a:pt x="21007" y="8849"/>
                      <a:pt x="13089" y="16767"/>
                      <a:pt x="7500" y="22356"/>
                    </a:cubicBezTo>
                    <a:cubicBezTo>
                      <a:pt x="5171" y="28877"/>
                      <a:pt x="2843" y="36329"/>
                      <a:pt x="48" y="44247"/>
                    </a:cubicBezTo>
                    <a:cubicBezTo>
                      <a:pt x="-1349" y="118303"/>
                      <a:pt x="28459" y="447128"/>
                      <a:pt x="28459" y="447128"/>
                    </a:cubicBezTo>
                    <a:cubicBezTo>
                      <a:pt x="30788" y="454114"/>
                      <a:pt x="120680" y="562170"/>
                      <a:pt x="157009" y="586855"/>
                    </a:cubicBezTo>
                    <a:cubicBezTo>
                      <a:pt x="192872" y="611541"/>
                      <a:pt x="418299" y="663706"/>
                      <a:pt x="452299" y="656719"/>
                    </a:cubicBezTo>
                    <a:cubicBezTo>
                      <a:pt x="486300" y="649733"/>
                      <a:pt x="855646" y="652062"/>
                      <a:pt x="878468" y="640883"/>
                    </a:cubicBezTo>
                    <a:cubicBezTo>
                      <a:pt x="894303" y="632965"/>
                      <a:pt x="949729" y="557047"/>
                      <a:pt x="983730" y="503019"/>
                    </a:cubicBezTo>
                    <a:cubicBezTo>
                      <a:pt x="948332" y="518855"/>
                      <a:pt x="905947" y="538882"/>
                      <a:pt x="887317" y="5440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37"/>
              <p:cNvSpPr/>
              <p:nvPr/>
            </p:nvSpPr>
            <p:spPr>
              <a:xfrm>
                <a:off x="8561765" y="3173028"/>
                <a:ext cx="622410" cy="575077"/>
              </a:xfrm>
              <a:custGeom>
                <a:rect b="b" l="l" r="r" t="t"/>
                <a:pathLst>
                  <a:path extrusionOk="0" h="375254" w="406140">
                    <a:moveTo>
                      <a:pt x="235208" y="214568"/>
                    </a:moveTo>
                    <a:cubicBezTo>
                      <a:pt x="178851" y="153554"/>
                      <a:pt x="120165" y="29662"/>
                      <a:pt x="120165" y="20813"/>
                    </a:cubicBezTo>
                    <a:cubicBezTo>
                      <a:pt x="120165" y="11963"/>
                      <a:pt x="106658" y="7306"/>
                      <a:pt x="84302" y="319"/>
                    </a:cubicBezTo>
                    <a:cubicBezTo>
                      <a:pt x="78713" y="-1078"/>
                      <a:pt x="46576" y="2182"/>
                      <a:pt x="0" y="8703"/>
                    </a:cubicBezTo>
                    <a:cubicBezTo>
                      <a:pt x="25617" y="13826"/>
                      <a:pt x="60082" y="21744"/>
                      <a:pt x="60082" y="21744"/>
                    </a:cubicBezTo>
                    <a:lnTo>
                      <a:pt x="75918" y="80430"/>
                    </a:lnTo>
                    <a:cubicBezTo>
                      <a:pt x="75918" y="80430"/>
                      <a:pt x="106658" y="73443"/>
                      <a:pt x="114111" y="80430"/>
                    </a:cubicBezTo>
                    <a:cubicBezTo>
                      <a:pt x="121097" y="87416"/>
                      <a:pt x="135535" y="154020"/>
                      <a:pt x="156960" y="189417"/>
                    </a:cubicBezTo>
                    <a:cubicBezTo>
                      <a:pt x="178385" y="224815"/>
                      <a:pt x="249646" y="324953"/>
                      <a:pt x="256632" y="353364"/>
                    </a:cubicBezTo>
                    <a:cubicBezTo>
                      <a:pt x="263619" y="381775"/>
                      <a:pt x="320907" y="367803"/>
                      <a:pt x="341866" y="367803"/>
                    </a:cubicBezTo>
                    <a:cubicBezTo>
                      <a:pt x="354441" y="367803"/>
                      <a:pt x="383784" y="371994"/>
                      <a:pt x="406141" y="375255"/>
                    </a:cubicBezTo>
                    <a:cubicBezTo>
                      <a:pt x="379127" y="351501"/>
                      <a:pt x="283646" y="266733"/>
                      <a:pt x="235208" y="21456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37"/>
              <p:cNvSpPr/>
              <p:nvPr/>
            </p:nvSpPr>
            <p:spPr>
              <a:xfrm>
                <a:off x="8588159" y="3341064"/>
                <a:ext cx="251247" cy="1129281"/>
              </a:xfrm>
              <a:custGeom>
                <a:rect b="b" l="l" r="r" t="t"/>
                <a:pathLst>
                  <a:path extrusionOk="0" h="736888" w="163946">
                    <a:moveTo>
                      <a:pt x="33068" y="6114"/>
                    </a:moveTo>
                    <a:cubicBezTo>
                      <a:pt x="26082" y="15429"/>
                      <a:pt x="0" y="157951"/>
                      <a:pt x="0" y="157951"/>
                    </a:cubicBezTo>
                    <a:lnTo>
                      <a:pt x="64275" y="364282"/>
                    </a:lnTo>
                    <a:lnTo>
                      <a:pt x="47507" y="736889"/>
                    </a:lnTo>
                    <a:lnTo>
                      <a:pt x="95014" y="356830"/>
                    </a:lnTo>
                    <a:lnTo>
                      <a:pt x="35863" y="150499"/>
                    </a:lnTo>
                    <a:lnTo>
                      <a:pt x="54960" y="20087"/>
                    </a:lnTo>
                    <a:lnTo>
                      <a:pt x="163947" y="162609"/>
                    </a:lnTo>
                    <a:cubicBezTo>
                      <a:pt x="163947" y="162609"/>
                      <a:pt x="81041" y="13101"/>
                      <a:pt x="75919" y="3320"/>
                    </a:cubicBezTo>
                    <a:cubicBezTo>
                      <a:pt x="70795" y="-5530"/>
                      <a:pt x="33068" y="6114"/>
                      <a:pt x="33068" y="6114"/>
                    </a:cubicBez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37"/>
              <p:cNvSpPr/>
              <p:nvPr/>
            </p:nvSpPr>
            <p:spPr>
              <a:xfrm>
                <a:off x="7885505" y="3218458"/>
                <a:ext cx="763738" cy="881511"/>
              </a:xfrm>
              <a:custGeom>
                <a:rect b="b" l="l" r="r" t="t"/>
                <a:pathLst>
                  <a:path extrusionOk="0" h="575211" w="498361">
                    <a:moveTo>
                      <a:pt x="484389" y="27014"/>
                    </a:moveTo>
                    <a:cubicBezTo>
                      <a:pt x="475073" y="29343"/>
                      <a:pt x="244523" y="145782"/>
                      <a:pt x="228222" y="150440"/>
                    </a:cubicBezTo>
                    <a:cubicBezTo>
                      <a:pt x="211454" y="155098"/>
                      <a:pt x="85699" y="575211"/>
                      <a:pt x="85699" y="575211"/>
                    </a:cubicBezTo>
                    <a:lnTo>
                      <a:pt x="199810" y="142988"/>
                    </a:lnTo>
                    <a:lnTo>
                      <a:pt x="463429" y="17233"/>
                    </a:lnTo>
                    <a:cubicBezTo>
                      <a:pt x="463429" y="17233"/>
                      <a:pt x="259427" y="55425"/>
                      <a:pt x="230550" y="52631"/>
                    </a:cubicBezTo>
                    <a:cubicBezTo>
                      <a:pt x="202139" y="50302"/>
                      <a:pt x="107124" y="83371"/>
                      <a:pt x="90357" y="88028"/>
                    </a:cubicBezTo>
                    <a:cubicBezTo>
                      <a:pt x="73590" y="92686"/>
                      <a:pt x="0" y="183043"/>
                      <a:pt x="0" y="183043"/>
                    </a:cubicBezTo>
                    <a:lnTo>
                      <a:pt x="80576" y="68932"/>
                    </a:lnTo>
                    <a:lnTo>
                      <a:pt x="498361" y="0"/>
                    </a:lnTo>
                    <a:lnTo>
                      <a:pt x="484389" y="27014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37"/>
              <p:cNvSpPr/>
              <p:nvPr/>
            </p:nvSpPr>
            <p:spPr>
              <a:xfrm>
                <a:off x="8380573" y="3590829"/>
                <a:ext cx="61384" cy="673088"/>
              </a:xfrm>
              <a:custGeom>
                <a:rect b="b" l="l" r="r" t="t"/>
                <a:pathLst>
                  <a:path extrusionOk="0" h="439209" w="40055">
                    <a:moveTo>
                      <a:pt x="40056" y="0"/>
                    </a:moveTo>
                    <a:lnTo>
                      <a:pt x="0" y="151837"/>
                    </a:lnTo>
                    <a:lnTo>
                      <a:pt x="30741" y="439210"/>
                    </a:lnTo>
                    <a:lnTo>
                      <a:pt x="21425" y="151837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37"/>
              <p:cNvSpPr/>
              <p:nvPr/>
            </p:nvSpPr>
            <p:spPr>
              <a:xfrm>
                <a:off x="8940556" y="3797702"/>
                <a:ext cx="87080" cy="586008"/>
              </a:xfrm>
              <a:custGeom>
                <a:rect b="b" l="l" r="r" t="t"/>
                <a:pathLst>
                  <a:path extrusionOk="0" h="382387" w="56822">
                    <a:moveTo>
                      <a:pt x="0" y="0"/>
                    </a:moveTo>
                    <a:cubicBezTo>
                      <a:pt x="11644" y="16767"/>
                      <a:pt x="30741" y="111782"/>
                      <a:pt x="30741" y="111782"/>
                    </a:cubicBezTo>
                    <a:lnTo>
                      <a:pt x="9315" y="382388"/>
                    </a:lnTo>
                    <a:lnTo>
                      <a:pt x="56822" y="1117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37"/>
              <p:cNvSpPr/>
              <p:nvPr/>
            </p:nvSpPr>
            <p:spPr>
              <a:xfrm>
                <a:off x="8675188" y="3058047"/>
                <a:ext cx="176198" cy="124818"/>
              </a:xfrm>
              <a:custGeom>
                <a:rect b="b" l="l" r="r" t="t"/>
                <a:pathLst>
                  <a:path extrusionOk="0" h="81447" w="114974">
                    <a:moveTo>
                      <a:pt x="0" y="80050"/>
                    </a:moveTo>
                    <a:lnTo>
                      <a:pt x="25617" y="46050"/>
                    </a:lnTo>
                    <a:lnTo>
                      <a:pt x="46576" y="27885"/>
                    </a:lnTo>
                    <a:lnTo>
                      <a:pt x="67069" y="10186"/>
                    </a:lnTo>
                    <a:cubicBezTo>
                      <a:pt x="67069" y="10186"/>
                      <a:pt x="122495" y="-2389"/>
                      <a:pt x="114111" y="405"/>
                    </a:cubicBezTo>
                    <a:cubicBezTo>
                      <a:pt x="105727" y="3200"/>
                      <a:pt x="15835" y="81447"/>
                      <a:pt x="15835" y="81447"/>
                    </a:cubicBezTo>
                    <a:lnTo>
                      <a:pt x="0" y="80050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37"/>
              <p:cNvSpPr/>
              <p:nvPr/>
            </p:nvSpPr>
            <p:spPr>
              <a:xfrm>
                <a:off x="8790039" y="3112882"/>
                <a:ext cx="159170" cy="122054"/>
              </a:xfrm>
              <a:custGeom>
                <a:rect b="b" l="l" r="r" t="t"/>
                <a:pathLst>
                  <a:path extrusionOk="0" h="79644" w="103863">
                    <a:moveTo>
                      <a:pt x="0" y="17233"/>
                    </a:moveTo>
                    <a:cubicBezTo>
                      <a:pt x="6986" y="15836"/>
                      <a:pt x="61014" y="0"/>
                      <a:pt x="61014" y="0"/>
                    </a:cubicBezTo>
                    <a:lnTo>
                      <a:pt x="103863" y="79645"/>
                    </a:lnTo>
                    <a:lnTo>
                      <a:pt x="51233" y="15836"/>
                    </a:lnTo>
                    <a:lnTo>
                      <a:pt x="0" y="17233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37"/>
              <p:cNvSpPr/>
              <p:nvPr/>
            </p:nvSpPr>
            <p:spPr>
              <a:xfrm>
                <a:off x="6786858" y="3521633"/>
                <a:ext cx="1618207" cy="1410855"/>
              </a:xfrm>
              <a:custGeom>
                <a:rect b="b" l="l" r="r" t="t"/>
                <a:pathLst>
                  <a:path extrusionOk="0" h="920623" w="1055926">
                    <a:moveTo>
                      <a:pt x="290685" y="874228"/>
                    </a:moveTo>
                    <a:cubicBezTo>
                      <a:pt x="290685" y="874228"/>
                      <a:pt x="158411" y="841625"/>
                      <a:pt x="120219" y="833242"/>
                    </a:cubicBezTo>
                    <a:cubicBezTo>
                      <a:pt x="82025" y="824392"/>
                      <a:pt x="28929" y="839296"/>
                      <a:pt x="8437" y="786200"/>
                    </a:cubicBezTo>
                    <a:cubicBezTo>
                      <a:pt x="-12057" y="733104"/>
                      <a:pt x="11230" y="477402"/>
                      <a:pt x="11230" y="409402"/>
                    </a:cubicBezTo>
                    <a:cubicBezTo>
                      <a:pt x="11230" y="369812"/>
                      <a:pt x="14025" y="317647"/>
                      <a:pt x="16819" y="280387"/>
                    </a:cubicBezTo>
                    <a:cubicBezTo>
                      <a:pt x="18683" y="251975"/>
                      <a:pt x="33121" y="225427"/>
                      <a:pt x="55944" y="208660"/>
                    </a:cubicBezTo>
                    <a:cubicBezTo>
                      <a:pt x="123479" y="158824"/>
                      <a:pt x="271590" y="52631"/>
                      <a:pt x="373124" y="6055"/>
                    </a:cubicBezTo>
                    <a:cubicBezTo>
                      <a:pt x="373124" y="6055"/>
                      <a:pt x="458358" y="0"/>
                      <a:pt x="487701" y="0"/>
                    </a:cubicBezTo>
                    <a:cubicBezTo>
                      <a:pt x="517044" y="0"/>
                      <a:pt x="873349" y="70795"/>
                      <a:pt x="911541" y="114577"/>
                    </a:cubicBezTo>
                    <a:cubicBezTo>
                      <a:pt x="949733" y="158358"/>
                      <a:pt x="991187" y="308798"/>
                      <a:pt x="991187" y="308798"/>
                    </a:cubicBezTo>
                    <a:cubicBezTo>
                      <a:pt x="991187" y="308798"/>
                      <a:pt x="1055927" y="523512"/>
                      <a:pt x="1055927" y="561705"/>
                    </a:cubicBezTo>
                    <a:cubicBezTo>
                      <a:pt x="1055927" y="599897"/>
                      <a:pt x="997240" y="650199"/>
                      <a:pt x="905953" y="717734"/>
                    </a:cubicBezTo>
                    <a:cubicBezTo>
                      <a:pt x="814663" y="785268"/>
                      <a:pt x="685182" y="905900"/>
                      <a:pt x="608799" y="918010"/>
                    </a:cubicBezTo>
                    <a:cubicBezTo>
                      <a:pt x="531948" y="930119"/>
                      <a:pt x="314440" y="897516"/>
                      <a:pt x="290685" y="87422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37"/>
              <p:cNvSpPr/>
              <p:nvPr/>
            </p:nvSpPr>
            <p:spPr>
              <a:xfrm>
                <a:off x="6786225" y="4394780"/>
                <a:ext cx="1462525" cy="525336"/>
              </a:xfrm>
              <a:custGeom>
                <a:rect b="b" l="l" r="r" t="t"/>
                <a:pathLst>
                  <a:path extrusionOk="0" h="342797" w="954339">
                    <a:moveTo>
                      <a:pt x="915681" y="72658"/>
                    </a:moveTo>
                    <a:lnTo>
                      <a:pt x="745213" y="199344"/>
                    </a:lnTo>
                    <a:cubicBezTo>
                      <a:pt x="745213" y="199344"/>
                      <a:pt x="713541" y="104330"/>
                      <a:pt x="715870" y="94549"/>
                    </a:cubicBezTo>
                    <a:cubicBezTo>
                      <a:pt x="718199" y="84768"/>
                      <a:pt x="642746" y="269674"/>
                      <a:pt x="642746" y="269674"/>
                    </a:cubicBezTo>
                    <a:lnTo>
                      <a:pt x="628309" y="342798"/>
                    </a:lnTo>
                    <a:cubicBezTo>
                      <a:pt x="680938" y="325099"/>
                      <a:pt x="750802" y="270605"/>
                      <a:pt x="816474" y="217975"/>
                    </a:cubicBezTo>
                    <a:lnTo>
                      <a:pt x="820666" y="208660"/>
                    </a:lnTo>
                    <a:lnTo>
                      <a:pt x="954339" y="65206"/>
                    </a:lnTo>
                    <a:lnTo>
                      <a:pt x="915681" y="72658"/>
                    </a:lnTo>
                    <a:close/>
                    <a:moveTo>
                      <a:pt x="244058" y="272469"/>
                    </a:moveTo>
                    <a:lnTo>
                      <a:pt x="178386" y="233345"/>
                    </a:lnTo>
                    <a:lnTo>
                      <a:pt x="129947" y="0"/>
                    </a:lnTo>
                    <a:lnTo>
                      <a:pt x="133672" y="189098"/>
                    </a:lnTo>
                    <a:lnTo>
                      <a:pt x="108056" y="245455"/>
                    </a:lnTo>
                    <a:lnTo>
                      <a:pt x="20494" y="177454"/>
                    </a:lnTo>
                    <a:cubicBezTo>
                      <a:pt x="20494" y="177454"/>
                      <a:pt x="9781" y="146248"/>
                      <a:pt x="0" y="115508"/>
                    </a:cubicBezTo>
                    <a:cubicBezTo>
                      <a:pt x="0" y="161152"/>
                      <a:pt x="1864" y="198879"/>
                      <a:pt x="8384" y="215646"/>
                    </a:cubicBezTo>
                    <a:cubicBezTo>
                      <a:pt x="28877" y="268742"/>
                      <a:pt x="81974" y="253838"/>
                      <a:pt x="120166" y="262688"/>
                    </a:cubicBezTo>
                    <a:cubicBezTo>
                      <a:pt x="158358" y="271537"/>
                      <a:pt x="290634" y="303674"/>
                      <a:pt x="290634" y="303674"/>
                    </a:cubicBezTo>
                    <a:cubicBezTo>
                      <a:pt x="294825" y="307866"/>
                      <a:pt x="306003" y="312989"/>
                      <a:pt x="321839" y="317647"/>
                    </a:cubicBezTo>
                    <a:cubicBezTo>
                      <a:pt x="312058" y="306003"/>
                      <a:pt x="304607" y="296688"/>
                      <a:pt x="304607" y="296688"/>
                    </a:cubicBezTo>
                    <a:lnTo>
                      <a:pt x="244058" y="27246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37"/>
              <p:cNvSpPr/>
              <p:nvPr/>
            </p:nvSpPr>
            <p:spPr>
              <a:xfrm>
                <a:off x="7130061" y="3303347"/>
                <a:ext cx="362076" cy="247680"/>
              </a:xfrm>
              <a:custGeom>
                <a:rect b="b" l="l" r="r" t="t"/>
                <a:pathLst>
                  <a:path extrusionOk="0" h="161618" w="236265">
                    <a:moveTo>
                      <a:pt x="163015" y="161618"/>
                    </a:moveTo>
                    <a:cubicBezTo>
                      <a:pt x="157427" y="156029"/>
                      <a:pt x="126221" y="132275"/>
                      <a:pt x="98742" y="122960"/>
                    </a:cubicBezTo>
                    <a:cubicBezTo>
                      <a:pt x="71261" y="113645"/>
                      <a:pt x="0" y="91754"/>
                      <a:pt x="0" y="91754"/>
                    </a:cubicBezTo>
                    <a:cubicBezTo>
                      <a:pt x="0" y="91754"/>
                      <a:pt x="33069" y="69864"/>
                      <a:pt x="56823" y="73590"/>
                    </a:cubicBezTo>
                    <a:cubicBezTo>
                      <a:pt x="80576" y="77316"/>
                      <a:pt x="113646" y="75453"/>
                      <a:pt x="106193" y="60549"/>
                    </a:cubicBezTo>
                    <a:cubicBezTo>
                      <a:pt x="98742" y="46110"/>
                      <a:pt x="95015" y="27480"/>
                      <a:pt x="95015" y="27480"/>
                    </a:cubicBezTo>
                    <a:cubicBezTo>
                      <a:pt x="95015" y="27480"/>
                      <a:pt x="118768" y="33069"/>
                      <a:pt x="131810" y="41918"/>
                    </a:cubicBezTo>
                    <a:cubicBezTo>
                      <a:pt x="144851" y="50768"/>
                      <a:pt x="166742" y="80576"/>
                      <a:pt x="173728" y="65672"/>
                    </a:cubicBezTo>
                    <a:cubicBezTo>
                      <a:pt x="181181" y="51233"/>
                      <a:pt x="223099" y="0"/>
                      <a:pt x="223099" y="0"/>
                    </a:cubicBezTo>
                    <a:cubicBezTo>
                      <a:pt x="223099" y="0"/>
                      <a:pt x="246852" y="33069"/>
                      <a:pt x="230550" y="62412"/>
                    </a:cubicBezTo>
                    <a:cubicBezTo>
                      <a:pt x="214249" y="91754"/>
                      <a:pt x="208660" y="152303"/>
                      <a:pt x="208660" y="152303"/>
                    </a:cubicBezTo>
                    <a:lnTo>
                      <a:pt x="163015" y="16161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37"/>
              <p:cNvSpPr/>
              <p:nvPr/>
            </p:nvSpPr>
            <p:spPr>
              <a:xfrm>
                <a:off x="6975436" y="3636485"/>
                <a:ext cx="369858" cy="1048533"/>
              </a:xfrm>
              <a:custGeom>
                <a:rect b="b" l="l" r="r" t="t"/>
                <a:pathLst>
                  <a:path extrusionOk="0" h="684198" w="241343">
                    <a:moveTo>
                      <a:pt x="10135" y="684199"/>
                    </a:moveTo>
                    <a:cubicBezTo>
                      <a:pt x="10135" y="684199"/>
                      <a:pt x="-5701" y="211920"/>
                      <a:pt x="2217" y="183043"/>
                    </a:cubicBezTo>
                    <a:cubicBezTo>
                      <a:pt x="10135" y="153700"/>
                      <a:pt x="249069" y="0"/>
                      <a:pt x="241151" y="0"/>
                    </a:cubicBezTo>
                    <a:cubicBezTo>
                      <a:pt x="233234" y="0"/>
                      <a:pt x="42273" y="161618"/>
                      <a:pt x="31560" y="185838"/>
                    </a:cubicBezTo>
                    <a:cubicBezTo>
                      <a:pt x="20847" y="210057"/>
                      <a:pt x="10135" y="684199"/>
                      <a:pt x="10135" y="684199"/>
                    </a:cubicBez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37"/>
              <p:cNvSpPr/>
              <p:nvPr/>
            </p:nvSpPr>
            <p:spPr>
              <a:xfrm>
                <a:off x="7359775" y="3900425"/>
                <a:ext cx="86353" cy="772303"/>
              </a:xfrm>
              <a:custGeom>
                <a:rect b="b" l="l" r="r" t="t"/>
                <a:pathLst>
                  <a:path extrusionOk="0" h="503950" w="56348">
                    <a:moveTo>
                      <a:pt x="56348" y="503951"/>
                    </a:moveTo>
                    <a:cubicBezTo>
                      <a:pt x="51226" y="488115"/>
                      <a:pt x="6046" y="328825"/>
                      <a:pt x="457" y="281318"/>
                    </a:cubicBezTo>
                    <a:cubicBezTo>
                      <a:pt x="-4665" y="233345"/>
                      <a:pt x="34924" y="0"/>
                      <a:pt x="34924" y="0"/>
                    </a:cubicBezTo>
                    <a:lnTo>
                      <a:pt x="16294" y="265016"/>
                    </a:lnTo>
                    <a:lnTo>
                      <a:pt x="56348" y="503951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37"/>
              <p:cNvSpPr/>
              <p:nvPr/>
            </p:nvSpPr>
            <p:spPr>
              <a:xfrm>
                <a:off x="7519554" y="3677146"/>
                <a:ext cx="154176" cy="1170589"/>
              </a:xfrm>
              <a:custGeom>
                <a:rect b="b" l="l" r="r" t="t"/>
                <a:pathLst>
                  <a:path extrusionOk="0" h="763843" w="100604">
                    <a:moveTo>
                      <a:pt x="31672" y="763844"/>
                    </a:moveTo>
                    <a:cubicBezTo>
                      <a:pt x="36794" y="748008"/>
                      <a:pt x="81974" y="554252"/>
                      <a:pt x="79645" y="516992"/>
                    </a:cubicBezTo>
                    <a:cubicBezTo>
                      <a:pt x="76850" y="479731"/>
                      <a:pt x="0" y="0"/>
                      <a:pt x="0" y="0"/>
                    </a:cubicBezTo>
                    <a:lnTo>
                      <a:pt x="100604" y="511868"/>
                    </a:lnTo>
                    <a:lnTo>
                      <a:pt x="31672" y="763844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37"/>
              <p:cNvSpPr/>
              <p:nvPr/>
            </p:nvSpPr>
            <p:spPr>
              <a:xfrm>
                <a:off x="7588037" y="3602957"/>
                <a:ext cx="443253" cy="850104"/>
              </a:xfrm>
              <a:custGeom>
                <a:rect b="b" l="l" r="r" t="t"/>
                <a:pathLst>
                  <a:path extrusionOk="0" h="554717" w="289235">
                    <a:moveTo>
                      <a:pt x="289235" y="554718"/>
                    </a:moveTo>
                    <a:cubicBezTo>
                      <a:pt x="289235" y="536088"/>
                      <a:pt x="238933" y="350250"/>
                      <a:pt x="238933" y="350250"/>
                    </a:cubicBezTo>
                    <a:lnTo>
                      <a:pt x="0" y="0"/>
                    </a:lnTo>
                    <a:lnTo>
                      <a:pt x="254770" y="331620"/>
                    </a:lnTo>
                    <a:lnTo>
                      <a:pt x="289235" y="554718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37"/>
              <p:cNvSpPr/>
              <p:nvPr/>
            </p:nvSpPr>
            <p:spPr>
              <a:xfrm>
                <a:off x="7916989" y="3790355"/>
                <a:ext cx="321816" cy="451318"/>
              </a:xfrm>
              <a:custGeom>
                <a:rect b="b" l="l" r="r" t="t"/>
                <a:pathLst>
                  <a:path extrusionOk="0" h="294498" w="209994">
                    <a:moveTo>
                      <a:pt x="209994" y="294499"/>
                    </a:moveTo>
                    <a:cubicBezTo>
                      <a:pt x="209994" y="283786"/>
                      <a:pt x="135938" y="132880"/>
                      <a:pt x="135938" y="132880"/>
                    </a:cubicBezTo>
                    <a:cubicBezTo>
                      <a:pt x="135938" y="132880"/>
                      <a:pt x="-12638" y="-4984"/>
                      <a:pt x="868" y="139"/>
                    </a:cubicBezTo>
                    <a:cubicBezTo>
                      <a:pt x="14376" y="5263"/>
                      <a:pt x="141528" y="108661"/>
                      <a:pt x="141528" y="108661"/>
                    </a:cubicBezTo>
                    <a:lnTo>
                      <a:pt x="128487" y="15975"/>
                    </a:lnTo>
                    <a:lnTo>
                      <a:pt x="168076" y="124497"/>
                    </a:lnTo>
                    <a:lnTo>
                      <a:pt x="209994" y="294499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37"/>
              <p:cNvSpPr/>
              <p:nvPr/>
            </p:nvSpPr>
            <p:spPr>
              <a:xfrm>
                <a:off x="7276300" y="3383243"/>
                <a:ext cx="124197" cy="145609"/>
              </a:xfrm>
              <a:custGeom>
                <a:rect b="b" l="l" r="r" t="t"/>
                <a:pathLst>
                  <a:path extrusionOk="0" h="95014" w="81042">
                    <a:moveTo>
                      <a:pt x="66139" y="95015"/>
                    </a:moveTo>
                    <a:cubicBezTo>
                      <a:pt x="64275" y="92220"/>
                      <a:pt x="0" y="62412"/>
                      <a:pt x="0" y="62412"/>
                    </a:cubicBezTo>
                    <a:lnTo>
                      <a:pt x="57288" y="74056"/>
                    </a:lnTo>
                    <a:lnTo>
                      <a:pt x="22823" y="0"/>
                    </a:lnTo>
                    <a:lnTo>
                      <a:pt x="72193" y="74056"/>
                    </a:lnTo>
                    <a:lnTo>
                      <a:pt x="81043" y="92686"/>
                    </a:lnTo>
                    <a:lnTo>
                      <a:pt x="66139" y="95015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37"/>
              <p:cNvSpPr/>
              <p:nvPr/>
            </p:nvSpPr>
            <p:spPr>
              <a:xfrm>
                <a:off x="7421825" y="3371829"/>
                <a:ext cx="52818" cy="157029"/>
              </a:xfrm>
              <a:custGeom>
                <a:rect b="b" l="l" r="r" t="t"/>
                <a:pathLst>
                  <a:path extrusionOk="0" h="102466" w="34465">
                    <a:moveTo>
                      <a:pt x="0" y="84768"/>
                    </a:moveTo>
                    <a:cubicBezTo>
                      <a:pt x="0" y="81973"/>
                      <a:pt x="34466" y="0"/>
                      <a:pt x="34466" y="0"/>
                    </a:cubicBezTo>
                    <a:lnTo>
                      <a:pt x="4658" y="84768"/>
                    </a:lnTo>
                    <a:lnTo>
                      <a:pt x="4658" y="102467"/>
                    </a:lnTo>
                    <a:lnTo>
                      <a:pt x="0" y="84768"/>
                    </a:lnTo>
                    <a:close/>
                  </a:path>
                </a:pathLst>
              </a:custGeom>
              <a:solidFill>
                <a:srgbClr val="006C7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37"/>
              <p:cNvSpPr/>
              <p:nvPr/>
            </p:nvSpPr>
            <p:spPr>
              <a:xfrm>
                <a:off x="7284862" y="3521633"/>
                <a:ext cx="307636" cy="176302"/>
              </a:xfrm>
              <a:custGeom>
                <a:rect b="b" l="l" r="r" t="t"/>
                <a:pathLst>
                  <a:path extrusionOk="0" h="115042" w="200741">
                    <a:moveTo>
                      <a:pt x="162549" y="0"/>
                    </a:moveTo>
                    <a:cubicBezTo>
                      <a:pt x="133206" y="0"/>
                      <a:pt x="47972" y="6055"/>
                      <a:pt x="47972" y="6055"/>
                    </a:cubicBezTo>
                    <a:cubicBezTo>
                      <a:pt x="33068" y="13041"/>
                      <a:pt x="16767" y="20959"/>
                      <a:pt x="0" y="30274"/>
                    </a:cubicBezTo>
                    <a:lnTo>
                      <a:pt x="57287" y="34932"/>
                    </a:lnTo>
                    <a:lnTo>
                      <a:pt x="110850" y="30274"/>
                    </a:lnTo>
                    <a:lnTo>
                      <a:pt x="103398" y="108056"/>
                    </a:lnTo>
                    <a:lnTo>
                      <a:pt x="139727" y="47042"/>
                    </a:lnTo>
                    <a:lnTo>
                      <a:pt x="193290" y="115042"/>
                    </a:lnTo>
                    <a:lnTo>
                      <a:pt x="169069" y="44713"/>
                    </a:lnTo>
                    <a:lnTo>
                      <a:pt x="200741" y="5589"/>
                    </a:lnTo>
                    <a:cubicBezTo>
                      <a:pt x="181180" y="1863"/>
                      <a:pt x="167673" y="0"/>
                      <a:pt x="1625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37"/>
              <p:cNvSpPr/>
              <p:nvPr/>
            </p:nvSpPr>
            <p:spPr>
              <a:xfrm>
                <a:off x="6773384" y="4860066"/>
                <a:ext cx="589136" cy="167927"/>
              </a:xfrm>
              <a:custGeom>
                <a:rect b="b" l="l" r="r" t="t"/>
                <a:pathLst>
                  <a:path extrusionOk="0" h="109577" w="384428">
                    <a:moveTo>
                      <a:pt x="18630" y="38074"/>
                    </a:moveTo>
                    <a:cubicBezTo>
                      <a:pt x="9315" y="45061"/>
                      <a:pt x="0" y="54842"/>
                      <a:pt x="0" y="66486"/>
                    </a:cubicBezTo>
                    <a:cubicBezTo>
                      <a:pt x="0" y="78129"/>
                      <a:pt x="8384" y="87910"/>
                      <a:pt x="18630" y="93034"/>
                    </a:cubicBezTo>
                    <a:cubicBezTo>
                      <a:pt x="28878" y="98157"/>
                      <a:pt x="40522" y="99089"/>
                      <a:pt x="51700" y="100486"/>
                    </a:cubicBezTo>
                    <a:cubicBezTo>
                      <a:pt x="148111" y="109335"/>
                      <a:pt x="247318" y="118185"/>
                      <a:pt x="340936" y="93499"/>
                    </a:cubicBezTo>
                    <a:cubicBezTo>
                      <a:pt x="360031" y="88376"/>
                      <a:pt x="381922" y="78595"/>
                      <a:pt x="384251" y="59033"/>
                    </a:cubicBezTo>
                    <a:cubicBezTo>
                      <a:pt x="385648" y="47389"/>
                      <a:pt x="378662" y="35745"/>
                      <a:pt x="369347" y="28759"/>
                    </a:cubicBezTo>
                    <a:cubicBezTo>
                      <a:pt x="360031" y="21773"/>
                      <a:pt x="348387" y="18047"/>
                      <a:pt x="336743" y="15252"/>
                    </a:cubicBezTo>
                    <a:cubicBezTo>
                      <a:pt x="278059" y="348"/>
                      <a:pt x="216113" y="-3844"/>
                      <a:pt x="156029" y="3608"/>
                    </a:cubicBezTo>
                    <a:cubicBezTo>
                      <a:pt x="134605" y="6403"/>
                      <a:pt x="115043" y="13855"/>
                      <a:pt x="93618" y="15718"/>
                    </a:cubicBezTo>
                    <a:cubicBezTo>
                      <a:pt x="66139" y="18978"/>
                      <a:pt x="42384" y="21307"/>
                      <a:pt x="18630" y="3807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37"/>
              <p:cNvSpPr/>
              <p:nvPr/>
            </p:nvSpPr>
            <p:spPr>
              <a:xfrm>
                <a:off x="6885978" y="4181486"/>
                <a:ext cx="371207" cy="806072"/>
              </a:xfrm>
              <a:custGeom>
                <a:rect b="b" l="l" r="r" t="t"/>
                <a:pathLst>
                  <a:path extrusionOk="0" h="525985" w="242223">
                    <a:moveTo>
                      <a:pt x="1008" y="461566"/>
                    </a:moveTo>
                    <a:cubicBezTo>
                      <a:pt x="1008" y="461566"/>
                      <a:pt x="-3650" y="140193"/>
                      <a:pt x="7063" y="106659"/>
                    </a:cubicBezTo>
                    <a:cubicBezTo>
                      <a:pt x="17775" y="73124"/>
                      <a:pt x="100214" y="7452"/>
                      <a:pt x="100214" y="7452"/>
                    </a:cubicBezTo>
                    <a:lnTo>
                      <a:pt x="141201" y="0"/>
                    </a:lnTo>
                    <a:cubicBezTo>
                      <a:pt x="141201" y="0"/>
                      <a:pt x="211065" y="33535"/>
                      <a:pt x="226435" y="76384"/>
                    </a:cubicBezTo>
                    <a:cubicBezTo>
                      <a:pt x="241806" y="119234"/>
                      <a:pt x="243202" y="449457"/>
                      <a:pt x="241806" y="462032"/>
                    </a:cubicBezTo>
                    <a:cubicBezTo>
                      <a:pt x="240408" y="474142"/>
                      <a:pt x="202216" y="496964"/>
                      <a:pt x="186846" y="500224"/>
                    </a:cubicBezTo>
                    <a:cubicBezTo>
                      <a:pt x="171476" y="503485"/>
                      <a:pt x="157969" y="518389"/>
                      <a:pt x="135146" y="524444"/>
                    </a:cubicBezTo>
                    <a:cubicBezTo>
                      <a:pt x="112324" y="530499"/>
                      <a:pt x="96954" y="516992"/>
                      <a:pt x="78790" y="513731"/>
                    </a:cubicBezTo>
                    <a:cubicBezTo>
                      <a:pt x="60625" y="510005"/>
                      <a:pt x="4269" y="513266"/>
                      <a:pt x="1008" y="46156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37"/>
              <p:cNvSpPr/>
              <p:nvPr/>
            </p:nvSpPr>
            <p:spPr>
              <a:xfrm>
                <a:off x="6886528" y="4451135"/>
                <a:ext cx="369300" cy="267087"/>
              </a:xfrm>
              <a:custGeom>
                <a:rect b="b" l="l" r="r" t="t"/>
                <a:pathLst>
                  <a:path extrusionOk="0" h="174282" w="240979">
                    <a:moveTo>
                      <a:pt x="93800" y="174194"/>
                    </a:moveTo>
                    <a:cubicBezTo>
                      <a:pt x="146431" y="172796"/>
                      <a:pt x="215829" y="149043"/>
                      <a:pt x="240980" y="139727"/>
                    </a:cubicBezTo>
                    <a:cubicBezTo>
                      <a:pt x="240048" y="93152"/>
                      <a:pt x="238651" y="42850"/>
                      <a:pt x="236788" y="0"/>
                    </a:cubicBezTo>
                    <a:cubicBezTo>
                      <a:pt x="218158" y="10247"/>
                      <a:pt x="181829" y="25617"/>
                      <a:pt x="124540" y="33535"/>
                    </a:cubicBezTo>
                    <a:cubicBezTo>
                      <a:pt x="57471" y="43315"/>
                      <a:pt x="17416" y="26548"/>
                      <a:pt x="1114" y="17699"/>
                    </a:cubicBezTo>
                    <a:cubicBezTo>
                      <a:pt x="183" y="58686"/>
                      <a:pt x="-283" y="108522"/>
                      <a:pt x="183" y="153700"/>
                    </a:cubicBezTo>
                    <a:cubicBezTo>
                      <a:pt x="11361" y="160221"/>
                      <a:pt x="43032" y="175591"/>
                      <a:pt x="93800" y="174194"/>
                    </a:cubicBezTo>
                    <a:close/>
                  </a:path>
                </a:pathLst>
              </a:custGeom>
              <a:solidFill>
                <a:srgbClr val="8D01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37"/>
              <p:cNvSpPr/>
              <p:nvPr/>
            </p:nvSpPr>
            <p:spPr>
              <a:xfrm>
                <a:off x="7036704" y="4136385"/>
                <a:ext cx="65574" cy="58132"/>
              </a:xfrm>
              <a:custGeom>
                <a:rect b="b" l="l" r="r" t="t"/>
                <a:pathLst>
                  <a:path extrusionOk="0" h="37933" w="42789">
                    <a:moveTo>
                      <a:pt x="1803" y="36899"/>
                    </a:moveTo>
                    <a:cubicBezTo>
                      <a:pt x="1803" y="36899"/>
                      <a:pt x="-1923" y="12214"/>
                      <a:pt x="1338" y="9885"/>
                    </a:cubicBezTo>
                    <a:cubicBezTo>
                      <a:pt x="5063" y="7556"/>
                      <a:pt x="37666" y="-4088"/>
                      <a:pt x="39995" y="1502"/>
                    </a:cubicBezTo>
                    <a:cubicBezTo>
                      <a:pt x="42324" y="7556"/>
                      <a:pt x="42790" y="28981"/>
                      <a:pt x="42790" y="28981"/>
                    </a:cubicBezTo>
                    <a:cubicBezTo>
                      <a:pt x="42790" y="28981"/>
                      <a:pt x="34872" y="41557"/>
                      <a:pt x="1803" y="36899"/>
                    </a:cubicBezTo>
                    <a:close/>
                  </a:path>
                </a:pathLst>
              </a:custGeom>
              <a:solidFill>
                <a:srgbClr val="8D013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37"/>
              <p:cNvSpPr/>
              <p:nvPr/>
            </p:nvSpPr>
            <p:spPr>
              <a:xfrm>
                <a:off x="6988819" y="4544583"/>
                <a:ext cx="105637" cy="127050"/>
              </a:xfrm>
              <a:custGeom>
                <a:rect b="b" l="l" r="r" t="t"/>
                <a:pathLst>
                  <a:path extrusionOk="0" h="82904" w="68931">
                    <a:moveTo>
                      <a:pt x="68931" y="41452"/>
                    </a:moveTo>
                    <a:cubicBezTo>
                      <a:pt x="68931" y="64275"/>
                      <a:pt x="53562" y="82905"/>
                      <a:pt x="34466" y="82905"/>
                    </a:cubicBezTo>
                    <a:cubicBezTo>
                      <a:pt x="15369" y="82905"/>
                      <a:pt x="0" y="64275"/>
                      <a:pt x="0" y="41452"/>
                    </a:cubicBezTo>
                    <a:cubicBezTo>
                      <a:pt x="0" y="18630"/>
                      <a:pt x="15369" y="0"/>
                      <a:pt x="34466" y="0"/>
                    </a:cubicBezTo>
                    <a:cubicBezTo>
                      <a:pt x="53562" y="466"/>
                      <a:pt x="68931" y="18630"/>
                      <a:pt x="68931" y="4145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37"/>
              <p:cNvSpPr/>
              <p:nvPr/>
            </p:nvSpPr>
            <p:spPr>
              <a:xfrm>
                <a:off x="6959503" y="4232864"/>
                <a:ext cx="84294" cy="76959"/>
              </a:xfrm>
              <a:custGeom>
                <a:rect b="b" l="l" r="r" t="t"/>
                <a:pathLst>
                  <a:path extrusionOk="0" h="50218" w="55004">
                    <a:moveTo>
                      <a:pt x="47087" y="1387"/>
                    </a:moveTo>
                    <a:cubicBezTo>
                      <a:pt x="45223" y="3250"/>
                      <a:pt x="2374" y="41442"/>
                      <a:pt x="45" y="49360"/>
                    </a:cubicBezTo>
                    <a:cubicBezTo>
                      <a:pt x="-1818" y="57278"/>
                      <a:pt x="55005" y="7907"/>
                      <a:pt x="55005" y="5113"/>
                    </a:cubicBezTo>
                    <a:cubicBezTo>
                      <a:pt x="54538" y="2318"/>
                      <a:pt x="50347" y="-2339"/>
                      <a:pt x="47087" y="13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37"/>
              <p:cNvSpPr/>
              <p:nvPr/>
            </p:nvSpPr>
            <p:spPr>
              <a:xfrm>
                <a:off x="6916056" y="4371758"/>
                <a:ext cx="18110" cy="491742"/>
              </a:xfrm>
              <a:custGeom>
                <a:rect b="b" l="l" r="r" t="t"/>
                <a:pathLst>
                  <a:path extrusionOk="0" h="320876" w="11817">
                    <a:moveTo>
                      <a:pt x="0" y="315444"/>
                    </a:moveTo>
                    <a:cubicBezTo>
                      <a:pt x="0" y="315444"/>
                      <a:pt x="466" y="6181"/>
                      <a:pt x="2329" y="2921"/>
                    </a:cubicBezTo>
                    <a:cubicBezTo>
                      <a:pt x="4193" y="-340"/>
                      <a:pt x="8384" y="-1737"/>
                      <a:pt x="9781" y="3386"/>
                    </a:cubicBezTo>
                    <a:cubicBezTo>
                      <a:pt x="11179" y="8510"/>
                      <a:pt x="13041" y="315910"/>
                      <a:pt x="10713" y="318239"/>
                    </a:cubicBezTo>
                    <a:cubicBezTo>
                      <a:pt x="8850" y="321499"/>
                      <a:pt x="2329" y="322896"/>
                      <a:pt x="0" y="3154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37"/>
              <p:cNvSpPr/>
              <p:nvPr/>
            </p:nvSpPr>
            <p:spPr>
              <a:xfrm>
                <a:off x="5650585" y="4743875"/>
                <a:ext cx="1081493" cy="282351"/>
              </a:xfrm>
              <a:custGeom>
                <a:rect b="b" l="l" r="r" t="t"/>
                <a:pathLst>
                  <a:path extrusionOk="0" h="184242" w="705705">
                    <a:moveTo>
                      <a:pt x="27932" y="9607"/>
                    </a:moveTo>
                    <a:cubicBezTo>
                      <a:pt x="17686" y="13333"/>
                      <a:pt x="6507" y="18457"/>
                      <a:pt x="1850" y="28238"/>
                    </a:cubicBezTo>
                    <a:cubicBezTo>
                      <a:pt x="-5137" y="44074"/>
                      <a:pt x="8836" y="62238"/>
                      <a:pt x="24206" y="70622"/>
                    </a:cubicBezTo>
                    <a:cubicBezTo>
                      <a:pt x="57275" y="88786"/>
                      <a:pt x="104782" y="89252"/>
                      <a:pt x="121550" y="123252"/>
                    </a:cubicBezTo>
                    <a:cubicBezTo>
                      <a:pt x="126673" y="133965"/>
                      <a:pt x="127604" y="146540"/>
                      <a:pt x="134125" y="156321"/>
                    </a:cubicBezTo>
                    <a:cubicBezTo>
                      <a:pt x="146234" y="176815"/>
                      <a:pt x="173715" y="180541"/>
                      <a:pt x="197468" y="181938"/>
                    </a:cubicBezTo>
                    <a:cubicBezTo>
                      <a:pt x="349772" y="189856"/>
                      <a:pt x="503006" y="177280"/>
                      <a:pt x="652514" y="145609"/>
                    </a:cubicBezTo>
                    <a:cubicBezTo>
                      <a:pt x="671145" y="141417"/>
                      <a:pt x="692104" y="135828"/>
                      <a:pt x="701419" y="119061"/>
                    </a:cubicBezTo>
                    <a:cubicBezTo>
                      <a:pt x="712131" y="99965"/>
                      <a:pt x="701419" y="74814"/>
                      <a:pt x="684185" y="61772"/>
                    </a:cubicBezTo>
                    <a:cubicBezTo>
                      <a:pt x="666487" y="48731"/>
                      <a:pt x="644131" y="45005"/>
                      <a:pt x="622705" y="41745"/>
                    </a:cubicBezTo>
                    <a:cubicBezTo>
                      <a:pt x="517910" y="26840"/>
                      <a:pt x="412183" y="17991"/>
                      <a:pt x="306456" y="11936"/>
                    </a:cubicBezTo>
                    <a:cubicBezTo>
                      <a:pt x="254291" y="8676"/>
                      <a:pt x="201194" y="8210"/>
                      <a:pt x="149029" y="4018"/>
                    </a:cubicBezTo>
                    <a:cubicBezTo>
                      <a:pt x="105713" y="758"/>
                      <a:pt x="71248" y="-5297"/>
                      <a:pt x="27932" y="9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37"/>
              <p:cNvSpPr/>
              <p:nvPr/>
            </p:nvSpPr>
            <p:spPr>
              <a:xfrm>
                <a:off x="6042196" y="4074483"/>
                <a:ext cx="133476" cy="356887"/>
              </a:xfrm>
              <a:custGeom>
                <a:rect b="b" l="l" r="r" t="t"/>
                <a:pathLst>
                  <a:path extrusionOk="0" h="232879" w="87097">
                    <a:moveTo>
                      <a:pt x="50768" y="1397"/>
                    </a:moveTo>
                    <a:cubicBezTo>
                      <a:pt x="50768" y="1397"/>
                      <a:pt x="64275" y="27014"/>
                      <a:pt x="65672" y="47507"/>
                    </a:cubicBezTo>
                    <a:cubicBezTo>
                      <a:pt x="67070" y="68001"/>
                      <a:pt x="61481" y="102001"/>
                      <a:pt x="58686" y="128084"/>
                    </a:cubicBezTo>
                    <a:cubicBezTo>
                      <a:pt x="55891" y="154166"/>
                      <a:pt x="51700" y="163481"/>
                      <a:pt x="58686" y="181180"/>
                    </a:cubicBezTo>
                    <a:cubicBezTo>
                      <a:pt x="65672" y="198879"/>
                      <a:pt x="87098" y="232879"/>
                      <a:pt x="87098" y="232879"/>
                    </a:cubicBezTo>
                    <a:lnTo>
                      <a:pt x="0" y="203071"/>
                    </a:lnTo>
                    <a:cubicBezTo>
                      <a:pt x="0" y="203071"/>
                      <a:pt x="31207" y="201673"/>
                      <a:pt x="34001" y="174659"/>
                    </a:cubicBezTo>
                    <a:cubicBezTo>
                      <a:pt x="36796" y="147180"/>
                      <a:pt x="36796" y="98275"/>
                      <a:pt x="38193" y="76384"/>
                    </a:cubicBezTo>
                    <a:cubicBezTo>
                      <a:pt x="39589" y="54494"/>
                      <a:pt x="50302" y="28877"/>
                      <a:pt x="36796" y="14904"/>
                    </a:cubicBezTo>
                    <a:cubicBezTo>
                      <a:pt x="23288" y="1397"/>
                      <a:pt x="16302" y="0"/>
                      <a:pt x="16302" y="0"/>
                    </a:cubicBezTo>
                    <a:lnTo>
                      <a:pt x="50768" y="13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37"/>
              <p:cNvSpPr/>
              <p:nvPr/>
            </p:nvSpPr>
            <p:spPr>
              <a:xfrm>
                <a:off x="5697699" y="4058456"/>
                <a:ext cx="888507" cy="914688"/>
              </a:xfrm>
              <a:custGeom>
                <a:rect b="b" l="l" r="r" t="t"/>
                <a:pathLst>
                  <a:path extrusionOk="0" h="596860" w="579776">
                    <a:moveTo>
                      <a:pt x="511834" y="227042"/>
                    </a:moveTo>
                    <a:cubicBezTo>
                      <a:pt x="532327" y="167891"/>
                      <a:pt x="593342" y="106876"/>
                      <a:pt x="577040" y="80328"/>
                    </a:cubicBezTo>
                    <a:cubicBezTo>
                      <a:pt x="560739" y="53780"/>
                      <a:pt x="540246" y="31423"/>
                      <a:pt x="505779" y="39341"/>
                    </a:cubicBezTo>
                    <a:cubicBezTo>
                      <a:pt x="471313" y="47725"/>
                      <a:pt x="446628" y="55643"/>
                      <a:pt x="428464" y="100356"/>
                    </a:cubicBezTo>
                    <a:cubicBezTo>
                      <a:pt x="410299" y="145068"/>
                      <a:pt x="403778" y="214466"/>
                      <a:pt x="383751" y="224713"/>
                    </a:cubicBezTo>
                    <a:cubicBezTo>
                      <a:pt x="363258" y="234960"/>
                      <a:pt x="279886" y="216329"/>
                      <a:pt x="249147" y="198165"/>
                    </a:cubicBezTo>
                    <a:cubicBezTo>
                      <a:pt x="218406" y="180000"/>
                      <a:pt x="200242" y="149260"/>
                      <a:pt x="204434" y="114794"/>
                    </a:cubicBezTo>
                    <a:cubicBezTo>
                      <a:pt x="208625" y="80328"/>
                      <a:pt x="218873" y="37478"/>
                      <a:pt x="232845" y="24903"/>
                    </a:cubicBezTo>
                    <a:cubicBezTo>
                      <a:pt x="247283" y="12793"/>
                      <a:pt x="275695" y="11396"/>
                      <a:pt x="275695" y="11396"/>
                    </a:cubicBezTo>
                    <a:cubicBezTo>
                      <a:pt x="275695" y="11396"/>
                      <a:pt x="265448" y="-5837"/>
                      <a:pt x="243092" y="2081"/>
                    </a:cubicBezTo>
                    <a:cubicBezTo>
                      <a:pt x="220735" y="10464"/>
                      <a:pt x="185803" y="28629"/>
                      <a:pt x="177886" y="69150"/>
                    </a:cubicBezTo>
                    <a:cubicBezTo>
                      <a:pt x="169502" y="110137"/>
                      <a:pt x="169502" y="150657"/>
                      <a:pt x="165775" y="168822"/>
                    </a:cubicBezTo>
                    <a:cubicBezTo>
                      <a:pt x="161584" y="186987"/>
                      <a:pt x="159720" y="246138"/>
                      <a:pt x="133172" y="272686"/>
                    </a:cubicBezTo>
                    <a:cubicBezTo>
                      <a:pt x="106624" y="299234"/>
                      <a:pt x="37227" y="319728"/>
                      <a:pt x="20925" y="337892"/>
                    </a:cubicBezTo>
                    <a:cubicBezTo>
                      <a:pt x="4624" y="356523"/>
                      <a:pt x="-13541" y="378879"/>
                      <a:pt x="14870" y="437565"/>
                    </a:cubicBezTo>
                    <a:cubicBezTo>
                      <a:pt x="43281" y="496716"/>
                      <a:pt x="176022" y="592662"/>
                      <a:pt x="216544" y="596388"/>
                    </a:cubicBezTo>
                    <a:cubicBezTo>
                      <a:pt x="257530" y="600580"/>
                      <a:pt x="381422" y="575895"/>
                      <a:pt x="414491" y="561922"/>
                    </a:cubicBezTo>
                    <a:cubicBezTo>
                      <a:pt x="447094" y="547484"/>
                      <a:pt x="512300" y="447811"/>
                      <a:pt x="520683" y="386797"/>
                    </a:cubicBezTo>
                    <a:cubicBezTo>
                      <a:pt x="529067" y="325783"/>
                      <a:pt x="491341" y="286193"/>
                      <a:pt x="511834" y="227042"/>
                    </a:cubicBezTo>
                    <a:close/>
                    <a:moveTo>
                      <a:pt x="467587" y="273618"/>
                    </a:moveTo>
                    <a:cubicBezTo>
                      <a:pt x="444299" y="277810"/>
                      <a:pt x="425203" y="266631"/>
                      <a:pt x="423806" y="227042"/>
                    </a:cubicBezTo>
                    <a:cubicBezTo>
                      <a:pt x="423806" y="221453"/>
                      <a:pt x="433121" y="131561"/>
                      <a:pt x="452217" y="101753"/>
                    </a:cubicBezTo>
                    <a:cubicBezTo>
                      <a:pt x="471313" y="71944"/>
                      <a:pt x="497395" y="54246"/>
                      <a:pt x="513697" y="57972"/>
                    </a:cubicBezTo>
                    <a:cubicBezTo>
                      <a:pt x="529998" y="62163"/>
                      <a:pt x="539780" y="64958"/>
                      <a:pt x="547697" y="81260"/>
                    </a:cubicBezTo>
                    <a:cubicBezTo>
                      <a:pt x="556081" y="97561"/>
                      <a:pt x="556081" y="105945"/>
                      <a:pt x="544903" y="126438"/>
                    </a:cubicBezTo>
                    <a:cubicBezTo>
                      <a:pt x="534191" y="146931"/>
                      <a:pt x="502519" y="189315"/>
                      <a:pt x="491806" y="213535"/>
                    </a:cubicBezTo>
                    <a:cubicBezTo>
                      <a:pt x="481094" y="238220"/>
                      <a:pt x="490875" y="269426"/>
                      <a:pt x="467587" y="2736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37"/>
              <p:cNvSpPr/>
              <p:nvPr/>
            </p:nvSpPr>
            <p:spPr>
              <a:xfrm>
                <a:off x="5695559" y="4058456"/>
                <a:ext cx="656633" cy="898261"/>
              </a:xfrm>
              <a:custGeom>
                <a:rect b="b" l="l" r="r" t="t"/>
                <a:pathLst>
                  <a:path extrusionOk="0" h="586141" w="428472">
                    <a:moveTo>
                      <a:pt x="329723" y="492990"/>
                    </a:moveTo>
                    <a:cubicBezTo>
                      <a:pt x="306435" y="490195"/>
                      <a:pt x="276626" y="488798"/>
                      <a:pt x="249147" y="482277"/>
                    </a:cubicBezTo>
                    <a:cubicBezTo>
                      <a:pt x="221666" y="475291"/>
                      <a:pt x="174159" y="426386"/>
                      <a:pt x="156460" y="390989"/>
                    </a:cubicBezTo>
                    <a:cubicBezTo>
                      <a:pt x="138762" y="355591"/>
                      <a:pt x="174159" y="314604"/>
                      <a:pt x="174159" y="314604"/>
                    </a:cubicBezTo>
                    <a:lnTo>
                      <a:pt x="221666" y="313207"/>
                    </a:lnTo>
                    <a:lnTo>
                      <a:pt x="300845" y="351399"/>
                    </a:lnTo>
                    <a:lnTo>
                      <a:pt x="254269" y="317399"/>
                    </a:lnTo>
                    <a:cubicBezTo>
                      <a:pt x="254269" y="317399"/>
                      <a:pt x="211886" y="276412"/>
                      <a:pt x="213283" y="268494"/>
                    </a:cubicBezTo>
                    <a:cubicBezTo>
                      <a:pt x="214680" y="260111"/>
                      <a:pt x="239365" y="257782"/>
                      <a:pt x="254269" y="260111"/>
                    </a:cubicBezTo>
                    <a:cubicBezTo>
                      <a:pt x="269174" y="262905"/>
                      <a:pt x="325065" y="272220"/>
                      <a:pt x="346956" y="272220"/>
                    </a:cubicBezTo>
                    <a:cubicBezTo>
                      <a:pt x="368846" y="272220"/>
                      <a:pt x="389339" y="258713"/>
                      <a:pt x="389339" y="258713"/>
                    </a:cubicBezTo>
                    <a:cubicBezTo>
                      <a:pt x="389339" y="258713"/>
                      <a:pt x="358134" y="254522"/>
                      <a:pt x="346956" y="250330"/>
                    </a:cubicBezTo>
                    <a:cubicBezTo>
                      <a:pt x="336243" y="246138"/>
                      <a:pt x="288270" y="241946"/>
                      <a:pt x="251475" y="227042"/>
                    </a:cubicBezTo>
                    <a:cubicBezTo>
                      <a:pt x="214680" y="212138"/>
                      <a:pt x="216077" y="180466"/>
                      <a:pt x="209091" y="164164"/>
                    </a:cubicBezTo>
                    <a:cubicBezTo>
                      <a:pt x="205831" y="156712"/>
                      <a:pt x="204900" y="146466"/>
                      <a:pt x="204900" y="135288"/>
                    </a:cubicBezTo>
                    <a:cubicBezTo>
                      <a:pt x="203968" y="128767"/>
                      <a:pt x="203968" y="121781"/>
                      <a:pt x="204433" y="114794"/>
                    </a:cubicBezTo>
                    <a:cubicBezTo>
                      <a:pt x="208626" y="80328"/>
                      <a:pt x="218872" y="37478"/>
                      <a:pt x="232845" y="24903"/>
                    </a:cubicBezTo>
                    <a:cubicBezTo>
                      <a:pt x="247283" y="12793"/>
                      <a:pt x="275695" y="11396"/>
                      <a:pt x="275695" y="11396"/>
                    </a:cubicBezTo>
                    <a:cubicBezTo>
                      <a:pt x="275695" y="11396"/>
                      <a:pt x="265448" y="-5837"/>
                      <a:pt x="243092" y="2081"/>
                    </a:cubicBezTo>
                    <a:cubicBezTo>
                      <a:pt x="220735" y="10464"/>
                      <a:pt x="185803" y="28629"/>
                      <a:pt x="177885" y="69150"/>
                    </a:cubicBezTo>
                    <a:cubicBezTo>
                      <a:pt x="169502" y="110137"/>
                      <a:pt x="169502" y="150657"/>
                      <a:pt x="165775" y="168822"/>
                    </a:cubicBezTo>
                    <a:cubicBezTo>
                      <a:pt x="161584" y="186987"/>
                      <a:pt x="159721" y="246138"/>
                      <a:pt x="133172" y="272686"/>
                    </a:cubicBezTo>
                    <a:cubicBezTo>
                      <a:pt x="106624" y="299234"/>
                      <a:pt x="37227" y="319728"/>
                      <a:pt x="20925" y="337892"/>
                    </a:cubicBezTo>
                    <a:cubicBezTo>
                      <a:pt x="4624" y="356523"/>
                      <a:pt x="-13541" y="378879"/>
                      <a:pt x="14870" y="437565"/>
                    </a:cubicBezTo>
                    <a:cubicBezTo>
                      <a:pt x="24651" y="458058"/>
                      <a:pt x="47007" y="482743"/>
                      <a:pt x="73556" y="506963"/>
                    </a:cubicBezTo>
                    <a:lnTo>
                      <a:pt x="76350" y="502771"/>
                    </a:lnTo>
                    <a:cubicBezTo>
                      <a:pt x="76350" y="502771"/>
                      <a:pt x="114542" y="512086"/>
                      <a:pt x="132241" y="521867"/>
                    </a:cubicBezTo>
                    <a:cubicBezTo>
                      <a:pt x="149940" y="531182"/>
                      <a:pt x="233310" y="586141"/>
                      <a:pt x="233310" y="586141"/>
                    </a:cubicBezTo>
                    <a:lnTo>
                      <a:pt x="192324" y="547949"/>
                    </a:lnTo>
                    <a:lnTo>
                      <a:pt x="147145" y="490661"/>
                    </a:lnTo>
                    <a:lnTo>
                      <a:pt x="145749" y="449674"/>
                    </a:lnTo>
                    <a:cubicBezTo>
                      <a:pt x="145749" y="449674"/>
                      <a:pt x="201640" y="496250"/>
                      <a:pt x="245420" y="508360"/>
                    </a:cubicBezTo>
                    <a:cubicBezTo>
                      <a:pt x="289201" y="520470"/>
                      <a:pt x="362791" y="505565"/>
                      <a:pt x="362791" y="505565"/>
                    </a:cubicBezTo>
                    <a:lnTo>
                      <a:pt x="428464" y="472962"/>
                    </a:lnTo>
                    <a:cubicBezTo>
                      <a:pt x="429395" y="473894"/>
                      <a:pt x="353011" y="495784"/>
                      <a:pt x="329723" y="492990"/>
                    </a:cubicBezTo>
                    <a:close/>
                    <a:moveTo>
                      <a:pt x="290134" y="427784"/>
                    </a:moveTo>
                    <a:cubicBezTo>
                      <a:pt x="256133" y="420797"/>
                      <a:pt x="210955" y="389592"/>
                      <a:pt x="206762" y="385400"/>
                    </a:cubicBezTo>
                    <a:cubicBezTo>
                      <a:pt x="206762" y="385400"/>
                      <a:pt x="224461" y="431975"/>
                      <a:pt x="288736" y="444085"/>
                    </a:cubicBezTo>
                    <a:cubicBezTo>
                      <a:pt x="353011" y="456195"/>
                      <a:pt x="406107" y="430578"/>
                      <a:pt x="406107" y="430578"/>
                    </a:cubicBezTo>
                    <a:cubicBezTo>
                      <a:pt x="406107" y="430578"/>
                      <a:pt x="393997" y="433373"/>
                      <a:pt x="377695" y="430578"/>
                    </a:cubicBezTo>
                    <a:cubicBezTo>
                      <a:pt x="361394" y="427784"/>
                      <a:pt x="324133" y="434304"/>
                      <a:pt x="290134" y="427784"/>
                    </a:cubicBezTo>
                    <a:close/>
                    <a:moveTo>
                      <a:pt x="299914" y="310413"/>
                    </a:moveTo>
                    <a:cubicBezTo>
                      <a:pt x="299914" y="310413"/>
                      <a:pt x="321804" y="328111"/>
                      <a:pt x="348818" y="332303"/>
                    </a:cubicBezTo>
                    <a:cubicBezTo>
                      <a:pt x="376299" y="336495"/>
                      <a:pt x="411696" y="322988"/>
                      <a:pt x="411696" y="322988"/>
                    </a:cubicBezTo>
                    <a:cubicBezTo>
                      <a:pt x="411696" y="322988"/>
                      <a:pt x="385614" y="324385"/>
                      <a:pt x="372106" y="321591"/>
                    </a:cubicBezTo>
                    <a:cubicBezTo>
                      <a:pt x="358600" y="318796"/>
                      <a:pt x="305038" y="314604"/>
                      <a:pt x="299914" y="31041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37"/>
              <p:cNvSpPr/>
              <p:nvPr/>
            </p:nvSpPr>
            <p:spPr>
              <a:xfrm>
                <a:off x="7909124" y="4744598"/>
                <a:ext cx="1128407" cy="295727"/>
              </a:xfrm>
              <a:custGeom>
                <a:rect b="b" l="l" r="r" t="t"/>
                <a:pathLst>
                  <a:path extrusionOk="0" h="192970" w="736318">
                    <a:moveTo>
                      <a:pt x="113128" y="80396"/>
                    </a:moveTo>
                    <a:cubicBezTo>
                      <a:pt x="102416" y="76670"/>
                      <a:pt x="8332" y="112999"/>
                      <a:pt x="881" y="131164"/>
                    </a:cubicBezTo>
                    <a:cubicBezTo>
                      <a:pt x="-6572" y="149328"/>
                      <a:pt x="33484" y="185657"/>
                      <a:pt x="113128" y="188917"/>
                    </a:cubicBezTo>
                    <a:cubicBezTo>
                      <a:pt x="192773" y="192644"/>
                      <a:pt x="395378" y="188917"/>
                      <a:pt x="464310" y="192644"/>
                    </a:cubicBezTo>
                    <a:cubicBezTo>
                      <a:pt x="533243" y="196370"/>
                      <a:pt x="597983" y="167493"/>
                      <a:pt x="627326" y="145602"/>
                    </a:cubicBezTo>
                    <a:cubicBezTo>
                      <a:pt x="656202" y="123711"/>
                      <a:pt x="732121" y="84122"/>
                      <a:pt x="735847" y="55245"/>
                    </a:cubicBezTo>
                    <a:cubicBezTo>
                      <a:pt x="739573" y="26368"/>
                      <a:pt x="721409" y="4477"/>
                      <a:pt x="674366" y="751"/>
                    </a:cubicBezTo>
                    <a:cubicBezTo>
                      <a:pt x="627326" y="-2975"/>
                      <a:pt x="500640" y="8203"/>
                      <a:pt x="468036" y="11464"/>
                    </a:cubicBezTo>
                    <a:cubicBezTo>
                      <a:pt x="435433" y="14724"/>
                      <a:pt x="113128" y="80396"/>
                      <a:pt x="113128" y="803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37"/>
              <p:cNvSpPr/>
              <p:nvPr/>
            </p:nvSpPr>
            <p:spPr>
              <a:xfrm>
                <a:off x="8005348" y="4625191"/>
                <a:ext cx="980011" cy="344451"/>
              </a:xfrm>
              <a:custGeom>
                <a:rect b="b" l="l" r="r" t="t"/>
                <a:pathLst>
                  <a:path extrusionOk="0" h="224764" w="639485">
                    <a:moveTo>
                      <a:pt x="0" y="134604"/>
                    </a:moveTo>
                    <a:cubicBezTo>
                      <a:pt x="0" y="134604"/>
                      <a:pt x="51698" y="218906"/>
                      <a:pt x="56356" y="222632"/>
                    </a:cubicBezTo>
                    <a:cubicBezTo>
                      <a:pt x="61014" y="226359"/>
                      <a:pt x="457374" y="224961"/>
                      <a:pt x="471347" y="220304"/>
                    </a:cubicBezTo>
                    <a:cubicBezTo>
                      <a:pt x="485320" y="215180"/>
                      <a:pt x="611075" y="109453"/>
                      <a:pt x="615732" y="98275"/>
                    </a:cubicBezTo>
                    <a:cubicBezTo>
                      <a:pt x="620855" y="87097"/>
                      <a:pt x="639485" y="0"/>
                      <a:pt x="639485" y="0"/>
                    </a:cubicBezTo>
                    <a:lnTo>
                      <a:pt x="0" y="1346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37"/>
              <p:cNvSpPr/>
              <p:nvPr/>
            </p:nvSpPr>
            <p:spPr>
              <a:xfrm>
                <a:off x="8003921" y="4624479"/>
                <a:ext cx="980726" cy="338328"/>
              </a:xfrm>
              <a:custGeom>
                <a:rect b="b" l="l" r="r" t="t"/>
                <a:pathLst>
                  <a:path extrusionOk="0" h="220769" w="639952">
                    <a:moveTo>
                      <a:pt x="474608" y="147645"/>
                    </a:moveTo>
                    <a:cubicBezTo>
                      <a:pt x="482992" y="149508"/>
                      <a:pt x="475540" y="198879"/>
                      <a:pt x="469951" y="220769"/>
                    </a:cubicBezTo>
                    <a:cubicBezTo>
                      <a:pt x="470882" y="220769"/>
                      <a:pt x="471348" y="220304"/>
                      <a:pt x="471813" y="220304"/>
                    </a:cubicBezTo>
                    <a:cubicBezTo>
                      <a:pt x="485786" y="215180"/>
                      <a:pt x="611541" y="109453"/>
                      <a:pt x="616198" y="98275"/>
                    </a:cubicBezTo>
                    <a:cubicBezTo>
                      <a:pt x="621322" y="87097"/>
                      <a:pt x="639953" y="0"/>
                      <a:pt x="639953" y="0"/>
                    </a:cubicBezTo>
                    <a:lnTo>
                      <a:pt x="0" y="134604"/>
                    </a:lnTo>
                    <a:cubicBezTo>
                      <a:pt x="0" y="134604"/>
                      <a:pt x="3261" y="139727"/>
                      <a:pt x="7919" y="147180"/>
                    </a:cubicBezTo>
                    <a:cubicBezTo>
                      <a:pt x="68932" y="147180"/>
                      <a:pt x="465293" y="145317"/>
                      <a:pt x="474608" y="147645"/>
                    </a:cubicBez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37"/>
              <p:cNvSpPr/>
              <p:nvPr/>
            </p:nvSpPr>
            <p:spPr>
              <a:xfrm>
                <a:off x="7927211" y="4596080"/>
                <a:ext cx="1101186" cy="276716"/>
              </a:xfrm>
              <a:custGeom>
                <a:rect b="b" l="l" r="r" t="t"/>
                <a:pathLst>
                  <a:path extrusionOk="0" h="180565" w="718555">
                    <a:moveTo>
                      <a:pt x="668147" y="1309"/>
                    </a:moveTo>
                    <a:cubicBezTo>
                      <a:pt x="671872" y="1309"/>
                      <a:pt x="713325" y="-2418"/>
                      <a:pt x="718448" y="2706"/>
                    </a:cubicBezTo>
                    <a:cubicBezTo>
                      <a:pt x="723572" y="7829"/>
                      <a:pt x="544721" y="147091"/>
                      <a:pt x="527487" y="149885"/>
                    </a:cubicBezTo>
                    <a:cubicBezTo>
                      <a:pt x="509789" y="152214"/>
                      <a:pt x="274581" y="157338"/>
                      <a:pt x="270855" y="160132"/>
                    </a:cubicBezTo>
                    <a:cubicBezTo>
                      <a:pt x="267129" y="162461"/>
                      <a:pt x="250827" y="189009"/>
                      <a:pt x="235457" y="177831"/>
                    </a:cubicBezTo>
                    <a:cubicBezTo>
                      <a:pt x="220553" y="166653"/>
                      <a:pt x="221484" y="157803"/>
                      <a:pt x="221484" y="157803"/>
                    </a:cubicBezTo>
                    <a:cubicBezTo>
                      <a:pt x="221484" y="157803"/>
                      <a:pt x="-8600" y="168981"/>
                      <a:pt x="249" y="151748"/>
                    </a:cubicBezTo>
                    <a:cubicBezTo>
                      <a:pt x="9099" y="134515"/>
                      <a:pt x="100853" y="81419"/>
                      <a:pt x="100853" y="81419"/>
                    </a:cubicBezTo>
                    <a:lnTo>
                      <a:pt x="668147" y="1309"/>
                    </a:ln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37"/>
              <p:cNvSpPr/>
              <p:nvPr/>
            </p:nvSpPr>
            <p:spPr>
              <a:xfrm>
                <a:off x="8028092" y="4387249"/>
                <a:ext cx="946023" cy="399851"/>
              </a:xfrm>
              <a:custGeom>
                <a:rect b="b" l="l" r="r" t="t"/>
                <a:pathLst>
                  <a:path extrusionOk="0" h="260914" w="617307">
                    <a:moveTo>
                      <a:pt x="985" y="244316"/>
                    </a:moveTo>
                    <a:cubicBezTo>
                      <a:pt x="985" y="244316"/>
                      <a:pt x="60136" y="129274"/>
                      <a:pt x="75507" y="103657"/>
                    </a:cubicBezTo>
                    <a:cubicBezTo>
                      <a:pt x="90877" y="78041"/>
                      <a:pt x="226412" y="12369"/>
                      <a:pt x="241317" y="7246"/>
                    </a:cubicBezTo>
                    <a:cubicBezTo>
                      <a:pt x="256686" y="2122"/>
                      <a:pt x="512388" y="-3001"/>
                      <a:pt x="525895" y="2122"/>
                    </a:cubicBezTo>
                    <a:cubicBezTo>
                      <a:pt x="539402" y="7246"/>
                      <a:pt x="620910" y="134397"/>
                      <a:pt x="617184" y="142781"/>
                    </a:cubicBezTo>
                    <a:cubicBezTo>
                      <a:pt x="613924" y="151165"/>
                      <a:pt x="479785" y="246179"/>
                      <a:pt x="461155" y="247577"/>
                    </a:cubicBezTo>
                    <a:cubicBezTo>
                      <a:pt x="442524" y="249440"/>
                      <a:pt x="1917" y="266207"/>
                      <a:pt x="519" y="259221"/>
                    </a:cubicBezTo>
                    <a:cubicBezTo>
                      <a:pt x="-877" y="252700"/>
                      <a:pt x="985" y="244316"/>
                      <a:pt x="985" y="2443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37"/>
              <p:cNvSpPr/>
              <p:nvPr/>
            </p:nvSpPr>
            <p:spPr>
              <a:xfrm>
                <a:off x="8199380" y="4420400"/>
                <a:ext cx="623236" cy="320781"/>
              </a:xfrm>
              <a:custGeom>
                <a:rect b="b" l="l" r="r" t="t"/>
                <a:pathLst>
                  <a:path extrusionOk="0" h="209319" w="406679">
                    <a:moveTo>
                      <a:pt x="406141" y="505"/>
                    </a:moveTo>
                    <a:cubicBezTo>
                      <a:pt x="401950" y="-1358"/>
                      <a:pt x="397757" y="2368"/>
                      <a:pt x="394031" y="4696"/>
                    </a:cubicBezTo>
                    <a:cubicBezTo>
                      <a:pt x="389374" y="7491"/>
                      <a:pt x="384251" y="10286"/>
                      <a:pt x="379593" y="13080"/>
                    </a:cubicBezTo>
                    <a:lnTo>
                      <a:pt x="347921" y="31710"/>
                    </a:lnTo>
                    <a:cubicBezTo>
                      <a:pt x="327429" y="43354"/>
                      <a:pt x="306935" y="54998"/>
                      <a:pt x="287839" y="68971"/>
                    </a:cubicBezTo>
                    <a:cubicBezTo>
                      <a:pt x="287373" y="68505"/>
                      <a:pt x="286907" y="68040"/>
                      <a:pt x="285975" y="68040"/>
                    </a:cubicBezTo>
                    <a:cubicBezTo>
                      <a:pt x="191426" y="69437"/>
                      <a:pt x="95946" y="68971"/>
                      <a:pt x="1398" y="74094"/>
                    </a:cubicBezTo>
                    <a:cubicBezTo>
                      <a:pt x="-466" y="74094"/>
                      <a:pt x="-466" y="77355"/>
                      <a:pt x="1398" y="77355"/>
                    </a:cubicBezTo>
                    <a:cubicBezTo>
                      <a:pt x="95946" y="79683"/>
                      <a:pt x="190961" y="75957"/>
                      <a:pt x="285975" y="74094"/>
                    </a:cubicBezTo>
                    <a:cubicBezTo>
                      <a:pt x="286442" y="74094"/>
                      <a:pt x="286442" y="74094"/>
                      <a:pt x="286442" y="74094"/>
                    </a:cubicBezTo>
                    <a:cubicBezTo>
                      <a:pt x="288770" y="84341"/>
                      <a:pt x="293893" y="94588"/>
                      <a:pt x="298086" y="104369"/>
                    </a:cubicBezTo>
                    <a:cubicBezTo>
                      <a:pt x="303208" y="116013"/>
                      <a:pt x="308798" y="127191"/>
                      <a:pt x="313921" y="138835"/>
                    </a:cubicBezTo>
                    <a:cubicBezTo>
                      <a:pt x="324167" y="161657"/>
                      <a:pt x="333949" y="185411"/>
                      <a:pt x="345593" y="207767"/>
                    </a:cubicBezTo>
                    <a:cubicBezTo>
                      <a:pt x="347455" y="211027"/>
                      <a:pt x="353510" y="208699"/>
                      <a:pt x="352113" y="204972"/>
                    </a:cubicBezTo>
                    <a:cubicBezTo>
                      <a:pt x="343264" y="181684"/>
                      <a:pt x="331620" y="158862"/>
                      <a:pt x="320907" y="136506"/>
                    </a:cubicBezTo>
                    <a:cubicBezTo>
                      <a:pt x="315785" y="124862"/>
                      <a:pt x="310661" y="113684"/>
                      <a:pt x="305072" y="102040"/>
                    </a:cubicBezTo>
                    <a:cubicBezTo>
                      <a:pt x="300414" y="92259"/>
                      <a:pt x="296222" y="81081"/>
                      <a:pt x="289235" y="72231"/>
                    </a:cubicBezTo>
                    <a:cubicBezTo>
                      <a:pt x="310661" y="61985"/>
                      <a:pt x="330689" y="49875"/>
                      <a:pt x="350716" y="38231"/>
                    </a:cubicBezTo>
                    <a:cubicBezTo>
                      <a:pt x="360963" y="32176"/>
                      <a:pt x="371209" y="26121"/>
                      <a:pt x="381456" y="20066"/>
                    </a:cubicBezTo>
                    <a:cubicBezTo>
                      <a:pt x="386580" y="17272"/>
                      <a:pt x="391702" y="14012"/>
                      <a:pt x="396826" y="11217"/>
                    </a:cubicBezTo>
                    <a:cubicBezTo>
                      <a:pt x="400552" y="8888"/>
                      <a:pt x="405675" y="7491"/>
                      <a:pt x="406141" y="2833"/>
                    </a:cubicBezTo>
                    <a:cubicBezTo>
                      <a:pt x="407073" y="970"/>
                      <a:pt x="406607" y="505"/>
                      <a:pt x="406141" y="505"/>
                    </a:cubicBez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37"/>
              <p:cNvSpPr/>
              <p:nvPr/>
            </p:nvSpPr>
            <p:spPr>
              <a:xfrm>
                <a:off x="7224340" y="5042504"/>
                <a:ext cx="1126996" cy="313346"/>
              </a:xfrm>
              <a:custGeom>
                <a:rect b="b" l="l" r="r" t="t"/>
                <a:pathLst>
                  <a:path extrusionOk="0" h="204467" w="735397">
                    <a:moveTo>
                      <a:pt x="26007" y="16302"/>
                    </a:moveTo>
                    <a:cubicBezTo>
                      <a:pt x="59077" y="6986"/>
                      <a:pt x="279846" y="0"/>
                      <a:pt x="279846" y="0"/>
                    </a:cubicBezTo>
                    <a:cubicBezTo>
                      <a:pt x="279846" y="0"/>
                      <a:pt x="347847" y="11644"/>
                      <a:pt x="432615" y="30740"/>
                    </a:cubicBezTo>
                    <a:cubicBezTo>
                      <a:pt x="517382" y="49370"/>
                      <a:pt x="565822" y="67069"/>
                      <a:pt x="616589" y="71261"/>
                    </a:cubicBezTo>
                    <a:cubicBezTo>
                      <a:pt x="667356" y="75453"/>
                      <a:pt x="733029" y="70795"/>
                      <a:pt x="735357" y="112714"/>
                    </a:cubicBezTo>
                    <a:cubicBezTo>
                      <a:pt x="737686" y="155097"/>
                      <a:pt x="638946" y="204468"/>
                      <a:pt x="638946" y="204468"/>
                    </a:cubicBezTo>
                    <a:lnTo>
                      <a:pt x="199735" y="178851"/>
                    </a:lnTo>
                    <a:cubicBezTo>
                      <a:pt x="199735" y="178851"/>
                      <a:pt x="58610" y="181180"/>
                      <a:pt x="16692" y="160221"/>
                    </a:cubicBezTo>
                    <a:cubicBezTo>
                      <a:pt x="-25691" y="138330"/>
                      <a:pt x="26007" y="16302"/>
                      <a:pt x="26007" y="163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37"/>
              <p:cNvSpPr/>
              <p:nvPr/>
            </p:nvSpPr>
            <p:spPr>
              <a:xfrm>
                <a:off x="7457493" y="4626619"/>
                <a:ext cx="491316" cy="425408"/>
              </a:xfrm>
              <a:custGeom>
                <a:rect b="b" l="l" r="r" t="t"/>
                <a:pathLst>
                  <a:path extrusionOk="0" h="277591" w="320598">
                    <a:moveTo>
                      <a:pt x="320442" y="41918"/>
                    </a:moveTo>
                    <a:cubicBezTo>
                      <a:pt x="320442" y="41918"/>
                      <a:pt x="325565" y="84302"/>
                      <a:pt x="277126" y="134604"/>
                    </a:cubicBezTo>
                    <a:cubicBezTo>
                      <a:pt x="228687" y="184906"/>
                      <a:pt x="192823" y="199810"/>
                      <a:pt x="140659" y="223098"/>
                    </a:cubicBezTo>
                    <a:cubicBezTo>
                      <a:pt x="88028" y="246386"/>
                      <a:pt x="33534" y="277592"/>
                      <a:pt x="33534" y="277592"/>
                    </a:cubicBezTo>
                    <a:cubicBezTo>
                      <a:pt x="33534" y="277592"/>
                      <a:pt x="10246" y="231482"/>
                      <a:pt x="8384" y="224961"/>
                    </a:cubicBezTo>
                    <a:cubicBezTo>
                      <a:pt x="6055" y="218441"/>
                      <a:pt x="0" y="138796"/>
                      <a:pt x="0" y="138796"/>
                    </a:cubicBezTo>
                    <a:cubicBezTo>
                      <a:pt x="0" y="138796"/>
                      <a:pt x="25150" y="176522"/>
                      <a:pt x="37726" y="187235"/>
                    </a:cubicBezTo>
                    <a:cubicBezTo>
                      <a:pt x="50302" y="197947"/>
                      <a:pt x="96412" y="197947"/>
                      <a:pt x="128084" y="187235"/>
                    </a:cubicBezTo>
                    <a:cubicBezTo>
                      <a:pt x="159755" y="176522"/>
                      <a:pt x="262687" y="132741"/>
                      <a:pt x="283646" y="94549"/>
                    </a:cubicBezTo>
                    <a:cubicBezTo>
                      <a:pt x="304605" y="56822"/>
                      <a:pt x="294359" y="0"/>
                      <a:pt x="294359" y="0"/>
                    </a:cubicBezTo>
                    <a:cubicBezTo>
                      <a:pt x="294359" y="0"/>
                      <a:pt x="317647" y="7918"/>
                      <a:pt x="320442" y="41918"/>
                    </a:cubicBez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37"/>
              <p:cNvSpPr/>
              <p:nvPr/>
            </p:nvSpPr>
            <p:spPr>
              <a:xfrm>
                <a:off x="6548678" y="4576474"/>
                <a:ext cx="1728401" cy="1193640"/>
              </a:xfrm>
              <a:custGeom>
                <a:rect b="b" l="l" r="r" t="t"/>
                <a:pathLst>
                  <a:path extrusionOk="0" h="778884" w="1127831">
                    <a:moveTo>
                      <a:pt x="1052614" y="335948"/>
                    </a:moveTo>
                    <a:cubicBezTo>
                      <a:pt x="993929" y="308469"/>
                      <a:pt x="870968" y="366689"/>
                      <a:pt x="846284" y="360634"/>
                    </a:cubicBezTo>
                    <a:cubicBezTo>
                      <a:pt x="821598" y="354579"/>
                      <a:pt x="676747" y="277729"/>
                      <a:pt x="637158" y="212988"/>
                    </a:cubicBezTo>
                    <a:cubicBezTo>
                      <a:pt x="597103" y="148248"/>
                      <a:pt x="649268" y="138933"/>
                      <a:pt x="673953" y="98878"/>
                    </a:cubicBezTo>
                    <a:cubicBezTo>
                      <a:pt x="698637" y="58822"/>
                      <a:pt x="732638" y="62083"/>
                      <a:pt x="781543" y="49507"/>
                    </a:cubicBezTo>
                    <a:cubicBezTo>
                      <a:pt x="830913" y="37397"/>
                      <a:pt x="852338" y="37397"/>
                      <a:pt x="877023" y="46247"/>
                    </a:cubicBezTo>
                    <a:cubicBezTo>
                      <a:pt x="901708" y="55562"/>
                      <a:pt x="913819" y="73727"/>
                      <a:pt x="913819" y="73727"/>
                    </a:cubicBezTo>
                    <a:cubicBezTo>
                      <a:pt x="919873" y="46247"/>
                      <a:pt x="904503" y="18301"/>
                      <a:pt x="904503" y="18301"/>
                    </a:cubicBezTo>
                    <a:cubicBezTo>
                      <a:pt x="904503" y="18301"/>
                      <a:pt x="858393" y="-15699"/>
                      <a:pt x="766172" y="8986"/>
                    </a:cubicBezTo>
                    <a:cubicBezTo>
                      <a:pt x="673953" y="33671"/>
                      <a:pt x="636692" y="67672"/>
                      <a:pt x="587788" y="119837"/>
                    </a:cubicBezTo>
                    <a:cubicBezTo>
                      <a:pt x="538417" y="172002"/>
                      <a:pt x="366086" y="193892"/>
                      <a:pt x="304607" y="252112"/>
                    </a:cubicBezTo>
                    <a:cubicBezTo>
                      <a:pt x="243127" y="310798"/>
                      <a:pt x="0" y="452388"/>
                      <a:pt x="0" y="452388"/>
                    </a:cubicBezTo>
                    <a:cubicBezTo>
                      <a:pt x="0" y="452388"/>
                      <a:pt x="3261" y="498498"/>
                      <a:pt x="34001" y="541814"/>
                    </a:cubicBezTo>
                    <a:cubicBezTo>
                      <a:pt x="64741" y="585129"/>
                      <a:pt x="83371" y="603294"/>
                      <a:pt x="114111" y="683404"/>
                    </a:cubicBezTo>
                    <a:cubicBezTo>
                      <a:pt x="144851" y="763514"/>
                      <a:pt x="347922" y="778885"/>
                      <a:pt x="363291" y="778885"/>
                    </a:cubicBezTo>
                    <a:cubicBezTo>
                      <a:pt x="415457" y="778885"/>
                      <a:pt x="501623" y="689459"/>
                      <a:pt x="572418" y="634034"/>
                    </a:cubicBezTo>
                    <a:cubicBezTo>
                      <a:pt x="643213" y="578609"/>
                      <a:pt x="726583" y="593979"/>
                      <a:pt x="794118" y="593979"/>
                    </a:cubicBezTo>
                    <a:cubicBezTo>
                      <a:pt x="861653" y="593979"/>
                      <a:pt x="951079" y="615403"/>
                      <a:pt x="1019079" y="590718"/>
                    </a:cubicBezTo>
                    <a:cubicBezTo>
                      <a:pt x="1086614" y="566033"/>
                      <a:pt x="1108505" y="491977"/>
                      <a:pt x="1123875" y="436552"/>
                    </a:cubicBezTo>
                    <a:cubicBezTo>
                      <a:pt x="1138779" y="382524"/>
                      <a:pt x="1110834" y="363894"/>
                      <a:pt x="1052614" y="335948"/>
                    </a:cubicBezTo>
                    <a:close/>
                    <a:moveTo>
                      <a:pt x="1089409" y="438415"/>
                    </a:moveTo>
                    <a:cubicBezTo>
                      <a:pt x="1074505" y="476142"/>
                      <a:pt x="1066121" y="528772"/>
                      <a:pt x="1020011" y="549732"/>
                    </a:cubicBezTo>
                    <a:cubicBezTo>
                      <a:pt x="973901" y="570691"/>
                      <a:pt x="841160" y="558115"/>
                      <a:pt x="792722" y="539019"/>
                    </a:cubicBezTo>
                    <a:cubicBezTo>
                      <a:pt x="771762" y="530635"/>
                      <a:pt x="801104" y="458909"/>
                      <a:pt x="801104" y="458909"/>
                    </a:cubicBezTo>
                    <a:cubicBezTo>
                      <a:pt x="801104" y="458909"/>
                      <a:pt x="841160" y="402086"/>
                      <a:pt x="899846" y="387182"/>
                    </a:cubicBezTo>
                    <a:cubicBezTo>
                      <a:pt x="958531" y="372278"/>
                      <a:pt x="1027929" y="355510"/>
                      <a:pt x="1057738" y="374606"/>
                    </a:cubicBezTo>
                    <a:cubicBezTo>
                      <a:pt x="1087081" y="394168"/>
                      <a:pt x="1104313" y="400689"/>
                      <a:pt x="1089409" y="4384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37"/>
              <p:cNvSpPr/>
              <p:nvPr/>
            </p:nvSpPr>
            <p:spPr>
              <a:xfrm>
                <a:off x="6547965" y="5031090"/>
                <a:ext cx="1728781" cy="739470"/>
              </a:xfrm>
              <a:custGeom>
                <a:rect b="b" l="l" r="r" t="t"/>
                <a:pathLst>
                  <a:path extrusionOk="0" h="482525" w="1128079">
                    <a:moveTo>
                      <a:pt x="114111" y="387045"/>
                    </a:moveTo>
                    <a:cubicBezTo>
                      <a:pt x="144850" y="467156"/>
                      <a:pt x="347921" y="482526"/>
                      <a:pt x="363291" y="482526"/>
                    </a:cubicBezTo>
                    <a:cubicBezTo>
                      <a:pt x="415456" y="482526"/>
                      <a:pt x="501621" y="393100"/>
                      <a:pt x="572416" y="337675"/>
                    </a:cubicBezTo>
                    <a:cubicBezTo>
                      <a:pt x="643212" y="282250"/>
                      <a:pt x="726583" y="297620"/>
                      <a:pt x="794118" y="297620"/>
                    </a:cubicBezTo>
                    <a:cubicBezTo>
                      <a:pt x="861653" y="297620"/>
                      <a:pt x="951078" y="319045"/>
                      <a:pt x="1019079" y="294359"/>
                    </a:cubicBezTo>
                    <a:cubicBezTo>
                      <a:pt x="1086614" y="269674"/>
                      <a:pt x="1108505" y="195619"/>
                      <a:pt x="1123875" y="140193"/>
                    </a:cubicBezTo>
                    <a:cubicBezTo>
                      <a:pt x="1139244" y="84768"/>
                      <a:pt x="1111765" y="66138"/>
                      <a:pt x="1053079" y="38658"/>
                    </a:cubicBezTo>
                    <a:cubicBezTo>
                      <a:pt x="1051216" y="37726"/>
                      <a:pt x="1049819" y="37261"/>
                      <a:pt x="1047956" y="36329"/>
                    </a:cubicBezTo>
                    <a:cubicBezTo>
                      <a:pt x="1006969" y="40987"/>
                      <a:pt x="959462" y="52631"/>
                      <a:pt x="914284" y="65206"/>
                    </a:cubicBezTo>
                    <a:cubicBezTo>
                      <a:pt x="821132" y="90823"/>
                      <a:pt x="800173" y="65206"/>
                      <a:pt x="778748" y="55891"/>
                    </a:cubicBezTo>
                    <a:cubicBezTo>
                      <a:pt x="757322" y="46576"/>
                      <a:pt x="776419" y="76850"/>
                      <a:pt x="760117" y="93152"/>
                    </a:cubicBezTo>
                    <a:cubicBezTo>
                      <a:pt x="743816" y="109453"/>
                      <a:pt x="690254" y="114111"/>
                      <a:pt x="690254" y="114111"/>
                    </a:cubicBezTo>
                    <a:lnTo>
                      <a:pt x="531430" y="0"/>
                    </a:lnTo>
                    <a:lnTo>
                      <a:pt x="631568" y="133207"/>
                    </a:lnTo>
                    <a:lnTo>
                      <a:pt x="587321" y="182112"/>
                    </a:lnTo>
                    <a:cubicBezTo>
                      <a:pt x="587321" y="182112"/>
                      <a:pt x="484854" y="193755"/>
                      <a:pt x="458772" y="212386"/>
                    </a:cubicBezTo>
                    <a:cubicBezTo>
                      <a:pt x="433155" y="231016"/>
                      <a:pt x="421511" y="279921"/>
                      <a:pt x="353976" y="321839"/>
                    </a:cubicBezTo>
                    <a:cubicBezTo>
                      <a:pt x="286441" y="363757"/>
                      <a:pt x="143919" y="298551"/>
                      <a:pt x="92685" y="254304"/>
                    </a:cubicBezTo>
                    <a:cubicBezTo>
                      <a:pt x="41452" y="210057"/>
                      <a:pt x="0" y="155563"/>
                      <a:pt x="0" y="155563"/>
                    </a:cubicBezTo>
                    <a:cubicBezTo>
                      <a:pt x="0" y="155563"/>
                      <a:pt x="3260" y="201673"/>
                      <a:pt x="34001" y="244989"/>
                    </a:cubicBezTo>
                    <a:cubicBezTo>
                      <a:pt x="64740" y="288770"/>
                      <a:pt x="83370" y="307401"/>
                      <a:pt x="114111" y="387045"/>
                    </a:cubicBezTo>
                    <a:close/>
                    <a:moveTo>
                      <a:pt x="801569" y="162550"/>
                    </a:moveTo>
                    <a:cubicBezTo>
                      <a:pt x="801569" y="162550"/>
                      <a:pt x="841625" y="105727"/>
                      <a:pt x="900311" y="90823"/>
                    </a:cubicBezTo>
                    <a:cubicBezTo>
                      <a:pt x="958996" y="75919"/>
                      <a:pt x="1028394" y="59151"/>
                      <a:pt x="1058203" y="78247"/>
                    </a:cubicBezTo>
                    <a:cubicBezTo>
                      <a:pt x="1087546" y="97343"/>
                      <a:pt x="1104312" y="103398"/>
                      <a:pt x="1089874" y="141125"/>
                    </a:cubicBezTo>
                    <a:cubicBezTo>
                      <a:pt x="1074970" y="178851"/>
                      <a:pt x="1066586" y="231482"/>
                      <a:pt x="1020476" y="252441"/>
                    </a:cubicBezTo>
                    <a:cubicBezTo>
                      <a:pt x="974366" y="273400"/>
                      <a:pt x="841625" y="260825"/>
                      <a:pt x="793187" y="241729"/>
                    </a:cubicBezTo>
                    <a:cubicBezTo>
                      <a:pt x="772227" y="234276"/>
                      <a:pt x="801569" y="162550"/>
                      <a:pt x="801569" y="162550"/>
                    </a:cubicBezTo>
                    <a:close/>
                  </a:path>
                </a:pathLst>
              </a:custGeom>
              <a:solidFill>
                <a:srgbClr val="4CAF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37"/>
              <p:cNvSpPr/>
              <p:nvPr/>
            </p:nvSpPr>
            <p:spPr>
              <a:xfrm>
                <a:off x="6581494" y="4577188"/>
                <a:ext cx="1356171" cy="781325"/>
              </a:xfrm>
              <a:custGeom>
                <a:rect b="b" l="l" r="r" t="t"/>
                <a:pathLst>
                  <a:path extrusionOk="0" h="509837" w="884940">
                    <a:moveTo>
                      <a:pt x="598966" y="119371"/>
                    </a:moveTo>
                    <a:cubicBezTo>
                      <a:pt x="642280" y="83508"/>
                      <a:pt x="678145" y="56493"/>
                      <a:pt x="712144" y="40192"/>
                    </a:cubicBezTo>
                    <a:cubicBezTo>
                      <a:pt x="746145" y="23890"/>
                      <a:pt x="822063" y="6192"/>
                      <a:pt x="841625" y="9452"/>
                    </a:cubicBezTo>
                    <a:cubicBezTo>
                      <a:pt x="850009" y="10849"/>
                      <a:pt x="867708" y="16438"/>
                      <a:pt x="884941" y="22027"/>
                    </a:cubicBezTo>
                    <a:cubicBezTo>
                      <a:pt x="884009" y="19699"/>
                      <a:pt x="883078" y="18301"/>
                      <a:pt x="883078" y="18301"/>
                    </a:cubicBezTo>
                    <a:cubicBezTo>
                      <a:pt x="883078" y="18301"/>
                      <a:pt x="836967" y="-15699"/>
                      <a:pt x="744747" y="8986"/>
                    </a:cubicBezTo>
                    <a:cubicBezTo>
                      <a:pt x="652528" y="33671"/>
                      <a:pt x="615267" y="67672"/>
                      <a:pt x="566363" y="119837"/>
                    </a:cubicBezTo>
                    <a:cubicBezTo>
                      <a:pt x="516992" y="172002"/>
                      <a:pt x="344661" y="193892"/>
                      <a:pt x="283181" y="252112"/>
                    </a:cubicBezTo>
                    <a:cubicBezTo>
                      <a:pt x="232879" y="300085"/>
                      <a:pt x="61015" y="403483"/>
                      <a:pt x="0" y="439347"/>
                    </a:cubicBezTo>
                    <a:cubicBezTo>
                      <a:pt x="17699" y="442607"/>
                      <a:pt x="36329" y="446799"/>
                      <a:pt x="50767" y="451922"/>
                    </a:cubicBezTo>
                    <a:cubicBezTo>
                      <a:pt x="75919" y="460772"/>
                      <a:pt x="151371" y="493375"/>
                      <a:pt x="176522" y="507813"/>
                    </a:cubicBezTo>
                    <a:cubicBezTo>
                      <a:pt x="201674" y="522252"/>
                      <a:pt x="97343" y="455648"/>
                      <a:pt x="113645" y="428634"/>
                    </a:cubicBezTo>
                    <a:cubicBezTo>
                      <a:pt x="129946" y="401620"/>
                      <a:pt x="199810" y="370880"/>
                      <a:pt x="217975" y="358305"/>
                    </a:cubicBezTo>
                    <a:cubicBezTo>
                      <a:pt x="236139" y="345729"/>
                      <a:pt x="290168" y="320578"/>
                      <a:pt x="290168" y="320578"/>
                    </a:cubicBezTo>
                    <a:lnTo>
                      <a:pt x="306469" y="437484"/>
                    </a:lnTo>
                    <a:cubicBezTo>
                      <a:pt x="306469" y="437484"/>
                      <a:pt x="340470" y="327565"/>
                      <a:pt x="351648" y="304277"/>
                    </a:cubicBezTo>
                    <a:cubicBezTo>
                      <a:pt x="362360" y="280989"/>
                      <a:pt x="389374" y="286112"/>
                      <a:pt x="389374" y="286112"/>
                    </a:cubicBezTo>
                    <a:lnTo>
                      <a:pt x="482991" y="372278"/>
                    </a:lnTo>
                    <a:cubicBezTo>
                      <a:pt x="482991" y="372278"/>
                      <a:pt x="441539" y="257235"/>
                      <a:pt x="445265" y="239071"/>
                    </a:cubicBezTo>
                    <a:cubicBezTo>
                      <a:pt x="448991" y="220906"/>
                      <a:pt x="511868" y="220906"/>
                      <a:pt x="544006" y="240934"/>
                    </a:cubicBezTo>
                    <a:cubicBezTo>
                      <a:pt x="576143" y="260961"/>
                      <a:pt x="652062" y="328962"/>
                      <a:pt x="666501" y="343401"/>
                    </a:cubicBezTo>
                    <a:cubicBezTo>
                      <a:pt x="680938" y="357839"/>
                      <a:pt x="572883" y="246057"/>
                      <a:pt x="574745" y="203207"/>
                    </a:cubicBezTo>
                    <a:cubicBezTo>
                      <a:pt x="575678" y="160823"/>
                      <a:pt x="556115" y="155700"/>
                      <a:pt x="598966" y="1193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2" name="Google Shape;752;p37"/>
            <p:cNvGrpSpPr/>
            <p:nvPr/>
          </p:nvGrpSpPr>
          <p:grpSpPr>
            <a:xfrm>
              <a:off x="4705625" y="1126725"/>
              <a:ext cx="2890200" cy="3323800"/>
              <a:chOff x="4128950" y="1090375"/>
              <a:chExt cx="2890200" cy="3323800"/>
            </a:xfrm>
          </p:grpSpPr>
          <p:sp>
            <p:nvSpPr>
              <p:cNvPr id="753" name="Google Shape;753;p37"/>
              <p:cNvSpPr/>
              <p:nvPr/>
            </p:nvSpPr>
            <p:spPr>
              <a:xfrm>
                <a:off x="6882350" y="1090375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  <p:sp>
            <p:nvSpPr>
              <p:cNvPr id="754" name="Google Shape;754;p37"/>
              <p:cNvSpPr/>
              <p:nvPr/>
            </p:nvSpPr>
            <p:spPr>
              <a:xfrm>
                <a:off x="4128950" y="4277375"/>
                <a:ext cx="136800" cy="1368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alanquin"/>
                  <a:ea typeface="Palanquin"/>
                  <a:cs typeface="Palanquin"/>
                  <a:sym typeface="Palanquin"/>
                </a:endParaRPr>
              </a:p>
            </p:txBody>
          </p:sp>
        </p:grpSp>
      </p:grpSp>
      <p:sp>
        <p:nvSpPr>
          <p:cNvPr id="755" name="Google Shape;755;p37"/>
          <p:cNvSpPr txBox="1"/>
          <p:nvPr>
            <p:ph type="ctrTitle"/>
          </p:nvPr>
        </p:nvSpPr>
        <p:spPr>
          <a:xfrm>
            <a:off x="959975" y="674000"/>
            <a:ext cx="6288000" cy="104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Tech that stops death before the drop</a:t>
            </a:r>
            <a:endParaRPr sz="2100"/>
          </a:p>
        </p:txBody>
      </p:sp>
      <p:pic>
        <p:nvPicPr>
          <p:cNvPr id="756" name="Google Shape;75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9200" y="155250"/>
            <a:ext cx="971475" cy="9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37"/>
          <p:cNvSpPr txBox="1"/>
          <p:nvPr/>
        </p:nvSpPr>
        <p:spPr>
          <a:xfrm>
            <a:off x="651375" y="1875825"/>
            <a:ext cx="4785600" cy="2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PROBLEM STATEMENT ID 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- SIH25001</a:t>
            </a:r>
            <a:endParaRPr sz="12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PROBLEM STATEMENT TITLE -</a:t>
            </a:r>
            <a:endParaRPr b="1" sz="12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SMART COMMUNITY HEALTH MONITORING AND EARLY  WARNING SYSTEM FOR WATER-BORNE DISEASES IN RURAL NORTHEAST INDIA</a:t>
            </a:r>
            <a:endParaRPr sz="1200">
              <a:solidFill>
                <a:srgbClr val="212529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THEME 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- MEDTECH/BIOTECH/HEALTHTECH</a:t>
            </a:r>
            <a:endParaRPr sz="12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PS CATEGORY 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- SOFTWARE</a:t>
            </a:r>
            <a:endParaRPr sz="12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758" name="Google Shape;758;p37"/>
          <p:cNvSpPr txBox="1"/>
          <p:nvPr/>
        </p:nvSpPr>
        <p:spPr>
          <a:xfrm>
            <a:off x="651375" y="4084875"/>
            <a:ext cx="29493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Mentor: Dr. Varsha</a:t>
            </a:r>
            <a:endParaRPr sz="12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Team Members-Anjasa, Adishree, Sreya, Tanishka, Charis, </a:t>
            </a:r>
            <a:r>
              <a:rPr lang="en" sz="13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Jay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ashri</a:t>
            </a:r>
            <a:endParaRPr sz="12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8"/>
          <p:cNvSpPr txBox="1"/>
          <p:nvPr>
            <p:ph type="title"/>
          </p:nvPr>
        </p:nvSpPr>
        <p:spPr>
          <a:xfrm>
            <a:off x="3198475" y="-378500"/>
            <a:ext cx="3060000" cy="12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</a:t>
            </a:r>
            <a:r>
              <a:rPr lang="en" sz="2200"/>
              <a:t>DIGITAL HEALTH PLATFORM</a:t>
            </a:r>
            <a:endParaRPr sz="2200"/>
          </a:p>
        </p:txBody>
      </p:sp>
      <p:sp>
        <p:nvSpPr>
          <p:cNvPr id="764" name="Google Shape;764;p38"/>
          <p:cNvSpPr txBox="1"/>
          <p:nvPr>
            <p:ph idx="1" type="subTitle"/>
          </p:nvPr>
        </p:nvSpPr>
        <p:spPr>
          <a:xfrm>
            <a:off x="180175" y="1075200"/>
            <a:ext cx="5961000" cy="22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To detect and prevent water-borne disease outbreaks by using sensors and an app/SMS system that monitors water quality and alerts people in real time.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Pressing issue in Rural Northeast due to-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-Reliance of available </a:t>
            </a:r>
            <a:r>
              <a:rPr lang="en"/>
              <a:t>water bodies</a:t>
            </a:r>
            <a:r>
              <a:rPr lang="en"/>
              <a:t> and traditional </a:t>
            </a:r>
            <a:r>
              <a:rPr lang="en"/>
              <a:t>hand pumps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r>
              <a:rPr lang="en"/>
              <a:t> Seasonal floods and poor sanitation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-Weak healthcare access and connectivity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-Late lab results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8"/>
          <p:cNvSpPr txBox="1"/>
          <p:nvPr/>
        </p:nvSpPr>
        <p:spPr>
          <a:xfrm>
            <a:off x="6327450" y="715958"/>
            <a:ext cx="2586900" cy="1862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TARGET AUDIENCE-</a:t>
            </a:r>
            <a:endParaRPr sz="15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-Health care workers</a:t>
            </a:r>
            <a:endParaRPr sz="15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-Asha workers</a:t>
            </a:r>
            <a:endParaRPr sz="15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-Volunteers</a:t>
            </a:r>
            <a:endParaRPr sz="15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-Vulnerable communities and    tribes of rural north east</a:t>
            </a:r>
            <a:endParaRPr sz="15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766" name="Google Shape;76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4150" y="2986729"/>
            <a:ext cx="2653500" cy="18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38"/>
          <p:cNvSpPr txBox="1"/>
          <p:nvPr/>
        </p:nvSpPr>
        <p:spPr>
          <a:xfrm>
            <a:off x="544950" y="3498750"/>
            <a:ext cx="5394900" cy="13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PROPOSED SOLUTION</a:t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Building a proactive surveillance and alert system that collects data from multiple sources such as user-friendly app, sms and IVR platform ,IoT’s and affordable test kits.</a:t>
            </a:r>
            <a:endParaRPr sz="13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9"/>
          <p:cNvSpPr txBox="1"/>
          <p:nvPr/>
        </p:nvSpPr>
        <p:spPr>
          <a:xfrm>
            <a:off x="1348350" y="168550"/>
            <a:ext cx="65733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                           </a:t>
            </a:r>
            <a:r>
              <a:rPr lang="en" sz="3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TECHNICAL APPROACH</a:t>
            </a:r>
            <a:endParaRPr sz="30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773" name="Google Shape;773;p39"/>
          <p:cNvSpPr txBox="1"/>
          <p:nvPr/>
        </p:nvSpPr>
        <p:spPr>
          <a:xfrm>
            <a:off x="703225" y="1144925"/>
            <a:ext cx="6120000" cy="3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774" name="Google Shape;77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27" y="813725"/>
            <a:ext cx="5547524" cy="43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9"/>
          <p:cNvSpPr txBox="1"/>
          <p:nvPr/>
        </p:nvSpPr>
        <p:spPr>
          <a:xfrm>
            <a:off x="5219050" y="951575"/>
            <a:ext cx="3609300" cy="364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Technology Stack:</a:t>
            </a:r>
            <a:endParaRPr b="1" sz="17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Frontend:</a:t>
            </a:r>
            <a:endParaRPr b="1" sz="13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React</a:t>
            </a:r>
            <a:r>
              <a:rPr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with </a:t>
            </a:r>
            <a:r>
              <a:rPr b="1"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TypeScript</a:t>
            </a:r>
            <a:r>
              <a:rPr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(all components are .tsx files)</a:t>
            </a:r>
            <a:endParaRPr sz="11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Tailwind CSS v4</a:t>
            </a:r>
            <a:r>
              <a:rPr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for styling (as seen in your globals.css)</a:t>
            </a:r>
            <a:endParaRPr sz="11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shadcn/ui</a:t>
            </a:r>
            <a:r>
              <a:rPr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component library for UI components</a:t>
            </a:r>
            <a:endParaRPr sz="11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Backend:</a:t>
            </a:r>
            <a:endParaRPr b="1" sz="13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TypeScript</a:t>
            </a:r>
            <a:r>
              <a:rPr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running on </a:t>
            </a:r>
            <a:r>
              <a:rPr b="1"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Deno</a:t>
            </a:r>
            <a:r>
              <a:rPr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(Supabase Edge Functions)</a:t>
            </a:r>
            <a:endParaRPr sz="11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Hono</a:t>
            </a:r>
            <a:r>
              <a:rPr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web framework for the server API</a:t>
            </a:r>
            <a:endParaRPr sz="11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Supabase</a:t>
            </a:r>
            <a:r>
              <a:rPr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 for database, authentication, and storage</a:t>
            </a:r>
            <a:endParaRPr sz="11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0"/>
          <p:cNvSpPr txBox="1"/>
          <p:nvPr/>
        </p:nvSpPr>
        <p:spPr>
          <a:xfrm>
            <a:off x="2760625" y="310200"/>
            <a:ext cx="37956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LIST OF SENSORS USED</a:t>
            </a:r>
            <a:endParaRPr sz="25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781" name="Google Shape;781;p40"/>
          <p:cNvSpPr txBox="1"/>
          <p:nvPr/>
        </p:nvSpPr>
        <p:spPr>
          <a:xfrm>
            <a:off x="444350" y="880325"/>
            <a:ext cx="7231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 For physical factors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Chemical Contamination Sensors-(Chlorine,Nitrate,Lead, Mercury, Arsenic, Cadmium,Fluoride)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Biological Contamination Sensors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Specialized / Smart Sensors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782" name="Google Shape;78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825" y="3380450"/>
            <a:ext cx="1324451" cy="132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1"/>
          <p:cNvSpPr txBox="1"/>
          <p:nvPr>
            <p:ph type="title"/>
          </p:nvPr>
        </p:nvSpPr>
        <p:spPr>
          <a:xfrm>
            <a:off x="713225" y="240925"/>
            <a:ext cx="77175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 AND VIABILITY</a:t>
            </a:r>
            <a:endParaRPr/>
          </a:p>
        </p:txBody>
      </p:sp>
      <p:sp>
        <p:nvSpPr>
          <p:cNvPr id="788" name="Google Shape;788;p41"/>
          <p:cNvSpPr txBox="1"/>
          <p:nvPr>
            <p:ph idx="1" type="subTitle"/>
          </p:nvPr>
        </p:nvSpPr>
        <p:spPr>
          <a:xfrm>
            <a:off x="1079100" y="791100"/>
            <a:ext cx="3020100" cy="63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</a:t>
            </a:r>
            <a:endParaRPr/>
          </a:p>
        </p:txBody>
      </p:sp>
      <p:sp>
        <p:nvSpPr>
          <p:cNvPr id="789" name="Google Shape;789;p41"/>
          <p:cNvSpPr txBox="1"/>
          <p:nvPr>
            <p:ph idx="2" type="subTitle"/>
          </p:nvPr>
        </p:nvSpPr>
        <p:spPr>
          <a:xfrm>
            <a:off x="459125" y="1708225"/>
            <a:ext cx="4219500" cy="29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Technical Feasibility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Built on proven tech: IoT sensors, mobile apps, SMS &amp; IVR.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AI/ML engine enables real-time outbreak prediction.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Economic Feasibility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Lower cost than manual lab testing and late-stage treatment.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Uses existing mobile/SMS infrastructure, reducing setup costs.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41"/>
          <p:cNvSpPr txBox="1"/>
          <p:nvPr>
            <p:ph idx="3" type="subTitle"/>
          </p:nvPr>
        </p:nvSpPr>
        <p:spPr>
          <a:xfrm>
            <a:off x="4845875" y="599450"/>
            <a:ext cx="3584700" cy="8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CHALLENGES-</a:t>
            </a:r>
            <a:endParaRPr/>
          </a:p>
        </p:txBody>
      </p:sp>
      <p:sp>
        <p:nvSpPr>
          <p:cNvPr id="791" name="Google Shape;791;p41"/>
          <p:cNvSpPr txBox="1"/>
          <p:nvPr>
            <p:ph idx="4" type="subTitle"/>
          </p:nvPr>
        </p:nvSpPr>
        <p:spPr>
          <a:xfrm>
            <a:off x="5244400" y="1429550"/>
            <a:ext cx="3447600" cy="16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-How can you ensure sustainability?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-What if there is physical damage on sensors?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-Accuracy?</a:t>
            </a:r>
            <a:endParaRPr/>
          </a:p>
        </p:txBody>
      </p:sp>
      <p:pic>
        <p:nvPicPr>
          <p:cNvPr id="792" name="Google Shape;7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398" y="240936"/>
            <a:ext cx="1397924" cy="776776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41"/>
          <p:cNvSpPr txBox="1"/>
          <p:nvPr/>
        </p:nvSpPr>
        <p:spPr>
          <a:xfrm>
            <a:off x="5336125" y="2913400"/>
            <a:ext cx="3094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STRATEGIES TO OVERCOME-</a:t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794" name="Google Shape;794;p41"/>
          <p:cNvSpPr txBox="1"/>
          <p:nvPr/>
        </p:nvSpPr>
        <p:spPr>
          <a:xfrm>
            <a:off x="4994950" y="3315825"/>
            <a:ext cx="36972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-Sustainability depends on the quality of the sensor</a:t>
            </a:r>
            <a:endParaRPr sz="16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-The app and the main platform will notify the malfunctioning .</a:t>
            </a:r>
            <a:endParaRPr sz="16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-Assumption that the sensor provides the right information</a:t>
            </a:r>
            <a:endParaRPr sz="16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IMPACTS AND BENEFITS</a:t>
            </a:r>
            <a:endParaRPr/>
          </a:p>
        </p:txBody>
      </p:sp>
      <p:sp>
        <p:nvSpPr>
          <p:cNvPr id="800" name="Google Shape;800;p42"/>
          <p:cNvSpPr txBox="1"/>
          <p:nvPr>
            <p:ph idx="1" type="subTitle"/>
          </p:nvPr>
        </p:nvSpPr>
        <p:spPr>
          <a:xfrm>
            <a:off x="1305288" y="1437425"/>
            <a:ext cx="3042600" cy="28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IMPACTS</a:t>
            </a:r>
            <a:endParaRPr sz="2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300"/>
              <a:t>Faster and cheaper</a:t>
            </a:r>
            <a:endParaRPr sz="2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300"/>
              <a:t>Inclusive access through SMS/IVR</a:t>
            </a:r>
            <a:endParaRPr sz="2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300"/>
              <a:t>Empowers Health Workers</a:t>
            </a:r>
            <a:endParaRPr sz="2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300"/>
              <a:t>Healthier communities</a:t>
            </a:r>
            <a:endParaRPr sz="2300"/>
          </a:p>
        </p:txBody>
      </p:sp>
      <p:sp>
        <p:nvSpPr>
          <p:cNvPr id="801" name="Google Shape;801;p42"/>
          <p:cNvSpPr txBox="1"/>
          <p:nvPr>
            <p:ph idx="2" type="subTitle"/>
          </p:nvPr>
        </p:nvSpPr>
        <p:spPr>
          <a:xfrm>
            <a:off x="4796100" y="1437425"/>
            <a:ext cx="3998700" cy="28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BENEFITS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Real-time updates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Multi-source data collection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 Support for tribal/local languages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Seamless communication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Scalable system</a:t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3"/>
          <p:cNvSpPr txBox="1"/>
          <p:nvPr/>
        </p:nvSpPr>
        <p:spPr>
          <a:xfrm>
            <a:off x="2544500" y="222175"/>
            <a:ext cx="47034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USER INTERFACE</a:t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807" name="Google Shape;807;p43"/>
          <p:cNvSpPr txBox="1"/>
          <p:nvPr/>
        </p:nvSpPr>
        <p:spPr>
          <a:xfrm>
            <a:off x="-1064725" y="5390825"/>
            <a:ext cx="40494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MAIN PLATFORM</a:t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808" name="Google Shape;80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4"/>
          <p:cNvSpPr txBox="1"/>
          <p:nvPr/>
        </p:nvSpPr>
        <p:spPr>
          <a:xfrm>
            <a:off x="507225" y="197025"/>
            <a:ext cx="3471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APP</a:t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814" name="Google Shape;81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76" y="635875"/>
            <a:ext cx="2239274" cy="4151274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44"/>
          <p:cNvSpPr txBox="1"/>
          <p:nvPr/>
        </p:nvSpPr>
        <p:spPr>
          <a:xfrm>
            <a:off x="2946925" y="121575"/>
            <a:ext cx="27036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SMS ALERT SYSTEM</a:t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816" name="Google Shape;81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8525" y="561675"/>
            <a:ext cx="1935475" cy="43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44"/>
          <p:cNvSpPr txBox="1"/>
          <p:nvPr/>
        </p:nvSpPr>
        <p:spPr>
          <a:xfrm>
            <a:off x="5751325" y="247325"/>
            <a:ext cx="2376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POP UP ALERT</a:t>
            </a:r>
            <a:endParaRPr sz="18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818" name="Google Shape;81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1850" y="680538"/>
            <a:ext cx="3287767" cy="415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ater Pollution by Slidesgo">
  <a:themeElements>
    <a:clrScheme name="Simple Light">
      <a:dk1>
        <a:srgbClr val="FFFFFF"/>
      </a:dk1>
      <a:lt1>
        <a:srgbClr val="013571"/>
      </a:lt1>
      <a:dk2>
        <a:srgbClr val="013F86"/>
      </a:dk2>
      <a:lt2>
        <a:srgbClr val="C0EAFF"/>
      </a:lt2>
      <a:accent1>
        <a:srgbClr val="94DDFE"/>
      </a:accent1>
      <a:accent2>
        <a:srgbClr val="17213C"/>
      </a:accent2>
      <a:accent3>
        <a:srgbClr val="008A94"/>
      </a:accent3>
      <a:accent4>
        <a:srgbClr val="04444F"/>
      </a:accent4>
      <a:accent5>
        <a:srgbClr val="FF856E"/>
      </a:accent5>
      <a:accent6>
        <a:srgbClr val="FFEA91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